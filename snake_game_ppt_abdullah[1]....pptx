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</p:sldIdLst>
  <p:sldSz cx="11430000" cy="8102600"/>
  <p:notesSz cx="11430000" cy="8102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56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518"/>
            <a:ext cx="11430000" cy="22000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130690"/>
            <a:ext cx="9144000" cy="2156317"/>
          </a:xfrm>
        </p:spPr>
        <p:txBody>
          <a:bodyPr anchor="b">
            <a:normAutofit/>
          </a:bodyPr>
          <a:lstStyle>
            <a:lvl1pPr algn="l">
              <a:defRPr sz="70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91378"/>
            <a:ext cx="9144000" cy="810260"/>
          </a:xfrm>
        </p:spPr>
        <p:txBody>
          <a:bodyPr>
            <a:normAutofit/>
          </a:bodyPr>
          <a:lstStyle>
            <a:lvl1pPr marL="0" indent="0" algn="l">
              <a:buNone/>
              <a:defRPr sz="2363"/>
            </a:lvl1pPr>
            <a:lvl2pPr marL="540182" indent="0" algn="ctr">
              <a:buNone/>
              <a:defRPr sz="2363"/>
            </a:lvl2pPr>
            <a:lvl3pPr marL="1080364" indent="0" algn="ctr">
              <a:buNone/>
              <a:defRPr sz="2127"/>
            </a:lvl3pPr>
            <a:lvl4pPr marL="1620545" indent="0" algn="ctr">
              <a:buNone/>
              <a:defRPr sz="1890"/>
            </a:lvl4pPr>
            <a:lvl5pPr marL="2160727" indent="0" algn="ctr">
              <a:buNone/>
              <a:defRPr sz="1890"/>
            </a:lvl5pPr>
            <a:lvl6pPr marL="2700909" indent="0" algn="ctr">
              <a:buNone/>
              <a:defRPr sz="1890"/>
            </a:lvl6pPr>
            <a:lvl7pPr marL="3241091" indent="0" algn="ctr">
              <a:buNone/>
              <a:defRPr sz="1890"/>
            </a:lvl7pPr>
            <a:lvl8pPr marL="3781273" indent="0" algn="ctr">
              <a:buNone/>
              <a:defRPr sz="1890"/>
            </a:lvl8pPr>
            <a:lvl9pPr marL="4321454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5213" y="5108544"/>
            <a:ext cx="2871786" cy="4313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3000" y="5108545"/>
            <a:ext cx="6100763" cy="4313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2375" y="1690544"/>
            <a:ext cx="2714625" cy="43138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1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518"/>
            <a:ext cx="11430000" cy="22000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890287"/>
            <a:ext cx="9944100" cy="3310434"/>
          </a:xfrm>
        </p:spPr>
        <p:txBody>
          <a:bodyPr anchor="b">
            <a:normAutofit/>
          </a:bodyPr>
          <a:lstStyle>
            <a:lvl1pPr algn="r">
              <a:defRPr sz="47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1" y="4302632"/>
            <a:ext cx="9944101" cy="1599884"/>
          </a:xfrm>
        </p:spPr>
        <p:txBody>
          <a:bodyPr>
            <a:normAutofit/>
          </a:bodyPr>
          <a:lstStyle>
            <a:lvl1pPr marL="0" indent="0" algn="r">
              <a:buNone/>
              <a:defRPr sz="2599">
                <a:solidFill>
                  <a:schemeClr val="tx1">
                    <a:tint val="75000"/>
                  </a:schemeClr>
                </a:solidFill>
              </a:defRPr>
            </a:lvl1pPr>
            <a:lvl2pPr marL="540182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080364" indent="0">
              <a:buNone/>
              <a:defRPr sz="2127">
                <a:solidFill>
                  <a:schemeClr val="tx1">
                    <a:tint val="75000"/>
                  </a:schemeClr>
                </a:solidFill>
              </a:defRPr>
            </a:lvl3pPr>
            <a:lvl4pPr marL="162054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6072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700909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410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81273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214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2720" y="450146"/>
            <a:ext cx="2728913" cy="431388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42950" y="450146"/>
            <a:ext cx="6038320" cy="4313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53083" y="450146"/>
            <a:ext cx="833966" cy="43138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951" y="2592832"/>
            <a:ext cx="4888224" cy="4807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2624" y="2592832"/>
            <a:ext cx="4884425" cy="4807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5" y="900289"/>
            <a:ext cx="7972425" cy="15304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599" y="2580122"/>
            <a:ext cx="4604574" cy="973437"/>
          </a:xfrm>
        </p:spPr>
        <p:txBody>
          <a:bodyPr anchor="b">
            <a:normAutofit/>
          </a:bodyPr>
          <a:lstStyle>
            <a:lvl1pPr marL="0" indent="0">
              <a:buNone/>
              <a:defRPr sz="3308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949" y="3701188"/>
            <a:ext cx="4888224" cy="369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86273" y="2580122"/>
            <a:ext cx="4600776" cy="973437"/>
          </a:xfrm>
        </p:spPr>
        <p:txBody>
          <a:bodyPr anchor="b">
            <a:normAutofit/>
          </a:bodyPr>
          <a:lstStyle>
            <a:lvl1pPr marL="0" indent="0">
              <a:buNone/>
              <a:defRPr sz="3308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2623" y="3701188"/>
            <a:ext cx="4884426" cy="369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5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1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1800578"/>
            <a:ext cx="3857625" cy="1890607"/>
          </a:xfrm>
        </p:spPr>
        <p:txBody>
          <a:bodyPr anchor="b"/>
          <a:lstStyle>
            <a:lvl1pPr algn="l">
              <a:defRPr sz="37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0" y="882283"/>
            <a:ext cx="5829300" cy="651809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2950" y="3691185"/>
            <a:ext cx="3857625" cy="3709190"/>
          </a:xfrm>
        </p:spPr>
        <p:txBody>
          <a:bodyPr/>
          <a:lstStyle>
            <a:lvl1pPr marL="0" indent="0">
              <a:buNone/>
              <a:defRPr sz="1890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5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1800578"/>
            <a:ext cx="5094663" cy="1890607"/>
          </a:xfrm>
        </p:spPr>
        <p:txBody>
          <a:bodyPr anchor="b"/>
          <a:lstStyle>
            <a:lvl1pPr algn="l">
              <a:defRPr sz="37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905" y="887579"/>
            <a:ext cx="4592793" cy="6512796"/>
          </a:xfrm>
        </p:spPr>
        <p:txBody>
          <a:bodyPr anchor="t"/>
          <a:lstStyle>
            <a:lvl1pPr marL="0" indent="0">
              <a:buNone/>
              <a:defRPr sz="3781"/>
            </a:lvl1pPr>
            <a:lvl2pPr marL="540182" indent="0">
              <a:buNone/>
              <a:defRPr sz="3308"/>
            </a:lvl2pPr>
            <a:lvl3pPr marL="1080364" indent="0">
              <a:buNone/>
              <a:defRPr sz="2836"/>
            </a:lvl3pPr>
            <a:lvl4pPr marL="1620545" indent="0">
              <a:buNone/>
              <a:defRPr sz="2363"/>
            </a:lvl4pPr>
            <a:lvl5pPr marL="2160727" indent="0">
              <a:buNone/>
              <a:defRPr sz="2363"/>
            </a:lvl5pPr>
            <a:lvl6pPr marL="2700909" indent="0">
              <a:buNone/>
              <a:defRPr sz="2363"/>
            </a:lvl6pPr>
            <a:lvl7pPr marL="3241091" indent="0">
              <a:buNone/>
              <a:defRPr sz="2363"/>
            </a:lvl7pPr>
            <a:lvl8pPr marL="3781273" indent="0">
              <a:buNone/>
              <a:defRPr sz="2363"/>
            </a:lvl8pPr>
            <a:lvl9pPr marL="4321454" indent="0">
              <a:buNone/>
              <a:defRPr sz="23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2950" y="3691185"/>
            <a:ext cx="5094663" cy="3709190"/>
          </a:xfrm>
        </p:spPr>
        <p:txBody>
          <a:bodyPr/>
          <a:lstStyle>
            <a:lvl1pPr marL="0" indent="0">
              <a:buNone/>
              <a:defRPr sz="1890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43" y="5549846"/>
            <a:ext cx="9945603" cy="968053"/>
          </a:xfrm>
        </p:spPr>
        <p:txBody>
          <a:bodyPr anchor="b"/>
          <a:lstStyle>
            <a:lvl1pPr algn="l">
              <a:defRPr sz="37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944" y="1154349"/>
            <a:ext cx="9937825" cy="4025274"/>
          </a:xfrm>
        </p:spPr>
        <p:txBody>
          <a:bodyPr anchor="t"/>
          <a:lstStyle>
            <a:lvl1pPr marL="0" indent="0">
              <a:buNone/>
              <a:defRPr sz="3781"/>
            </a:lvl1pPr>
            <a:lvl2pPr marL="540182" indent="0">
              <a:buNone/>
              <a:defRPr sz="3308"/>
            </a:lvl2pPr>
            <a:lvl3pPr marL="1080364" indent="0">
              <a:buNone/>
              <a:defRPr sz="2836"/>
            </a:lvl3pPr>
            <a:lvl4pPr marL="1620545" indent="0">
              <a:buNone/>
              <a:defRPr sz="2363"/>
            </a:lvl4pPr>
            <a:lvl5pPr marL="2160727" indent="0">
              <a:buNone/>
              <a:defRPr sz="2363"/>
            </a:lvl5pPr>
            <a:lvl6pPr marL="2700909" indent="0">
              <a:buNone/>
              <a:defRPr sz="2363"/>
            </a:lvl6pPr>
            <a:lvl7pPr marL="3241091" indent="0">
              <a:buNone/>
              <a:defRPr sz="2363"/>
            </a:lvl7pPr>
            <a:lvl8pPr marL="3781273" indent="0">
              <a:buNone/>
              <a:defRPr sz="2363"/>
            </a:lvl8pPr>
            <a:lvl9pPr marL="4321454" indent="0">
              <a:buNone/>
              <a:defRPr sz="23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2950" y="6517898"/>
            <a:ext cx="9944100" cy="882477"/>
          </a:xfrm>
        </p:spPr>
        <p:txBody>
          <a:bodyPr/>
          <a:lstStyle>
            <a:lvl1pPr marL="0" indent="0" algn="l">
              <a:buNone/>
              <a:defRPr sz="1890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9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518"/>
            <a:ext cx="11430000" cy="22000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890286"/>
            <a:ext cx="9944100" cy="3311063"/>
          </a:xfrm>
        </p:spPr>
        <p:txBody>
          <a:bodyPr anchor="ctr"/>
          <a:lstStyle>
            <a:lvl1pPr algn="l">
              <a:defRPr sz="37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4311384"/>
            <a:ext cx="9715500" cy="1572377"/>
          </a:xfrm>
        </p:spPr>
        <p:txBody>
          <a:bodyPr anchor="ctr"/>
          <a:lstStyle>
            <a:lvl1pPr marL="0" indent="0">
              <a:buNone/>
              <a:defRPr sz="1890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52720" y="450146"/>
            <a:ext cx="2728913" cy="431388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42950" y="450146"/>
            <a:ext cx="6038320" cy="4313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53082" y="450146"/>
            <a:ext cx="833968" cy="43138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61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518"/>
            <a:ext cx="11430000" cy="22000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439" y="890287"/>
            <a:ext cx="9517063" cy="3256439"/>
          </a:xfrm>
        </p:spPr>
        <p:txBody>
          <a:bodyPr anchor="ctr"/>
          <a:lstStyle>
            <a:lvl1pPr algn="l">
              <a:defRPr sz="37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22374" y="4146727"/>
            <a:ext cx="8993190" cy="525101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4932210"/>
            <a:ext cx="9723440" cy="970309"/>
          </a:xfrm>
        </p:spPr>
        <p:txBody>
          <a:bodyPr anchor="ctr">
            <a:normAutofit/>
          </a:bodyPr>
          <a:lstStyle>
            <a:lvl1pPr marL="0" indent="0">
              <a:buNone/>
              <a:defRPr sz="1890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52720" y="450146"/>
            <a:ext cx="2728913" cy="431388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42950" y="448300"/>
            <a:ext cx="6038320" cy="4313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53082" y="450146"/>
            <a:ext cx="833968" cy="43138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89323" y="954306"/>
            <a:ext cx="571500" cy="690902"/>
          </a:xfrm>
          <a:prstGeom prst="rect">
            <a:avLst/>
          </a:prstGeom>
        </p:spPr>
        <p:txBody>
          <a:bodyPr vert="horz" lIns="108035" tIns="54017" rIns="108035" bIns="5401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452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3416" y="3569645"/>
            <a:ext cx="571500" cy="690902"/>
          </a:xfrm>
          <a:prstGeom prst="rect">
            <a:avLst/>
          </a:prstGeom>
        </p:spPr>
        <p:txBody>
          <a:bodyPr vert="horz" lIns="108035" tIns="54017" rIns="108035" bIns="5401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452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3396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518"/>
            <a:ext cx="11430000" cy="22000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328815"/>
            <a:ext cx="9718478" cy="2967687"/>
          </a:xfrm>
        </p:spPr>
        <p:txBody>
          <a:bodyPr anchor="b"/>
          <a:lstStyle>
            <a:lvl1pPr algn="l">
              <a:defRPr sz="37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40" y="4310418"/>
            <a:ext cx="9717010" cy="1181346"/>
          </a:xfrm>
        </p:spPr>
        <p:txBody>
          <a:bodyPr anchor="t"/>
          <a:lstStyle>
            <a:lvl1pPr marL="0" indent="0">
              <a:buNone/>
              <a:defRPr sz="1890"/>
            </a:lvl1pPr>
            <a:lvl2pPr marL="540182" indent="0">
              <a:buNone/>
              <a:defRPr sz="1654"/>
            </a:lvl2pPr>
            <a:lvl3pPr marL="1080364" indent="0">
              <a:buNone/>
              <a:defRPr sz="1418"/>
            </a:lvl3pPr>
            <a:lvl4pPr marL="1620545" indent="0">
              <a:buNone/>
              <a:defRPr sz="1182"/>
            </a:lvl4pPr>
            <a:lvl5pPr marL="2160727" indent="0">
              <a:buNone/>
              <a:defRPr sz="1182"/>
            </a:lvl5pPr>
            <a:lvl6pPr marL="2700909" indent="0">
              <a:buNone/>
              <a:defRPr sz="1182"/>
            </a:lvl6pPr>
            <a:lvl7pPr marL="3241091" indent="0">
              <a:buNone/>
              <a:defRPr sz="1182"/>
            </a:lvl7pPr>
            <a:lvl8pPr marL="3781273" indent="0">
              <a:buNone/>
              <a:defRPr sz="1182"/>
            </a:lvl8pPr>
            <a:lvl9pPr marL="4321454" indent="0">
              <a:buNone/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52720" y="447645"/>
            <a:ext cx="2728913" cy="431388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42950" y="447645"/>
            <a:ext cx="6038320" cy="4313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53082" y="450146"/>
            <a:ext cx="833968" cy="43138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9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714627" y="900289"/>
            <a:ext cx="7972424" cy="154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742951" y="2601717"/>
            <a:ext cx="3200400" cy="729352"/>
          </a:xfrm>
        </p:spPr>
        <p:txBody>
          <a:bodyPr anchor="b">
            <a:noAutofit/>
          </a:bodyPr>
          <a:lstStyle>
            <a:lvl1pPr marL="0" indent="0">
              <a:buNone/>
              <a:defRPr sz="2836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742950" y="3431689"/>
            <a:ext cx="3200400" cy="3968690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418"/>
            </a:lvl2pPr>
            <a:lvl3pPr marL="1080364" indent="0">
              <a:buNone/>
              <a:defRPr sz="1182"/>
            </a:lvl3pPr>
            <a:lvl4pPr marL="1620545" indent="0">
              <a:buNone/>
              <a:defRPr sz="1063"/>
            </a:lvl4pPr>
            <a:lvl5pPr marL="2160727" indent="0">
              <a:buNone/>
              <a:defRPr sz="1063"/>
            </a:lvl5pPr>
            <a:lvl6pPr marL="2700909" indent="0">
              <a:buNone/>
              <a:defRPr sz="1063"/>
            </a:lvl6pPr>
            <a:lvl7pPr marL="3241091" indent="0">
              <a:buNone/>
              <a:defRPr sz="1063"/>
            </a:lvl7pPr>
            <a:lvl8pPr marL="3781273" indent="0">
              <a:buNone/>
              <a:defRPr sz="1063"/>
            </a:lvl8pPr>
            <a:lvl9pPr marL="4321454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27796" y="2600834"/>
            <a:ext cx="3200400" cy="740238"/>
          </a:xfrm>
        </p:spPr>
        <p:txBody>
          <a:bodyPr anchor="b">
            <a:noAutofit/>
          </a:bodyPr>
          <a:lstStyle>
            <a:lvl1pPr marL="0" indent="0">
              <a:buNone/>
              <a:defRPr sz="2836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125976" y="3431103"/>
            <a:ext cx="3200400" cy="3969272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418"/>
            </a:lvl2pPr>
            <a:lvl3pPr marL="1080364" indent="0">
              <a:buNone/>
              <a:defRPr sz="1182"/>
            </a:lvl3pPr>
            <a:lvl4pPr marL="1620545" indent="0">
              <a:buNone/>
              <a:defRPr sz="1063"/>
            </a:lvl4pPr>
            <a:lvl5pPr marL="2160727" indent="0">
              <a:buNone/>
              <a:defRPr sz="1063"/>
            </a:lvl5pPr>
            <a:lvl6pPr marL="2700909" indent="0">
              <a:buNone/>
              <a:defRPr sz="1063"/>
            </a:lvl6pPr>
            <a:lvl7pPr marL="3241091" indent="0">
              <a:buNone/>
              <a:defRPr sz="1063"/>
            </a:lvl7pPr>
            <a:lvl8pPr marL="3781273" indent="0">
              <a:buNone/>
              <a:defRPr sz="1063"/>
            </a:lvl8pPr>
            <a:lvl9pPr marL="4321454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486649" y="2590831"/>
            <a:ext cx="3200400" cy="740238"/>
          </a:xfrm>
        </p:spPr>
        <p:txBody>
          <a:bodyPr anchor="b">
            <a:noAutofit/>
          </a:bodyPr>
          <a:lstStyle>
            <a:lvl1pPr marL="0" indent="0">
              <a:buNone/>
              <a:defRPr sz="2836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486650" y="3431689"/>
            <a:ext cx="3200400" cy="3968690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418"/>
            </a:lvl2pPr>
            <a:lvl3pPr marL="1080364" indent="0">
              <a:buNone/>
              <a:defRPr sz="1182"/>
            </a:lvl3pPr>
            <a:lvl4pPr marL="1620545" indent="0">
              <a:buNone/>
              <a:defRPr sz="1063"/>
            </a:lvl4pPr>
            <a:lvl5pPr marL="2160727" indent="0">
              <a:buNone/>
              <a:defRPr sz="1063"/>
            </a:lvl5pPr>
            <a:lvl6pPr marL="2700909" indent="0">
              <a:buNone/>
              <a:defRPr sz="1063"/>
            </a:lvl6pPr>
            <a:lvl7pPr marL="3241091" indent="0">
              <a:buNone/>
              <a:defRPr sz="1063"/>
            </a:lvl7pPr>
            <a:lvl8pPr marL="3781273" indent="0">
              <a:buNone/>
              <a:defRPr sz="1063"/>
            </a:lvl8pPr>
            <a:lvl9pPr marL="4321454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18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714628" y="900289"/>
            <a:ext cx="7977480" cy="15304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742950" y="4859836"/>
            <a:ext cx="3200400" cy="806674"/>
          </a:xfrm>
        </p:spPr>
        <p:txBody>
          <a:bodyPr anchor="b">
            <a:noAutofit/>
          </a:bodyPr>
          <a:lstStyle>
            <a:lvl1pPr marL="0" indent="0">
              <a:buNone/>
              <a:defRPr sz="2836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42950" y="2754884"/>
            <a:ext cx="3200400" cy="1780847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90"/>
            </a:lvl1pPr>
            <a:lvl2pPr marL="540182" indent="0">
              <a:buNone/>
              <a:defRPr sz="1890"/>
            </a:lvl2pPr>
            <a:lvl3pPr marL="1080364" indent="0">
              <a:buNone/>
              <a:defRPr sz="1890"/>
            </a:lvl3pPr>
            <a:lvl4pPr marL="1620545" indent="0">
              <a:buNone/>
              <a:defRPr sz="1890"/>
            </a:lvl4pPr>
            <a:lvl5pPr marL="2160727" indent="0">
              <a:buNone/>
              <a:defRPr sz="1890"/>
            </a:lvl5pPr>
            <a:lvl6pPr marL="2700909" indent="0">
              <a:buNone/>
              <a:defRPr sz="1890"/>
            </a:lvl6pPr>
            <a:lvl7pPr marL="3241091" indent="0">
              <a:buNone/>
              <a:defRPr sz="1890"/>
            </a:lvl7pPr>
            <a:lvl8pPr marL="3781273" indent="0">
              <a:buNone/>
              <a:defRPr sz="1890"/>
            </a:lvl8pPr>
            <a:lvl9pPr marL="4321454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742950" y="5666507"/>
            <a:ext cx="3200400" cy="1733868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418"/>
            </a:lvl2pPr>
            <a:lvl3pPr marL="1080364" indent="0">
              <a:buNone/>
              <a:defRPr sz="1182"/>
            </a:lvl3pPr>
            <a:lvl4pPr marL="1620545" indent="0">
              <a:buNone/>
              <a:defRPr sz="1063"/>
            </a:lvl4pPr>
            <a:lvl5pPr marL="2160727" indent="0">
              <a:buNone/>
              <a:defRPr sz="1063"/>
            </a:lvl5pPr>
            <a:lvl6pPr marL="2700909" indent="0">
              <a:buNone/>
              <a:defRPr sz="1063"/>
            </a:lvl6pPr>
            <a:lvl7pPr marL="3241091" indent="0">
              <a:buNone/>
              <a:defRPr sz="1063"/>
            </a:lvl7pPr>
            <a:lvl8pPr marL="3781273" indent="0">
              <a:buNone/>
              <a:defRPr sz="1063"/>
            </a:lvl8pPr>
            <a:lvl9pPr marL="4321454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14841" y="4859836"/>
            <a:ext cx="3200400" cy="806674"/>
          </a:xfrm>
        </p:spPr>
        <p:txBody>
          <a:bodyPr anchor="b">
            <a:noAutofit/>
          </a:bodyPr>
          <a:lstStyle>
            <a:lvl1pPr marL="0" indent="0">
              <a:buNone/>
              <a:defRPr sz="2836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114840" y="2754884"/>
            <a:ext cx="3200400" cy="1783874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90"/>
            </a:lvl1pPr>
            <a:lvl2pPr marL="540182" indent="0">
              <a:buNone/>
              <a:defRPr sz="1890"/>
            </a:lvl2pPr>
            <a:lvl3pPr marL="1080364" indent="0">
              <a:buNone/>
              <a:defRPr sz="1890"/>
            </a:lvl3pPr>
            <a:lvl4pPr marL="1620545" indent="0">
              <a:buNone/>
              <a:defRPr sz="1890"/>
            </a:lvl4pPr>
            <a:lvl5pPr marL="2160727" indent="0">
              <a:buNone/>
              <a:defRPr sz="1890"/>
            </a:lvl5pPr>
            <a:lvl6pPr marL="2700909" indent="0">
              <a:buNone/>
              <a:defRPr sz="1890"/>
            </a:lvl6pPr>
            <a:lvl7pPr marL="3241091" indent="0">
              <a:buNone/>
              <a:defRPr sz="1890"/>
            </a:lvl7pPr>
            <a:lvl8pPr marL="3781273" indent="0">
              <a:buNone/>
              <a:defRPr sz="1890"/>
            </a:lvl8pPr>
            <a:lvl9pPr marL="4321454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113573" y="5666506"/>
            <a:ext cx="3200400" cy="1733868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418"/>
            </a:lvl2pPr>
            <a:lvl3pPr marL="1080364" indent="0">
              <a:buNone/>
              <a:defRPr sz="1182"/>
            </a:lvl3pPr>
            <a:lvl4pPr marL="1620545" indent="0">
              <a:buNone/>
              <a:defRPr sz="1063"/>
            </a:lvl4pPr>
            <a:lvl5pPr marL="2160727" indent="0">
              <a:buNone/>
              <a:defRPr sz="1063"/>
            </a:lvl5pPr>
            <a:lvl6pPr marL="2700909" indent="0">
              <a:buNone/>
              <a:defRPr sz="1063"/>
            </a:lvl6pPr>
            <a:lvl7pPr marL="3241091" indent="0">
              <a:buNone/>
              <a:defRPr sz="1063"/>
            </a:lvl7pPr>
            <a:lvl8pPr marL="3781273" indent="0">
              <a:buNone/>
              <a:defRPr sz="1063"/>
            </a:lvl8pPr>
            <a:lvl9pPr marL="4321454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491706" y="4859836"/>
            <a:ext cx="3200400" cy="806674"/>
          </a:xfrm>
        </p:spPr>
        <p:txBody>
          <a:bodyPr anchor="b">
            <a:noAutofit/>
          </a:bodyPr>
          <a:lstStyle>
            <a:lvl1pPr marL="0" indent="0">
              <a:buNone/>
              <a:defRPr sz="2836" b="0">
                <a:solidFill>
                  <a:schemeClr val="tx1"/>
                </a:solidFill>
              </a:defRPr>
            </a:lvl1pPr>
            <a:lvl2pPr marL="540182" indent="0">
              <a:buNone/>
              <a:defRPr sz="2363" b="1"/>
            </a:lvl2pPr>
            <a:lvl3pPr marL="1080364" indent="0">
              <a:buNone/>
              <a:defRPr sz="2127" b="1"/>
            </a:lvl3pPr>
            <a:lvl4pPr marL="1620545" indent="0">
              <a:buNone/>
              <a:defRPr sz="1890" b="1"/>
            </a:lvl4pPr>
            <a:lvl5pPr marL="2160727" indent="0">
              <a:buNone/>
              <a:defRPr sz="1890" b="1"/>
            </a:lvl5pPr>
            <a:lvl6pPr marL="2700909" indent="0">
              <a:buNone/>
              <a:defRPr sz="1890" b="1"/>
            </a:lvl6pPr>
            <a:lvl7pPr marL="3241091" indent="0">
              <a:buNone/>
              <a:defRPr sz="1890" b="1"/>
            </a:lvl7pPr>
            <a:lvl8pPr marL="3781273" indent="0">
              <a:buNone/>
              <a:defRPr sz="1890" b="1"/>
            </a:lvl8pPr>
            <a:lvl9pPr marL="4321454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491705" y="2754886"/>
            <a:ext cx="3200400" cy="178276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90"/>
            </a:lvl1pPr>
            <a:lvl2pPr marL="540182" indent="0">
              <a:buNone/>
              <a:defRPr sz="1890"/>
            </a:lvl2pPr>
            <a:lvl3pPr marL="1080364" indent="0">
              <a:buNone/>
              <a:defRPr sz="1890"/>
            </a:lvl3pPr>
            <a:lvl4pPr marL="1620545" indent="0">
              <a:buNone/>
              <a:defRPr sz="1890"/>
            </a:lvl4pPr>
            <a:lvl5pPr marL="2160727" indent="0">
              <a:buNone/>
              <a:defRPr sz="1890"/>
            </a:lvl5pPr>
            <a:lvl6pPr marL="2700909" indent="0">
              <a:buNone/>
              <a:defRPr sz="1890"/>
            </a:lvl6pPr>
            <a:lvl7pPr marL="3241091" indent="0">
              <a:buNone/>
              <a:defRPr sz="1890"/>
            </a:lvl7pPr>
            <a:lvl8pPr marL="3781273" indent="0">
              <a:buNone/>
              <a:defRPr sz="1890"/>
            </a:lvl8pPr>
            <a:lvl9pPr marL="4321454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491590" y="5666504"/>
            <a:ext cx="3200400" cy="1733868"/>
          </a:xfrm>
        </p:spPr>
        <p:txBody>
          <a:bodyPr anchor="t">
            <a:normAutofit/>
          </a:bodyPr>
          <a:lstStyle>
            <a:lvl1pPr marL="0" indent="0">
              <a:buNone/>
              <a:defRPr sz="1654"/>
            </a:lvl1pPr>
            <a:lvl2pPr marL="540182" indent="0">
              <a:buNone/>
              <a:defRPr sz="1418"/>
            </a:lvl2pPr>
            <a:lvl3pPr marL="1080364" indent="0">
              <a:buNone/>
              <a:defRPr sz="1182"/>
            </a:lvl3pPr>
            <a:lvl4pPr marL="1620545" indent="0">
              <a:buNone/>
              <a:defRPr sz="1063"/>
            </a:lvl4pPr>
            <a:lvl5pPr marL="2160727" indent="0">
              <a:buNone/>
              <a:defRPr sz="1063"/>
            </a:lvl5pPr>
            <a:lvl6pPr marL="2700909" indent="0">
              <a:buNone/>
              <a:defRPr sz="1063"/>
            </a:lvl6pPr>
            <a:lvl7pPr marL="3241091" indent="0">
              <a:buNone/>
              <a:defRPr sz="1063"/>
            </a:lvl7pPr>
            <a:lvl8pPr marL="3781273" indent="0">
              <a:buNone/>
              <a:defRPr sz="1063"/>
            </a:lvl8pPr>
            <a:lvl9pPr marL="4321454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52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2592832"/>
            <a:ext cx="9944100" cy="48075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98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518"/>
            <a:ext cx="11430000" cy="2200082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237" y="882783"/>
            <a:ext cx="1928813" cy="501973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881534"/>
            <a:ext cx="7847544" cy="50209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2720" y="450146"/>
            <a:ext cx="2728913" cy="431388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42950" y="450146"/>
            <a:ext cx="6038320" cy="4313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53082" y="450146"/>
            <a:ext cx="833968" cy="43138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48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19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0000" cy="127728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14625" y="903092"/>
            <a:ext cx="7972425" cy="1527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592832"/>
            <a:ext cx="9944100" cy="4807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15287" y="7509912"/>
            <a:ext cx="2671763" cy="4313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950" y="7509315"/>
            <a:ext cx="7100888" cy="4313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5312" y="450146"/>
            <a:ext cx="2471738" cy="4313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22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r" defTabSz="1080364" rtl="0" eaLnBrk="1" latinLnBrk="0" hangingPunct="1">
        <a:lnSpc>
          <a:spcPct val="90000"/>
        </a:lnSpc>
        <a:spcBef>
          <a:spcPct val="0"/>
        </a:spcBef>
        <a:buNone/>
        <a:defRPr sz="4726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91" indent="-270091" algn="l" defTabSz="1080364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2599" kern="1200">
          <a:solidFill>
            <a:schemeClr val="tx1"/>
          </a:solidFill>
          <a:latin typeface="+mn-lt"/>
          <a:ea typeface="+mn-ea"/>
          <a:cs typeface="+mn-cs"/>
        </a:defRPr>
      </a:lvl1pPr>
      <a:lvl2pPr marL="810273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2pPr>
      <a:lvl3pPr marL="1350455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7" kern="1200">
          <a:solidFill>
            <a:schemeClr val="tx1"/>
          </a:solidFill>
          <a:latin typeface="+mn-lt"/>
          <a:ea typeface="+mn-ea"/>
          <a:cs typeface="+mn-cs"/>
        </a:defRPr>
      </a:lvl3pPr>
      <a:lvl4pPr marL="1890636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430818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971000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511182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4051364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591545" indent="-270091" algn="l" defTabSz="108036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1pPr>
      <a:lvl2pPr marL="540182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2pPr>
      <a:lvl3pPr marL="1080364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3pPr>
      <a:lvl4pPr marL="1620545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4pPr>
      <a:lvl5pPr marL="2160727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5pPr>
      <a:lvl6pPr marL="2700909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6pPr>
      <a:lvl7pPr marL="3241091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7pPr>
      <a:lvl8pPr marL="3781273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8pPr>
      <a:lvl9pPr marL="4321454" algn="l" defTabSz="1080364" rtl="0" eaLnBrk="1" latinLnBrk="0" hangingPunct="1">
        <a:defRPr sz="21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4" Type="http://schemas.openxmlformats.org/officeDocument/2006/relationships/image" Target="../media/image5.jp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9" Type="http://schemas.openxmlformats.org/officeDocument/2006/relationships/image" Target="../media/image85.png"/><Relationship Id="rId21" Type="http://schemas.openxmlformats.org/officeDocument/2006/relationships/image" Target="../media/image67.png"/><Relationship Id="rId34" Type="http://schemas.openxmlformats.org/officeDocument/2006/relationships/image" Target="../media/image80.png"/><Relationship Id="rId42" Type="http://schemas.openxmlformats.org/officeDocument/2006/relationships/image" Target="../media/image88.png"/><Relationship Id="rId47" Type="http://schemas.openxmlformats.org/officeDocument/2006/relationships/image" Target="../media/image93.png"/><Relationship Id="rId50" Type="http://schemas.openxmlformats.org/officeDocument/2006/relationships/image" Target="../media/image96.png"/><Relationship Id="rId55" Type="http://schemas.openxmlformats.org/officeDocument/2006/relationships/image" Target="../media/image101.png"/><Relationship Id="rId63" Type="http://schemas.openxmlformats.org/officeDocument/2006/relationships/image" Target="../media/image109.png"/><Relationship Id="rId68" Type="http://schemas.openxmlformats.org/officeDocument/2006/relationships/image" Target="../media/image114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37" Type="http://schemas.openxmlformats.org/officeDocument/2006/relationships/image" Target="../media/image83.png"/><Relationship Id="rId40" Type="http://schemas.openxmlformats.org/officeDocument/2006/relationships/image" Target="../media/image86.png"/><Relationship Id="rId45" Type="http://schemas.openxmlformats.org/officeDocument/2006/relationships/image" Target="../media/image91.png"/><Relationship Id="rId53" Type="http://schemas.openxmlformats.org/officeDocument/2006/relationships/image" Target="../media/image99.png"/><Relationship Id="rId58" Type="http://schemas.openxmlformats.org/officeDocument/2006/relationships/image" Target="../media/image104.png"/><Relationship Id="rId66" Type="http://schemas.openxmlformats.org/officeDocument/2006/relationships/image" Target="../media/image112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82.png"/><Relationship Id="rId49" Type="http://schemas.openxmlformats.org/officeDocument/2006/relationships/image" Target="../media/image95.png"/><Relationship Id="rId57" Type="http://schemas.openxmlformats.org/officeDocument/2006/relationships/image" Target="../media/image103.png"/><Relationship Id="rId61" Type="http://schemas.openxmlformats.org/officeDocument/2006/relationships/image" Target="../media/image107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4" Type="http://schemas.openxmlformats.org/officeDocument/2006/relationships/image" Target="../media/image90.png"/><Relationship Id="rId52" Type="http://schemas.openxmlformats.org/officeDocument/2006/relationships/image" Target="../media/image98.png"/><Relationship Id="rId60" Type="http://schemas.openxmlformats.org/officeDocument/2006/relationships/image" Target="../media/image106.png"/><Relationship Id="rId65" Type="http://schemas.openxmlformats.org/officeDocument/2006/relationships/image" Target="../media/image11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1.png"/><Relationship Id="rId43" Type="http://schemas.openxmlformats.org/officeDocument/2006/relationships/image" Target="../media/image89.png"/><Relationship Id="rId48" Type="http://schemas.openxmlformats.org/officeDocument/2006/relationships/image" Target="../media/image94.png"/><Relationship Id="rId56" Type="http://schemas.openxmlformats.org/officeDocument/2006/relationships/image" Target="../media/image102.png"/><Relationship Id="rId64" Type="http://schemas.openxmlformats.org/officeDocument/2006/relationships/image" Target="../media/image110.png"/><Relationship Id="rId8" Type="http://schemas.openxmlformats.org/officeDocument/2006/relationships/image" Target="../media/image54.png"/><Relationship Id="rId51" Type="http://schemas.openxmlformats.org/officeDocument/2006/relationships/image" Target="../media/image97.png"/><Relationship Id="rId3" Type="http://schemas.openxmlformats.org/officeDocument/2006/relationships/image" Target="../media/image49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79.png"/><Relationship Id="rId38" Type="http://schemas.openxmlformats.org/officeDocument/2006/relationships/image" Target="../media/image84.png"/><Relationship Id="rId46" Type="http://schemas.openxmlformats.org/officeDocument/2006/relationships/image" Target="../media/image92.png"/><Relationship Id="rId59" Type="http://schemas.openxmlformats.org/officeDocument/2006/relationships/image" Target="../media/image105.png"/><Relationship Id="rId67" Type="http://schemas.openxmlformats.org/officeDocument/2006/relationships/image" Target="../media/image113.png"/><Relationship Id="rId20" Type="http://schemas.openxmlformats.org/officeDocument/2006/relationships/image" Target="../media/image66.png"/><Relationship Id="rId41" Type="http://schemas.openxmlformats.org/officeDocument/2006/relationships/image" Target="../media/image87.png"/><Relationship Id="rId54" Type="http://schemas.openxmlformats.org/officeDocument/2006/relationships/image" Target="../media/image100.png"/><Relationship Id="rId62" Type="http://schemas.openxmlformats.org/officeDocument/2006/relationships/image" Target="../media/image10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26" Type="http://schemas.openxmlformats.org/officeDocument/2006/relationships/image" Target="../media/image139.png"/><Relationship Id="rId39" Type="http://schemas.openxmlformats.org/officeDocument/2006/relationships/image" Target="../media/image152.png"/><Relationship Id="rId21" Type="http://schemas.openxmlformats.org/officeDocument/2006/relationships/image" Target="../media/image134.png"/><Relationship Id="rId34" Type="http://schemas.openxmlformats.org/officeDocument/2006/relationships/image" Target="../media/image147.png"/><Relationship Id="rId42" Type="http://schemas.openxmlformats.org/officeDocument/2006/relationships/image" Target="../media/image155.png"/><Relationship Id="rId47" Type="http://schemas.openxmlformats.org/officeDocument/2006/relationships/image" Target="../media/image160.png"/><Relationship Id="rId50" Type="http://schemas.openxmlformats.org/officeDocument/2006/relationships/image" Target="../media/image163.png"/><Relationship Id="rId55" Type="http://schemas.openxmlformats.org/officeDocument/2006/relationships/image" Target="../media/image168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33" Type="http://schemas.openxmlformats.org/officeDocument/2006/relationships/image" Target="../media/image146.png"/><Relationship Id="rId38" Type="http://schemas.openxmlformats.org/officeDocument/2006/relationships/image" Target="../media/image151.png"/><Relationship Id="rId46" Type="http://schemas.openxmlformats.org/officeDocument/2006/relationships/image" Target="../media/image159.png"/><Relationship Id="rId59" Type="http://schemas.openxmlformats.org/officeDocument/2006/relationships/image" Target="../media/image172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29" Type="http://schemas.openxmlformats.org/officeDocument/2006/relationships/image" Target="../media/image142.png"/><Relationship Id="rId41" Type="http://schemas.openxmlformats.org/officeDocument/2006/relationships/image" Target="../media/image154.png"/><Relationship Id="rId54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32" Type="http://schemas.openxmlformats.org/officeDocument/2006/relationships/image" Target="../media/image145.png"/><Relationship Id="rId37" Type="http://schemas.openxmlformats.org/officeDocument/2006/relationships/image" Target="../media/image150.png"/><Relationship Id="rId40" Type="http://schemas.openxmlformats.org/officeDocument/2006/relationships/image" Target="../media/image153.png"/><Relationship Id="rId45" Type="http://schemas.openxmlformats.org/officeDocument/2006/relationships/image" Target="../media/image158.png"/><Relationship Id="rId53" Type="http://schemas.openxmlformats.org/officeDocument/2006/relationships/image" Target="../media/image166.png"/><Relationship Id="rId58" Type="http://schemas.openxmlformats.org/officeDocument/2006/relationships/image" Target="../media/image171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28" Type="http://schemas.openxmlformats.org/officeDocument/2006/relationships/image" Target="../media/image141.png"/><Relationship Id="rId36" Type="http://schemas.openxmlformats.org/officeDocument/2006/relationships/image" Target="../media/image149.png"/><Relationship Id="rId49" Type="http://schemas.openxmlformats.org/officeDocument/2006/relationships/image" Target="../media/image162.png"/><Relationship Id="rId57" Type="http://schemas.openxmlformats.org/officeDocument/2006/relationships/image" Target="../media/image170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31" Type="http://schemas.openxmlformats.org/officeDocument/2006/relationships/image" Target="../media/image144.png"/><Relationship Id="rId44" Type="http://schemas.openxmlformats.org/officeDocument/2006/relationships/image" Target="../media/image157.png"/><Relationship Id="rId52" Type="http://schemas.openxmlformats.org/officeDocument/2006/relationships/image" Target="../media/image165.png"/><Relationship Id="rId60" Type="http://schemas.openxmlformats.org/officeDocument/2006/relationships/image" Target="../media/image17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Relationship Id="rId27" Type="http://schemas.openxmlformats.org/officeDocument/2006/relationships/image" Target="../media/image140.png"/><Relationship Id="rId30" Type="http://schemas.openxmlformats.org/officeDocument/2006/relationships/image" Target="../media/image143.png"/><Relationship Id="rId35" Type="http://schemas.openxmlformats.org/officeDocument/2006/relationships/image" Target="../media/image148.png"/><Relationship Id="rId43" Type="http://schemas.openxmlformats.org/officeDocument/2006/relationships/image" Target="../media/image156.png"/><Relationship Id="rId48" Type="http://schemas.openxmlformats.org/officeDocument/2006/relationships/image" Target="../media/image161.png"/><Relationship Id="rId56" Type="http://schemas.openxmlformats.org/officeDocument/2006/relationships/image" Target="../media/image169.png"/><Relationship Id="rId8" Type="http://schemas.openxmlformats.org/officeDocument/2006/relationships/image" Target="../media/image121.png"/><Relationship Id="rId51" Type="http://schemas.openxmlformats.org/officeDocument/2006/relationships/image" Target="../media/image164.png"/><Relationship Id="rId3" Type="http://schemas.openxmlformats.org/officeDocument/2006/relationships/image" Target="../media/image11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.png"/><Relationship Id="rId18" Type="http://schemas.openxmlformats.org/officeDocument/2006/relationships/image" Target="../media/image190.png"/><Relationship Id="rId26" Type="http://schemas.openxmlformats.org/officeDocument/2006/relationships/image" Target="../media/image198.png"/><Relationship Id="rId39" Type="http://schemas.openxmlformats.org/officeDocument/2006/relationships/image" Target="../media/image211.png"/><Relationship Id="rId21" Type="http://schemas.openxmlformats.org/officeDocument/2006/relationships/image" Target="../media/image193.png"/><Relationship Id="rId34" Type="http://schemas.openxmlformats.org/officeDocument/2006/relationships/image" Target="../media/image206.png"/><Relationship Id="rId42" Type="http://schemas.openxmlformats.org/officeDocument/2006/relationships/image" Target="../media/image214.png"/><Relationship Id="rId47" Type="http://schemas.openxmlformats.org/officeDocument/2006/relationships/image" Target="../media/image219.png"/><Relationship Id="rId50" Type="http://schemas.openxmlformats.org/officeDocument/2006/relationships/image" Target="../media/image222.png"/><Relationship Id="rId55" Type="http://schemas.openxmlformats.org/officeDocument/2006/relationships/image" Target="../media/image227.png"/><Relationship Id="rId7" Type="http://schemas.openxmlformats.org/officeDocument/2006/relationships/image" Target="../media/image179.png"/><Relationship Id="rId2" Type="http://schemas.openxmlformats.org/officeDocument/2006/relationships/image" Target="../media/image174.jpg"/><Relationship Id="rId16" Type="http://schemas.openxmlformats.org/officeDocument/2006/relationships/image" Target="../media/image188.png"/><Relationship Id="rId20" Type="http://schemas.openxmlformats.org/officeDocument/2006/relationships/image" Target="../media/image192.png"/><Relationship Id="rId29" Type="http://schemas.openxmlformats.org/officeDocument/2006/relationships/image" Target="../media/image201.png"/><Relationship Id="rId41" Type="http://schemas.openxmlformats.org/officeDocument/2006/relationships/image" Target="../media/image213.png"/><Relationship Id="rId54" Type="http://schemas.openxmlformats.org/officeDocument/2006/relationships/image" Target="../media/image226.png"/><Relationship Id="rId62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24" Type="http://schemas.openxmlformats.org/officeDocument/2006/relationships/image" Target="../media/image196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12.png"/><Relationship Id="rId45" Type="http://schemas.openxmlformats.org/officeDocument/2006/relationships/image" Target="../media/image217.png"/><Relationship Id="rId53" Type="http://schemas.openxmlformats.org/officeDocument/2006/relationships/image" Target="../media/image225.png"/><Relationship Id="rId58" Type="http://schemas.openxmlformats.org/officeDocument/2006/relationships/image" Target="../media/image230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23" Type="http://schemas.openxmlformats.org/officeDocument/2006/relationships/image" Target="../media/image195.png"/><Relationship Id="rId28" Type="http://schemas.openxmlformats.org/officeDocument/2006/relationships/image" Target="../media/image200.png"/><Relationship Id="rId36" Type="http://schemas.openxmlformats.org/officeDocument/2006/relationships/image" Target="../media/image208.png"/><Relationship Id="rId49" Type="http://schemas.openxmlformats.org/officeDocument/2006/relationships/image" Target="../media/image221.png"/><Relationship Id="rId57" Type="http://schemas.openxmlformats.org/officeDocument/2006/relationships/image" Target="../media/image229.png"/><Relationship Id="rId61" Type="http://schemas.openxmlformats.org/officeDocument/2006/relationships/image" Target="../media/image233.png"/><Relationship Id="rId10" Type="http://schemas.openxmlformats.org/officeDocument/2006/relationships/image" Target="../media/image182.png"/><Relationship Id="rId19" Type="http://schemas.openxmlformats.org/officeDocument/2006/relationships/image" Target="../media/image191.png"/><Relationship Id="rId31" Type="http://schemas.openxmlformats.org/officeDocument/2006/relationships/image" Target="../media/image203.png"/><Relationship Id="rId44" Type="http://schemas.openxmlformats.org/officeDocument/2006/relationships/image" Target="../media/image216.png"/><Relationship Id="rId52" Type="http://schemas.openxmlformats.org/officeDocument/2006/relationships/image" Target="../media/image224.png"/><Relationship Id="rId60" Type="http://schemas.openxmlformats.org/officeDocument/2006/relationships/image" Target="../media/image23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Relationship Id="rId14" Type="http://schemas.openxmlformats.org/officeDocument/2006/relationships/image" Target="../media/image186.png"/><Relationship Id="rId22" Type="http://schemas.openxmlformats.org/officeDocument/2006/relationships/image" Target="../media/image194.png"/><Relationship Id="rId27" Type="http://schemas.openxmlformats.org/officeDocument/2006/relationships/image" Target="../media/image199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15.png"/><Relationship Id="rId48" Type="http://schemas.openxmlformats.org/officeDocument/2006/relationships/image" Target="../media/image220.png"/><Relationship Id="rId56" Type="http://schemas.openxmlformats.org/officeDocument/2006/relationships/image" Target="../media/image228.png"/><Relationship Id="rId8" Type="http://schemas.openxmlformats.org/officeDocument/2006/relationships/image" Target="../media/image180.png"/><Relationship Id="rId51" Type="http://schemas.openxmlformats.org/officeDocument/2006/relationships/image" Target="../media/image223.png"/><Relationship Id="rId3" Type="http://schemas.openxmlformats.org/officeDocument/2006/relationships/image" Target="../media/image175.png"/><Relationship Id="rId12" Type="http://schemas.openxmlformats.org/officeDocument/2006/relationships/image" Target="../media/image184.png"/><Relationship Id="rId17" Type="http://schemas.openxmlformats.org/officeDocument/2006/relationships/image" Target="../media/image189.png"/><Relationship Id="rId25" Type="http://schemas.openxmlformats.org/officeDocument/2006/relationships/image" Target="../media/image197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Relationship Id="rId46" Type="http://schemas.openxmlformats.org/officeDocument/2006/relationships/image" Target="../media/image218.png"/><Relationship Id="rId59" Type="http://schemas.openxmlformats.org/officeDocument/2006/relationships/image" Target="../media/image2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46.png"/><Relationship Id="rId18" Type="http://schemas.openxmlformats.org/officeDocument/2006/relationships/image" Target="../media/image251.png"/><Relationship Id="rId26" Type="http://schemas.openxmlformats.org/officeDocument/2006/relationships/image" Target="../media/image259.png"/><Relationship Id="rId39" Type="http://schemas.openxmlformats.org/officeDocument/2006/relationships/image" Target="../media/image272.png"/><Relationship Id="rId3" Type="http://schemas.openxmlformats.org/officeDocument/2006/relationships/image" Target="../media/image236.png"/><Relationship Id="rId21" Type="http://schemas.openxmlformats.org/officeDocument/2006/relationships/image" Target="../media/image254.png"/><Relationship Id="rId34" Type="http://schemas.openxmlformats.org/officeDocument/2006/relationships/image" Target="../media/image267.png"/><Relationship Id="rId42" Type="http://schemas.openxmlformats.org/officeDocument/2006/relationships/image" Target="../media/image275.png"/><Relationship Id="rId7" Type="http://schemas.openxmlformats.org/officeDocument/2006/relationships/image" Target="../media/image240.png"/><Relationship Id="rId12" Type="http://schemas.openxmlformats.org/officeDocument/2006/relationships/image" Target="../media/image245.png"/><Relationship Id="rId17" Type="http://schemas.openxmlformats.org/officeDocument/2006/relationships/image" Target="../media/image250.png"/><Relationship Id="rId25" Type="http://schemas.openxmlformats.org/officeDocument/2006/relationships/image" Target="../media/image258.png"/><Relationship Id="rId33" Type="http://schemas.openxmlformats.org/officeDocument/2006/relationships/image" Target="../media/image266.png"/><Relationship Id="rId38" Type="http://schemas.openxmlformats.org/officeDocument/2006/relationships/image" Target="../media/image271.png"/><Relationship Id="rId2" Type="http://schemas.openxmlformats.org/officeDocument/2006/relationships/image" Target="../media/image235.png"/><Relationship Id="rId16" Type="http://schemas.openxmlformats.org/officeDocument/2006/relationships/image" Target="../media/image249.png"/><Relationship Id="rId20" Type="http://schemas.openxmlformats.org/officeDocument/2006/relationships/image" Target="../media/image253.png"/><Relationship Id="rId29" Type="http://schemas.openxmlformats.org/officeDocument/2006/relationships/image" Target="../media/image262.png"/><Relationship Id="rId41" Type="http://schemas.openxmlformats.org/officeDocument/2006/relationships/image" Target="../media/image2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11" Type="http://schemas.openxmlformats.org/officeDocument/2006/relationships/image" Target="../media/image244.png"/><Relationship Id="rId24" Type="http://schemas.openxmlformats.org/officeDocument/2006/relationships/image" Target="../media/image257.png"/><Relationship Id="rId32" Type="http://schemas.openxmlformats.org/officeDocument/2006/relationships/image" Target="../media/image265.png"/><Relationship Id="rId37" Type="http://schemas.openxmlformats.org/officeDocument/2006/relationships/image" Target="../media/image270.png"/><Relationship Id="rId40" Type="http://schemas.openxmlformats.org/officeDocument/2006/relationships/image" Target="../media/image273.png"/><Relationship Id="rId5" Type="http://schemas.openxmlformats.org/officeDocument/2006/relationships/image" Target="../media/image238.png"/><Relationship Id="rId15" Type="http://schemas.openxmlformats.org/officeDocument/2006/relationships/image" Target="../media/image248.png"/><Relationship Id="rId23" Type="http://schemas.openxmlformats.org/officeDocument/2006/relationships/image" Target="../media/image256.png"/><Relationship Id="rId28" Type="http://schemas.openxmlformats.org/officeDocument/2006/relationships/image" Target="../media/image261.png"/><Relationship Id="rId36" Type="http://schemas.openxmlformats.org/officeDocument/2006/relationships/image" Target="../media/image269.png"/><Relationship Id="rId10" Type="http://schemas.openxmlformats.org/officeDocument/2006/relationships/image" Target="../media/image243.png"/><Relationship Id="rId19" Type="http://schemas.openxmlformats.org/officeDocument/2006/relationships/image" Target="../media/image252.png"/><Relationship Id="rId31" Type="http://schemas.openxmlformats.org/officeDocument/2006/relationships/image" Target="../media/image264.png"/><Relationship Id="rId44" Type="http://schemas.openxmlformats.org/officeDocument/2006/relationships/image" Target="../media/image277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Relationship Id="rId14" Type="http://schemas.openxmlformats.org/officeDocument/2006/relationships/image" Target="../media/image247.png"/><Relationship Id="rId22" Type="http://schemas.openxmlformats.org/officeDocument/2006/relationships/image" Target="../media/image255.png"/><Relationship Id="rId27" Type="http://schemas.openxmlformats.org/officeDocument/2006/relationships/image" Target="../media/image260.png"/><Relationship Id="rId30" Type="http://schemas.openxmlformats.org/officeDocument/2006/relationships/image" Target="../media/image263.png"/><Relationship Id="rId35" Type="http://schemas.openxmlformats.org/officeDocument/2006/relationships/image" Target="../media/image268.png"/><Relationship Id="rId43" Type="http://schemas.openxmlformats.org/officeDocument/2006/relationships/image" Target="../media/image27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0.png"/><Relationship Id="rId18" Type="http://schemas.openxmlformats.org/officeDocument/2006/relationships/image" Target="../media/image295.png"/><Relationship Id="rId26" Type="http://schemas.openxmlformats.org/officeDocument/2006/relationships/image" Target="../media/image303.png"/><Relationship Id="rId39" Type="http://schemas.openxmlformats.org/officeDocument/2006/relationships/image" Target="../media/image316.png"/><Relationship Id="rId21" Type="http://schemas.openxmlformats.org/officeDocument/2006/relationships/image" Target="../media/image298.png"/><Relationship Id="rId34" Type="http://schemas.openxmlformats.org/officeDocument/2006/relationships/image" Target="../media/image311.png"/><Relationship Id="rId42" Type="http://schemas.openxmlformats.org/officeDocument/2006/relationships/image" Target="../media/image319.png"/><Relationship Id="rId47" Type="http://schemas.openxmlformats.org/officeDocument/2006/relationships/image" Target="../media/image324.png"/><Relationship Id="rId50" Type="http://schemas.openxmlformats.org/officeDocument/2006/relationships/image" Target="../media/image327.png"/><Relationship Id="rId55" Type="http://schemas.openxmlformats.org/officeDocument/2006/relationships/image" Target="../media/image332.png"/><Relationship Id="rId63" Type="http://schemas.openxmlformats.org/officeDocument/2006/relationships/image" Target="../media/image340.png"/><Relationship Id="rId68" Type="http://schemas.openxmlformats.org/officeDocument/2006/relationships/image" Target="../media/image345.png"/><Relationship Id="rId7" Type="http://schemas.openxmlformats.org/officeDocument/2006/relationships/image" Target="../media/image284.png"/><Relationship Id="rId71" Type="http://schemas.openxmlformats.org/officeDocument/2006/relationships/image" Target="../media/image348.png"/><Relationship Id="rId2" Type="http://schemas.openxmlformats.org/officeDocument/2006/relationships/image" Target="../media/image279.png"/><Relationship Id="rId16" Type="http://schemas.openxmlformats.org/officeDocument/2006/relationships/image" Target="../media/image293.png"/><Relationship Id="rId29" Type="http://schemas.openxmlformats.org/officeDocument/2006/relationships/image" Target="../media/image3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3.png"/><Relationship Id="rId11" Type="http://schemas.openxmlformats.org/officeDocument/2006/relationships/image" Target="../media/image288.png"/><Relationship Id="rId24" Type="http://schemas.openxmlformats.org/officeDocument/2006/relationships/image" Target="../media/image301.png"/><Relationship Id="rId32" Type="http://schemas.openxmlformats.org/officeDocument/2006/relationships/image" Target="../media/image309.png"/><Relationship Id="rId37" Type="http://schemas.openxmlformats.org/officeDocument/2006/relationships/image" Target="../media/image314.png"/><Relationship Id="rId40" Type="http://schemas.openxmlformats.org/officeDocument/2006/relationships/image" Target="../media/image317.png"/><Relationship Id="rId45" Type="http://schemas.openxmlformats.org/officeDocument/2006/relationships/image" Target="../media/image322.png"/><Relationship Id="rId53" Type="http://schemas.openxmlformats.org/officeDocument/2006/relationships/image" Target="../media/image330.png"/><Relationship Id="rId58" Type="http://schemas.openxmlformats.org/officeDocument/2006/relationships/image" Target="../media/image335.png"/><Relationship Id="rId66" Type="http://schemas.openxmlformats.org/officeDocument/2006/relationships/image" Target="../media/image343.png"/><Relationship Id="rId5" Type="http://schemas.openxmlformats.org/officeDocument/2006/relationships/image" Target="../media/image282.png"/><Relationship Id="rId15" Type="http://schemas.openxmlformats.org/officeDocument/2006/relationships/image" Target="../media/image292.png"/><Relationship Id="rId23" Type="http://schemas.openxmlformats.org/officeDocument/2006/relationships/image" Target="../media/image300.png"/><Relationship Id="rId28" Type="http://schemas.openxmlformats.org/officeDocument/2006/relationships/image" Target="../media/image305.png"/><Relationship Id="rId36" Type="http://schemas.openxmlformats.org/officeDocument/2006/relationships/image" Target="../media/image313.png"/><Relationship Id="rId49" Type="http://schemas.openxmlformats.org/officeDocument/2006/relationships/image" Target="../media/image326.png"/><Relationship Id="rId57" Type="http://schemas.openxmlformats.org/officeDocument/2006/relationships/image" Target="../media/image334.png"/><Relationship Id="rId61" Type="http://schemas.openxmlformats.org/officeDocument/2006/relationships/image" Target="../media/image338.png"/><Relationship Id="rId10" Type="http://schemas.openxmlformats.org/officeDocument/2006/relationships/image" Target="../media/image287.png"/><Relationship Id="rId19" Type="http://schemas.openxmlformats.org/officeDocument/2006/relationships/image" Target="../media/image296.png"/><Relationship Id="rId31" Type="http://schemas.openxmlformats.org/officeDocument/2006/relationships/image" Target="../media/image308.png"/><Relationship Id="rId44" Type="http://schemas.openxmlformats.org/officeDocument/2006/relationships/image" Target="../media/image321.png"/><Relationship Id="rId52" Type="http://schemas.openxmlformats.org/officeDocument/2006/relationships/image" Target="../media/image329.png"/><Relationship Id="rId60" Type="http://schemas.openxmlformats.org/officeDocument/2006/relationships/image" Target="../media/image337.png"/><Relationship Id="rId65" Type="http://schemas.openxmlformats.org/officeDocument/2006/relationships/image" Target="../media/image342.png"/><Relationship Id="rId4" Type="http://schemas.openxmlformats.org/officeDocument/2006/relationships/image" Target="../media/image281.png"/><Relationship Id="rId9" Type="http://schemas.openxmlformats.org/officeDocument/2006/relationships/image" Target="../media/image286.png"/><Relationship Id="rId14" Type="http://schemas.openxmlformats.org/officeDocument/2006/relationships/image" Target="../media/image291.png"/><Relationship Id="rId22" Type="http://schemas.openxmlformats.org/officeDocument/2006/relationships/image" Target="../media/image299.png"/><Relationship Id="rId27" Type="http://schemas.openxmlformats.org/officeDocument/2006/relationships/image" Target="../media/image304.png"/><Relationship Id="rId30" Type="http://schemas.openxmlformats.org/officeDocument/2006/relationships/image" Target="../media/image307.png"/><Relationship Id="rId35" Type="http://schemas.openxmlformats.org/officeDocument/2006/relationships/image" Target="../media/image312.png"/><Relationship Id="rId43" Type="http://schemas.openxmlformats.org/officeDocument/2006/relationships/image" Target="../media/image320.png"/><Relationship Id="rId48" Type="http://schemas.openxmlformats.org/officeDocument/2006/relationships/image" Target="../media/image325.png"/><Relationship Id="rId56" Type="http://schemas.openxmlformats.org/officeDocument/2006/relationships/image" Target="../media/image333.png"/><Relationship Id="rId64" Type="http://schemas.openxmlformats.org/officeDocument/2006/relationships/image" Target="../media/image341.png"/><Relationship Id="rId69" Type="http://schemas.openxmlformats.org/officeDocument/2006/relationships/image" Target="../media/image346.png"/><Relationship Id="rId8" Type="http://schemas.openxmlformats.org/officeDocument/2006/relationships/image" Target="../media/image285.png"/><Relationship Id="rId51" Type="http://schemas.openxmlformats.org/officeDocument/2006/relationships/image" Target="../media/image328.png"/><Relationship Id="rId3" Type="http://schemas.openxmlformats.org/officeDocument/2006/relationships/image" Target="../media/image280.png"/><Relationship Id="rId12" Type="http://schemas.openxmlformats.org/officeDocument/2006/relationships/image" Target="../media/image289.png"/><Relationship Id="rId17" Type="http://schemas.openxmlformats.org/officeDocument/2006/relationships/image" Target="../media/image294.png"/><Relationship Id="rId25" Type="http://schemas.openxmlformats.org/officeDocument/2006/relationships/image" Target="../media/image302.png"/><Relationship Id="rId33" Type="http://schemas.openxmlformats.org/officeDocument/2006/relationships/image" Target="../media/image310.png"/><Relationship Id="rId38" Type="http://schemas.openxmlformats.org/officeDocument/2006/relationships/image" Target="../media/image315.png"/><Relationship Id="rId46" Type="http://schemas.openxmlformats.org/officeDocument/2006/relationships/image" Target="../media/image323.png"/><Relationship Id="rId59" Type="http://schemas.openxmlformats.org/officeDocument/2006/relationships/image" Target="../media/image336.png"/><Relationship Id="rId67" Type="http://schemas.openxmlformats.org/officeDocument/2006/relationships/image" Target="../media/image344.png"/><Relationship Id="rId20" Type="http://schemas.openxmlformats.org/officeDocument/2006/relationships/image" Target="../media/image297.png"/><Relationship Id="rId41" Type="http://schemas.openxmlformats.org/officeDocument/2006/relationships/image" Target="../media/image318.png"/><Relationship Id="rId54" Type="http://schemas.openxmlformats.org/officeDocument/2006/relationships/image" Target="../media/image331.png"/><Relationship Id="rId62" Type="http://schemas.openxmlformats.org/officeDocument/2006/relationships/image" Target="../media/image339.png"/><Relationship Id="rId70" Type="http://schemas.openxmlformats.org/officeDocument/2006/relationships/image" Target="../media/image3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png"/><Relationship Id="rId13" Type="http://schemas.openxmlformats.org/officeDocument/2006/relationships/image" Target="../media/image360.png"/><Relationship Id="rId18" Type="http://schemas.openxmlformats.org/officeDocument/2006/relationships/image" Target="../media/image365.png"/><Relationship Id="rId26" Type="http://schemas.openxmlformats.org/officeDocument/2006/relationships/image" Target="../media/image373.png"/><Relationship Id="rId39" Type="http://schemas.openxmlformats.org/officeDocument/2006/relationships/image" Target="../media/image386.png"/><Relationship Id="rId3" Type="http://schemas.openxmlformats.org/officeDocument/2006/relationships/image" Target="../media/image350.png"/><Relationship Id="rId21" Type="http://schemas.openxmlformats.org/officeDocument/2006/relationships/image" Target="../media/image368.png"/><Relationship Id="rId34" Type="http://schemas.openxmlformats.org/officeDocument/2006/relationships/image" Target="../media/image381.png"/><Relationship Id="rId42" Type="http://schemas.openxmlformats.org/officeDocument/2006/relationships/image" Target="../media/image389.png"/><Relationship Id="rId7" Type="http://schemas.openxmlformats.org/officeDocument/2006/relationships/image" Target="../media/image354.png"/><Relationship Id="rId12" Type="http://schemas.openxmlformats.org/officeDocument/2006/relationships/image" Target="../media/image359.png"/><Relationship Id="rId17" Type="http://schemas.openxmlformats.org/officeDocument/2006/relationships/image" Target="../media/image364.png"/><Relationship Id="rId25" Type="http://schemas.openxmlformats.org/officeDocument/2006/relationships/image" Target="../media/image372.png"/><Relationship Id="rId33" Type="http://schemas.openxmlformats.org/officeDocument/2006/relationships/image" Target="../media/image380.png"/><Relationship Id="rId38" Type="http://schemas.openxmlformats.org/officeDocument/2006/relationships/image" Target="../media/image385.png"/><Relationship Id="rId46" Type="http://schemas.openxmlformats.org/officeDocument/2006/relationships/image" Target="../media/image393.png"/><Relationship Id="rId2" Type="http://schemas.openxmlformats.org/officeDocument/2006/relationships/image" Target="../media/image349.jpg"/><Relationship Id="rId16" Type="http://schemas.openxmlformats.org/officeDocument/2006/relationships/image" Target="../media/image363.png"/><Relationship Id="rId20" Type="http://schemas.openxmlformats.org/officeDocument/2006/relationships/image" Target="../media/image367.png"/><Relationship Id="rId29" Type="http://schemas.openxmlformats.org/officeDocument/2006/relationships/image" Target="../media/image376.png"/><Relationship Id="rId41" Type="http://schemas.openxmlformats.org/officeDocument/2006/relationships/image" Target="../media/image3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3.png"/><Relationship Id="rId11" Type="http://schemas.openxmlformats.org/officeDocument/2006/relationships/image" Target="../media/image358.png"/><Relationship Id="rId24" Type="http://schemas.openxmlformats.org/officeDocument/2006/relationships/image" Target="../media/image371.png"/><Relationship Id="rId32" Type="http://schemas.openxmlformats.org/officeDocument/2006/relationships/image" Target="../media/image379.png"/><Relationship Id="rId37" Type="http://schemas.openxmlformats.org/officeDocument/2006/relationships/image" Target="../media/image384.png"/><Relationship Id="rId40" Type="http://schemas.openxmlformats.org/officeDocument/2006/relationships/image" Target="../media/image387.png"/><Relationship Id="rId45" Type="http://schemas.openxmlformats.org/officeDocument/2006/relationships/image" Target="../media/image392.png"/><Relationship Id="rId5" Type="http://schemas.openxmlformats.org/officeDocument/2006/relationships/image" Target="../media/image352.png"/><Relationship Id="rId15" Type="http://schemas.openxmlformats.org/officeDocument/2006/relationships/image" Target="../media/image362.png"/><Relationship Id="rId23" Type="http://schemas.openxmlformats.org/officeDocument/2006/relationships/image" Target="../media/image370.png"/><Relationship Id="rId28" Type="http://schemas.openxmlformats.org/officeDocument/2006/relationships/image" Target="../media/image375.png"/><Relationship Id="rId36" Type="http://schemas.openxmlformats.org/officeDocument/2006/relationships/image" Target="../media/image383.png"/><Relationship Id="rId10" Type="http://schemas.openxmlformats.org/officeDocument/2006/relationships/image" Target="../media/image357.png"/><Relationship Id="rId19" Type="http://schemas.openxmlformats.org/officeDocument/2006/relationships/image" Target="../media/image366.png"/><Relationship Id="rId31" Type="http://schemas.openxmlformats.org/officeDocument/2006/relationships/image" Target="../media/image378.png"/><Relationship Id="rId44" Type="http://schemas.openxmlformats.org/officeDocument/2006/relationships/image" Target="../media/image391.png"/><Relationship Id="rId4" Type="http://schemas.openxmlformats.org/officeDocument/2006/relationships/image" Target="../media/image351.png"/><Relationship Id="rId9" Type="http://schemas.openxmlformats.org/officeDocument/2006/relationships/image" Target="../media/image356.png"/><Relationship Id="rId14" Type="http://schemas.openxmlformats.org/officeDocument/2006/relationships/image" Target="../media/image361.png"/><Relationship Id="rId22" Type="http://schemas.openxmlformats.org/officeDocument/2006/relationships/image" Target="../media/image369.png"/><Relationship Id="rId27" Type="http://schemas.openxmlformats.org/officeDocument/2006/relationships/image" Target="../media/image374.png"/><Relationship Id="rId30" Type="http://schemas.openxmlformats.org/officeDocument/2006/relationships/image" Target="../media/image377.png"/><Relationship Id="rId35" Type="http://schemas.openxmlformats.org/officeDocument/2006/relationships/image" Target="../media/image382.png"/><Relationship Id="rId43" Type="http://schemas.openxmlformats.org/officeDocument/2006/relationships/image" Target="../media/image39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8A47-8BFF-9733-AE04-EBD8F7583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31900"/>
            <a:ext cx="9715500" cy="677108"/>
          </a:xfrm>
        </p:spPr>
        <p:txBody>
          <a:bodyPr/>
          <a:lstStyle/>
          <a:p>
            <a:r>
              <a:rPr lang="en-US" sz="4400" dirty="0"/>
              <a:t>SIMPLE SNAKE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9A304-8198-B47D-EA43-136B670FB23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553998"/>
          </a:xfrm>
        </p:spPr>
        <p:txBody>
          <a:bodyPr/>
          <a:lstStyle/>
          <a:p>
            <a:r>
              <a:rPr lang="en-US" dirty="0"/>
              <a:t>M ABDULLAH KHAN    (BCPE243016)</a:t>
            </a:r>
          </a:p>
          <a:p>
            <a:r>
              <a:rPr lang="en-US" dirty="0"/>
              <a:t>ABDUL RAFAY              ( BCPE243029)</a:t>
            </a:r>
          </a:p>
        </p:txBody>
      </p:sp>
    </p:spTree>
    <p:extLst>
      <p:ext uri="{BB962C8B-B14F-4D97-AF65-F5344CB8AC3E}">
        <p14:creationId xmlns:p14="http://schemas.microsoft.com/office/powerpoint/2010/main" val="408414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8744"/>
            <a:ext cx="11430000" cy="6322060"/>
            <a:chOff x="0" y="118744"/>
            <a:chExt cx="11430000" cy="6322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6892" y="5971874"/>
              <a:ext cx="1681209" cy="3408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8744"/>
              <a:ext cx="11429618" cy="6321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0395"/>
              <a:ext cx="11430000" cy="6320155"/>
            </a:xfrm>
            <a:custGeom>
              <a:avLst/>
              <a:gdLst/>
              <a:ahLst/>
              <a:cxnLst/>
              <a:rect l="l" t="t" r="r" b="b"/>
              <a:pathLst>
                <a:path w="11430000" h="6320155">
                  <a:moveTo>
                    <a:pt x="0" y="6320028"/>
                  </a:moveTo>
                  <a:lnTo>
                    <a:pt x="0" y="0"/>
                  </a:lnTo>
                  <a:lnTo>
                    <a:pt x="11429619" y="0"/>
                  </a:lnTo>
                  <a:lnTo>
                    <a:pt x="11429619" y="6320028"/>
                  </a:lnTo>
                  <a:lnTo>
                    <a:pt x="0" y="6320028"/>
                  </a:lnTo>
                  <a:close/>
                </a:path>
              </a:pathLst>
            </a:custGeom>
            <a:solidFill>
              <a:srgbClr val="0C0423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983" y="971016"/>
              <a:ext cx="3847973" cy="44750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1438" y="2010028"/>
              <a:ext cx="1342009" cy="3864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2097" y="2010028"/>
              <a:ext cx="1171321" cy="311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3085" y="2026665"/>
              <a:ext cx="1171829" cy="2948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87467" y="2752978"/>
              <a:ext cx="300990" cy="118745"/>
            </a:xfrm>
            <a:custGeom>
              <a:avLst/>
              <a:gdLst/>
              <a:ahLst/>
              <a:cxnLst/>
              <a:rect l="l" t="t" r="r" b="b"/>
              <a:pathLst>
                <a:path w="300989" h="118744">
                  <a:moveTo>
                    <a:pt x="52832" y="116459"/>
                  </a:moveTo>
                  <a:lnTo>
                    <a:pt x="39751" y="116459"/>
                  </a:lnTo>
                  <a:lnTo>
                    <a:pt x="40386" y="116712"/>
                  </a:lnTo>
                  <a:lnTo>
                    <a:pt x="41275" y="116840"/>
                  </a:lnTo>
                  <a:lnTo>
                    <a:pt x="51308" y="116840"/>
                  </a:lnTo>
                  <a:lnTo>
                    <a:pt x="52197" y="116712"/>
                  </a:lnTo>
                  <a:lnTo>
                    <a:pt x="52832" y="116459"/>
                  </a:lnTo>
                  <a:close/>
                </a:path>
                <a:path w="300989" h="118744">
                  <a:moveTo>
                    <a:pt x="54610" y="20193"/>
                  </a:moveTo>
                  <a:lnTo>
                    <a:pt x="38100" y="20193"/>
                  </a:lnTo>
                  <a:lnTo>
                    <a:pt x="38100" y="114935"/>
                  </a:lnTo>
                  <a:lnTo>
                    <a:pt x="38227" y="115316"/>
                  </a:lnTo>
                  <a:lnTo>
                    <a:pt x="38735" y="116078"/>
                  </a:lnTo>
                  <a:lnTo>
                    <a:pt x="39306" y="116459"/>
                  </a:lnTo>
                  <a:lnTo>
                    <a:pt x="53213" y="116459"/>
                  </a:lnTo>
                  <a:lnTo>
                    <a:pt x="53975" y="116078"/>
                  </a:lnTo>
                  <a:lnTo>
                    <a:pt x="54483" y="115316"/>
                  </a:lnTo>
                  <a:lnTo>
                    <a:pt x="54610" y="20193"/>
                  </a:lnTo>
                  <a:close/>
                </a:path>
                <a:path w="300989" h="118744">
                  <a:moveTo>
                    <a:pt x="90424" y="8000"/>
                  </a:moveTo>
                  <a:lnTo>
                    <a:pt x="2159" y="8000"/>
                  </a:lnTo>
                  <a:lnTo>
                    <a:pt x="1397" y="8509"/>
                  </a:lnTo>
                  <a:lnTo>
                    <a:pt x="0" y="12065"/>
                  </a:lnTo>
                  <a:lnTo>
                    <a:pt x="0" y="16129"/>
                  </a:lnTo>
                  <a:lnTo>
                    <a:pt x="127" y="16891"/>
                  </a:lnTo>
                  <a:lnTo>
                    <a:pt x="254" y="17653"/>
                  </a:lnTo>
                  <a:lnTo>
                    <a:pt x="508" y="18287"/>
                  </a:lnTo>
                  <a:lnTo>
                    <a:pt x="1016" y="19304"/>
                  </a:lnTo>
                  <a:lnTo>
                    <a:pt x="2349" y="20193"/>
                  </a:lnTo>
                  <a:lnTo>
                    <a:pt x="90233" y="20193"/>
                  </a:lnTo>
                  <a:lnTo>
                    <a:pt x="90805" y="19812"/>
                  </a:lnTo>
                  <a:lnTo>
                    <a:pt x="91312" y="19558"/>
                  </a:lnTo>
                  <a:lnTo>
                    <a:pt x="91567" y="19304"/>
                  </a:lnTo>
                  <a:lnTo>
                    <a:pt x="91948" y="18796"/>
                  </a:lnTo>
                  <a:lnTo>
                    <a:pt x="92202" y="18287"/>
                  </a:lnTo>
                  <a:lnTo>
                    <a:pt x="92202" y="9779"/>
                  </a:lnTo>
                  <a:lnTo>
                    <a:pt x="91948" y="9271"/>
                  </a:lnTo>
                  <a:lnTo>
                    <a:pt x="91567" y="8890"/>
                  </a:lnTo>
                  <a:lnTo>
                    <a:pt x="91312" y="8509"/>
                  </a:lnTo>
                  <a:lnTo>
                    <a:pt x="90805" y="8255"/>
                  </a:lnTo>
                  <a:lnTo>
                    <a:pt x="90424" y="8000"/>
                  </a:lnTo>
                  <a:close/>
                </a:path>
                <a:path w="300989" h="118744">
                  <a:moveTo>
                    <a:pt x="119803" y="116712"/>
                  </a:moveTo>
                  <a:lnTo>
                    <a:pt x="108331" y="116712"/>
                  </a:lnTo>
                  <a:lnTo>
                    <a:pt x="109093" y="116967"/>
                  </a:lnTo>
                  <a:lnTo>
                    <a:pt x="118872" y="116967"/>
                  </a:lnTo>
                  <a:lnTo>
                    <a:pt x="119803" y="116712"/>
                  </a:lnTo>
                  <a:close/>
                </a:path>
                <a:path w="300989" h="118744">
                  <a:moveTo>
                    <a:pt x="178181" y="116712"/>
                  </a:moveTo>
                  <a:lnTo>
                    <a:pt x="166751" y="116712"/>
                  </a:lnTo>
                  <a:lnTo>
                    <a:pt x="167640" y="116967"/>
                  </a:lnTo>
                  <a:lnTo>
                    <a:pt x="177419" y="116967"/>
                  </a:lnTo>
                  <a:lnTo>
                    <a:pt x="178181" y="116712"/>
                  </a:lnTo>
                  <a:close/>
                </a:path>
                <a:path w="300989" h="118744">
                  <a:moveTo>
                    <a:pt x="119761" y="0"/>
                  </a:moveTo>
                  <a:lnTo>
                    <a:pt x="108331" y="0"/>
                  </a:lnTo>
                  <a:lnTo>
                    <a:pt x="107061" y="508"/>
                  </a:lnTo>
                  <a:lnTo>
                    <a:pt x="106680" y="762"/>
                  </a:lnTo>
                  <a:lnTo>
                    <a:pt x="106426" y="1143"/>
                  </a:lnTo>
                  <a:lnTo>
                    <a:pt x="106172" y="1397"/>
                  </a:lnTo>
                  <a:lnTo>
                    <a:pt x="106172" y="115443"/>
                  </a:lnTo>
                  <a:lnTo>
                    <a:pt x="106426" y="115697"/>
                  </a:lnTo>
                  <a:lnTo>
                    <a:pt x="106680" y="116078"/>
                  </a:lnTo>
                  <a:lnTo>
                    <a:pt x="107061" y="116332"/>
                  </a:lnTo>
                  <a:lnTo>
                    <a:pt x="108013" y="116712"/>
                  </a:lnTo>
                  <a:lnTo>
                    <a:pt x="119951" y="116712"/>
                  </a:lnTo>
                  <a:lnTo>
                    <a:pt x="120904" y="116332"/>
                  </a:lnTo>
                  <a:lnTo>
                    <a:pt x="121285" y="116078"/>
                  </a:lnTo>
                  <a:lnTo>
                    <a:pt x="121539" y="115697"/>
                  </a:lnTo>
                  <a:lnTo>
                    <a:pt x="121793" y="115443"/>
                  </a:lnTo>
                  <a:lnTo>
                    <a:pt x="121920" y="61722"/>
                  </a:lnTo>
                  <a:lnTo>
                    <a:pt x="126237" y="56896"/>
                  </a:lnTo>
                  <a:lnTo>
                    <a:pt x="130429" y="53340"/>
                  </a:lnTo>
                  <a:lnTo>
                    <a:pt x="134366" y="50927"/>
                  </a:lnTo>
                  <a:lnTo>
                    <a:pt x="138303" y="48387"/>
                  </a:lnTo>
                  <a:lnTo>
                    <a:pt x="140741" y="47625"/>
                  </a:lnTo>
                  <a:lnTo>
                    <a:pt x="121920" y="47625"/>
                  </a:lnTo>
                  <a:lnTo>
                    <a:pt x="121793" y="1397"/>
                  </a:lnTo>
                  <a:lnTo>
                    <a:pt x="121539" y="1143"/>
                  </a:lnTo>
                  <a:lnTo>
                    <a:pt x="121285" y="762"/>
                  </a:lnTo>
                  <a:lnTo>
                    <a:pt x="120904" y="508"/>
                  </a:lnTo>
                  <a:lnTo>
                    <a:pt x="120269" y="254"/>
                  </a:lnTo>
                  <a:lnTo>
                    <a:pt x="119761" y="0"/>
                  </a:lnTo>
                  <a:close/>
                </a:path>
                <a:path w="300989" h="118744">
                  <a:moveTo>
                    <a:pt x="175802" y="47117"/>
                  </a:moveTo>
                  <a:lnTo>
                    <a:pt x="149352" y="47117"/>
                  </a:lnTo>
                  <a:lnTo>
                    <a:pt x="152019" y="47625"/>
                  </a:lnTo>
                  <a:lnTo>
                    <a:pt x="154432" y="48641"/>
                  </a:lnTo>
                  <a:lnTo>
                    <a:pt x="156718" y="49657"/>
                  </a:lnTo>
                  <a:lnTo>
                    <a:pt x="158623" y="51181"/>
                  </a:lnTo>
                  <a:lnTo>
                    <a:pt x="160020" y="53086"/>
                  </a:lnTo>
                  <a:lnTo>
                    <a:pt x="161544" y="54991"/>
                  </a:lnTo>
                  <a:lnTo>
                    <a:pt x="164719" y="115443"/>
                  </a:lnTo>
                  <a:lnTo>
                    <a:pt x="164973" y="115697"/>
                  </a:lnTo>
                  <a:lnTo>
                    <a:pt x="165227" y="116078"/>
                  </a:lnTo>
                  <a:lnTo>
                    <a:pt x="165608" y="116332"/>
                  </a:lnTo>
                  <a:lnTo>
                    <a:pt x="166560" y="116712"/>
                  </a:lnTo>
                  <a:lnTo>
                    <a:pt x="178562" y="116712"/>
                  </a:lnTo>
                  <a:lnTo>
                    <a:pt x="179324" y="116332"/>
                  </a:lnTo>
                  <a:lnTo>
                    <a:pt x="179705" y="116078"/>
                  </a:lnTo>
                  <a:lnTo>
                    <a:pt x="179959" y="115697"/>
                  </a:lnTo>
                  <a:lnTo>
                    <a:pt x="180212" y="115443"/>
                  </a:lnTo>
                  <a:lnTo>
                    <a:pt x="180188" y="61722"/>
                  </a:lnTo>
                  <a:lnTo>
                    <a:pt x="179832" y="58420"/>
                  </a:lnTo>
                  <a:lnTo>
                    <a:pt x="177901" y="51181"/>
                  </a:lnTo>
                  <a:lnTo>
                    <a:pt x="177800" y="50800"/>
                  </a:lnTo>
                  <a:lnTo>
                    <a:pt x="176022" y="47371"/>
                  </a:lnTo>
                  <a:lnTo>
                    <a:pt x="175802" y="47117"/>
                  </a:lnTo>
                  <a:close/>
                </a:path>
                <a:path w="300989" h="118744">
                  <a:moveTo>
                    <a:pt x="155321" y="35179"/>
                  </a:moveTo>
                  <a:lnTo>
                    <a:pt x="144907" y="35179"/>
                  </a:lnTo>
                  <a:lnTo>
                    <a:pt x="140208" y="36195"/>
                  </a:lnTo>
                  <a:lnTo>
                    <a:pt x="131064" y="40259"/>
                  </a:lnTo>
                  <a:lnTo>
                    <a:pt x="126492" y="43434"/>
                  </a:lnTo>
                  <a:lnTo>
                    <a:pt x="121920" y="47625"/>
                  </a:lnTo>
                  <a:lnTo>
                    <a:pt x="140741" y="47625"/>
                  </a:lnTo>
                  <a:lnTo>
                    <a:pt x="142367" y="47117"/>
                  </a:lnTo>
                  <a:lnTo>
                    <a:pt x="175802" y="47117"/>
                  </a:lnTo>
                  <a:lnTo>
                    <a:pt x="173609" y="44577"/>
                  </a:lnTo>
                  <a:lnTo>
                    <a:pt x="171196" y="41656"/>
                  </a:lnTo>
                  <a:lnTo>
                    <a:pt x="168021" y="39370"/>
                  </a:lnTo>
                  <a:lnTo>
                    <a:pt x="164084" y="37719"/>
                  </a:lnTo>
                  <a:lnTo>
                    <a:pt x="160147" y="35941"/>
                  </a:lnTo>
                  <a:lnTo>
                    <a:pt x="155321" y="35179"/>
                  </a:lnTo>
                  <a:close/>
                </a:path>
                <a:path w="300989" h="118744">
                  <a:moveTo>
                    <a:pt x="218863" y="116712"/>
                  </a:moveTo>
                  <a:lnTo>
                    <a:pt x="207391" y="116712"/>
                  </a:lnTo>
                  <a:lnTo>
                    <a:pt x="208153" y="116967"/>
                  </a:lnTo>
                  <a:lnTo>
                    <a:pt x="217932" y="116967"/>
                  </a:lnTo>
                  <a:lnTo>
                    <a:pt x="218863" y="116712"/>
                  </a:lnTo>
                  <a:close/>
                </a:path>
                <a:path w="300989" h="118744">
                  <a:moveTo>
                    <a:pt x="217932" y="36575"/>
                  </a:moveTo>
                  <a:lnTo>
                    <a:pt x="208153" y="36575"/>
                  </a:lnTo>
                  <a:lnTo>
                    <a:pt x="207010" y="36957"/>
                  </a:lnTo>
                  <a:lnTo>
                    <a:pt x="206756" y="36957"/>
                  </a:lnTo>
                  <a:lnTo>
                    <a:pt x="206121" y="37211"/>
                  </a:lnTo>
                  <a:lnTo>
                    <a:pt x="205740" y="37465"/>
                  </a:lnTo>
                  <a:lnTo>
                    <a:pt x="205232" y="38227"/>
                  </a:lnTo>
                  <a:lnTo>
                    <a:pt x="205232" y="115443"/>
                  </a:lnTo>
                  <a:lnTo>
                    <a:pt x="205486" y="115697"/>
                  </a:lnTo>
                  <a:lnTo>
                    <a:pt x="205740" y="116078"/>
                  </a:lnTo>
                  <a:lnTo>
                    <a:pt x="206121" y="116332"/>
                  </a:lnTo>
                  <a:lnTo>
                    <a:pt x="207073" y="116712"/>
                  </a:lnTo>
                  <a:lnTo>
                    <a:pt x="219011" y="116712"/>
                  </a:lnTo>
                  <a:lnTo>
                    <a:pt x="219964" y="116332"/>
                  </a:lnTo>
                  <a:lnTo>
                    <a:pt x="220345" y="116078"/>
                  </a:lnTo>
                  <a:lnTo>
                    <a:pt x="220599" y="115697"/>
                  </a:lnTo>
                  <a:lnTo>
                    <a:pt x="220853" y="115443"/>
                  </a:lnTo>
                  <a:lnTo>
                    <a:pt x="220853" y="38227"/>
                  </a:lnTo>
                  <a:lnTo>
                    <a:pt x="220345" y="37465"/>
                  </a:lnTo>
                  <a:lnTo>
                    <a:pt x="219964" y="37211"/>
                  </a:lnTo>
                  <a:lnTo>
                    <a:pt x="219329" y="36957"/>
                  </a:lnTo>
                  <a:lnTo>
                    <a:pt x="217932" y="36575"/>
                  </a:lnTo>
                  <a:close/>
                </a:path>
                <a:path w="300989" h="118744">
                  <a:moveTo>
                    <a:pt x="216789" y="5080"/>
                  </a:moveTo>
                  <a:lnTo>
                    <a:pt x="209296" y="5080"/>
                  </a:lnTo>
                  <a:lnTo>
                    <a:pt x="206756" y="5715"/>
                  </a:lnTo>
                  <a:lnTo>
                    <a:pt x="205359" y="6858"/>
                  </a:lnTo>
                  <a:lnTo>
                    <a:pt x="203962" y="8128"/>
                  </a:lnTo>
                  <a:lnTo>
                    <a:pt x="203200" y="10287"/>
                  </a:lnTo>
                  <a:lnTo>
                    <a:pt x="203200" y="16764"/>
                  </a:lnTo>
                  <a:lnTo>
                    <a:pt x="203962" y="18923"/>
                  </a:lnTo>
                  <a:lnTo>
                    <a:pt x="205359" y="20066"/>
                  </a:lnTo>
                  <a:lnTo>
                    <a:pt x="206629" y="21209"/>
                  </a:lnTo>
                  <a:lnTo>
                    <a:pt x="209169" y="21717"/>
                  </a:lnTo>
                  <a:lnTo>
                    <a:pt x="216662" y="21717"/>
                  </a:lnTo>
                  <a:lnTo>
                    <a:pt x="222758" y="10287"/>
                  </a:lnTo>
                  <a:lnTo>
                    <a:pt x="222160" y="8128"/>
                  </a:lnTo>
                  <a:lnTo>
                    <a:pt x="222123" y="8000"/>
                  </a:lnTo>
                  <a:lnTo>
                    <a:pt x="219329" y="5715"/>
                  </a:lnTo>
                  <a:lnTo>
                    <a:pt x="216789" y="5080"/>
                  </a:lnTo>
                  <a:close/>
                </a:path>
                <a:path w="300989" h="118744">
                  <a:moveTo>
                    <a:pt x="243162" y="100075"/>
                  </a:moveTo>
                  <a:lnTo>
                    <a:pt x="241300" y="100075"/>
                  </a:lnTo>
                  <a:lnTo>
                    <a:pt x="240728" y="100457"/>
                  </a:lnTo>
                  <a:lnTo>
                    <a:pt x="240537" y="100457"/>
                  </a:lnTo>
                  <a:lnTo>
                    <a:pt x="239998" y="101346"/>
                  </a:lnTo>
                  <a:lnTo>
                    <a:pt x="239903" y="101727"/>
                  </a:lnTo>
                  <a:lnTo>
                    <a:pt x="239776" y="102235"/>
                  </a:lnTo>
                  <a:lnTo>
                    <a:pt x="239691" y="102743"/>
                  </a:lnTo>
                  <a:lnTo>
                    <a:pt x="239649" y="102997"/>
                  </a:lnTo>
                  <a:lnTo>
                    <a:pt x="239522" y="108839"/>
                  </a:lnTo>
                  <a:lnTo>
                    <a:pt x="239934" y="109982"/>
                  </a:lnTo>
                  <a:lnTo>
                    <a:pt x="240157" y="110871"/>
                  </a:lnTo>
                  <a:lnTo>
                    <a:pt x="240665" y="111633"/>
                  </a:lnTo>
                  <a:lnTo>
                    <a:pt x="241427" y="112141"/>
                  </a:lnTo>
                  <a:lnTo>
                    <a:pt x="242189" y="112775"/>
                  </a:lnTo>
                  <a:lnTo>
                    <a:pt x="243205" y="113411"/>
                  </a:lnTo>
                  <a:lnTo>
                    <a:pt x="244729" y="114046"/>
                  </a:lnTo>
                  <a:lnTo>
                    <a:pt x="246253" y="114808"/>
                  </a:lnTo>
                  <a:lnTo>
                    <a:pt x="248158" y="115443"/>
                  </a:lnTo>
                  <a:lnTo>
                    <a:pt x="250444" y="116078"/>
                  </a:lnTo>
                  <a:lnTo>
                    <a:pt x="252603" y="116712"/>
                  </a:lnTo>
                  <a:lnTo>
                    <a:pt x="257810" y="117729"/>
                  </a:lnTo>
                  <a:lnTo>
                    <a:pt x="260604" y="118110"/>
                  </a:lnTo>
                  <a:lnTo>
                    <a:pt x="263525" y="118364"/>
                  </a:lnTo>
                  <a:lnTo>
                    <a:pt x="271653" y="118364"/>
                  </a:lnTo>
                  <a:lnTo>
                    <a:pt x="296555" y="107187"/>
                  </a:lnTo>
                  <a:lnTo>
                    <a:pt x="263398" y="107187"/>
                  </a:lnTo>
                  <a:lnTo>
                    <a:pt x="261281" y="106934"/>
                  </a:lnTo>
                  <a:lnTo>
                    <a:pt x="260688" y="106934"/>
                  </a:lnTo>
                  <a:lnTo>
                    <a:pt x="254635" y="105283"/>
                  </a:lnTo>
                  <a:lnTo>
                    <a:pt x="252349" y="104521"/>
                  </a:lnTo>
                  <a:lnTo>
                    <a:pt x="248285" y="102743"/>
                  </a:lnTo>
                  <a:lnTo>
                    <a:pt x="244073" y="100457"/>
                  </a:lnTo>
                  <a:lnTo>
                    <a:pt x="243162" y="100075"/>
                  </a:lnTo>
                  <a:close/>
                </a:path>
                <a:path w="300989" h="118744">
                  <a:moveTo>
                    <a:pt x="264058" y="35687"/>
                  </a:moveTo>
                  <a:lnTo>
                    <a:pt x="263581" y="35687"/>
                  </a:lnTo>
                  <a:lnTo>
                    <a:pt x="259207" y="36957"/>
                  </a:lnTo>
                  <a:lnTo>
                    <a:pt x="255270" y="38227"/>
                  </a:lnTo>
                  <a:lnTo>
                    <a:pt x="251968" y="39878"/>
                  </a:lnTo>
                  <a:lnTo>
                    <a:pt x="249261" y="42037"/>
                  </a:lnTo>
                  <a:lnTo>
                    <a:pt x="246761" y="43942"/>
                  </a:lnTo>
                  <a:lnTo>
                    <a:pt x="241554" y="54610"/>
                  </a:lnTo>
                  <a:lnTo>
                    <a:pt x="241554" y="60960"/>
                  </a:lnTo>
                  <a:lnTo>
                    <a:pt x="255270" y="76835"/>
                  </a:lnTo>
                  <a:lnTo>
                    <a:pt x="257810" y="78105"/>
                  </a:lnTo>
                  <a:lnTo>
                    <a:pt x="260477" y="79121"/>
                  </a:lnTo>
                  <a:lnTo>
                    <a:pt x="263271" y="80137"/>
                  </a:lnTo>
                  <a:lnTo>
                    <a:pt x="265938" y="81025"/>
                  </a:lnTo>
                  <a:lnTo>
                    <a:pt x="268605" y="82042"/>
                  </a:lnTo>
                  <a:lnTo>
                    <a:pt x="284861" y="92964"/>
                  </a:lnTo>
                  <a:lnTo>
                    <a:pt x="284861" y="97155"/>
                  </a:lnTo>
                  <a:lnTo>
                    <a:pt x="269621" y="107187"/>
                  </a:lnTo>
                  <a:lnTo>
                    <a:pt x="296555" y="107187"/>
                  </a:lnTo>
                  <a:lnTo>
                    <a:pt x="299720" y="101346"/>
                  </a:lnTo>
                  <a:lnTo>
                    <a:pt x="300482" y="97917"/>
                  </a:lnTo>
                  <a:lnTo>
                    <a:pt x="300482" y="90805"/>
                  </a:lnTo>
                  <a:lnTo>
                    <a:pt x="299904" y="88265"/>
                  </a:lnTo>
                  <a:lnTo>
                    <a:pt x="299847" y="88011"/>
                  </a:lnTo>
                  <a:lnTo>
                    <a:pt x="286639" y="75311"/>
                  </a:lnTo>
                  <a:lnTo>
                    <a:pt x="284238" y="74168"/>
                  </a:lnTo>
                  <a:lnTo>
                    <a:pt x="281305" y="73025"/>
                  </a:lnTo>
                  <a:lnTo>
                    <a:pt x="278511" y="72009"/>
                  </a:lnTo>
                  <a:lnTo>
                    <a:pt x="270510" y="69342"/>
                  </a:lnTo>
                  <a:lnTo>
                    <a:pt x="267970" y="68453"/>
                  </a:lnTo>
                  <a:lnTo>
                    <a:pt x="256667" y="59055"/>
                  </a:lnTo>
                  <a:lnTo>
                    <a:pt x="256667" y="55245"/>
                  </a:lnTo>
                  <a:lnTo>
                    <a:pt x="267208" y="46355"/>
                  </a:lnTo>
                  <a:lnTo>
                    <a:pt x="266509" y="46355"/>
                  </a:lnTo>
                  <a:lnTo>
                    <a:pt x="270129" y="45974"/>
                  </a:lnTo>
                  <a:lnTo>
                    <a:pt x="295591" y="45974"/>
                  </a:lnTo>
                  <a:lnTo>
                    <a:pt x="295529" y="42037"/>
                  </a:lnTo>
                  <a:lnTo>
                    <a:pt x="295402" y="41656"/>
                  </a:lnTo>
                  <a:lnTo>
                    <a:pt x="294894" y="40894"/>
                  </a:lnTo>
                  <a:lnTo>
                    <a:pt x="294513" y="40512"/>
                  </a:lnTo>
                  <a:lnTo>
                    <a:pt x="293751" y="40132"/>
                  </a:lnTo>
                  <a:lnTo>
                    <a:pt x="293116" y="39624"/>
                  </a:lnTo>
                  <a:lnTo>
                    <a:pt x="292100" y="39116"/>
                  </a:lnTo>
                  <a:lnTo>
                    <a:pt x="290830" y="38608"/>
                  </a:lnTo>
                  <a:lnTo>
                    <a:pt x="289560" y="37973"/>
                  </a:lnTo>
                  <a:lnTo>
                    <a:pt x="287909" y="37465"/>
                  </a:lnTo>
                  <a:lnTo>
                    <a:pt x="286131" y="36957"/>
                  </a:lnTo>
                  <a:lnTo>
                    <a:pt x="284226" y="36449"/>
                  </a:lnTo>
                  <a:lnTo>
                    <a:pt x="282194" y="35941"/>
                  </a:lnTo>
                  <a:lnTo>
                    <a:pt x="262229" y="35941"/>
                  </a:lnTo>
                  <a:lnTo>
                    <a:pt x="264058" y="35687"/>
                  </a:lnTo>
                  <a:close/>
                </a:path>
                <a:path w="300989" h="118744">
                  <a:moveTo>
                    <a:pt x="294259" y="51562"/>
                  </a:moveTo>
                  <a:lnTo>
                    <a:pt x="292607" y="51562"/>
                  </a:lnTo>
                  <a:lnTo>
                    <a:pt x="293369" y="51816"/>
                  </a:lnTo>
                  <a:lnTo>
                    <a:pt x="293751" y="51816"/>
                  </a:lnTo>
                  <a:lnTo>
                    <a:pt x="294259" y="51562"/>
                  </a:lnTo>
                  <a:close/>
                </a:path>
                <a:path w="300989" h="118744">
                  <a:moveTo>
                    <a:pt x="295591" y="45974"/>
                  </a:moveTo>
                  <a:lnTo>
                    <a:pt x="275717" y="45974"/>
                  </a:lnTo>
                  <a:lnTo>
                    <a:pt x="279717" y="46355"/>
                  </a:lnTo>
                  <a:lnTo>
                    <a:pt x="278866" y="46355"/>
                  </a:lnTo>
                  <a:lnTo>
                    <a:pt x="292455" y="51562"/>
                  </a:lnTo>
                  <a:lnTo>
                    <a:pt x="294513" y="51562"/>
                  </a:lnTo>
                  <a:lnTo>
                    <a:pt x="294894" y="51181"/>
                  </a:lnTo>
                  <a:lnTo>
                    <a:pt x="295275" y="50927"/>
                  </a:lnTo>
                  <a:lnTo>
                    <a:pt x="295402" y="50419"/>
                  </a:lnTo>
                  <a:lnTo>
                    <a:pt x="295571" y="50165"/>
                  </a:lnTo>
                  <a:lnTo>
                    <a:pt x="295591" y="45974"/>
                  </a:lnTo>
                  <a:close/>
                </a:path>
                <a:path w="300989" h="118744">
                  <a:moveTo>
                    <a:pt x="277622" y="35306"/>
                  </a:moveTo>
                  <a:lnTo>
                    <a:pt x="266801" y="35306"/>
                  </a:lnTo>
                  <a:lnTo>
                    <a:pt x="262229" y="35941"/>
                  </a:lnTo>
                  <a:lnTo>
                    <a:pt x="282194" y="35941"/>
                  </a:lnTo>
                  <a:lnTo>
                    <a:pt x="279908" y="35687"/>
                  </a:lnTo>
                  <a:lnTo>
                    <a:pt x="277622" y="35306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57291" y="2758059"/>
              <a:ext cx="947293" cy="1419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4053" y="2752978"/>
              <a:ext cx="934339" cy="14706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3543" y="2758059"/>
              <a:ext cx="608964" cy="1132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50200" y="2752090"/>
              <a:ext cx="153670" cy="11925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57591" y="2788157"/>
              <a:ext cx="70865" cy="831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96909" y="2752978"/>
              <a:ext cx="1502791" cy="1474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9043" y="2788157"/>
              <a:ext cx="70865" cy="831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09123" y="2752978"/>
              <a:ext cx="465708" cy="1183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94707" y="3028441"/>
              <a:ext cx="1324355" cy="1478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85865" y="3028441"/>
              <a:ext cx="242569" cy="1187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90665" y="3029203"/>
              <a:ext cx="768084" cy="1469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33436" y="3027934"/>
              <a:ext cx="787654" cy="1482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78368" y="3029203"/>
              <a:ext cx="645922" cy="11798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001886" y="3036823"/>
              <a:ext cx="372110" cy="110489"/>
            </a:xfrm>
            <a:custGeom>
              <a:avLst/>
              <a:gdLst/>
              <a:ahLst/>
              <a:cxnLst/>
              <a:rect l="l" t="t" r="r" b="b"/>
              <a:pathLst>
                <a:path w="372109" h="110489">
                  <a:moveTo>
                    <a:pt x="11049" y="109092"/>
                  </a:moveTo>
                  <a:lnTo>
                    <a:pt x="5334" y="109092"/>
                  </a:lnTo>
                  <a:lnTo>
                    <a:pt x="6604" y="109220"/>
                  </a:lnTo>
                  <a:lnTo>
                    <a:pt x="9779" y="109220"/>
                  </a:lnTo>
                  <a:lnTo>
                    <a:pt x="11049" y="109092"/>
                  </a:lnTo>
                  <a:close/>
                </a:path>
                <a:path w="372109" h="110489">
                  <a:moveTo>
                    <a:pt x="15747" y="108458"/>
                  </a:moveTo>
                  <a:lnTo>
                    <a:pt x="508" y="108458"/>
                  </a:lnTo>
                  <a:lnTo>
                    <a:pt x="4952" y="109092"/>
                  </a:lnTo>
                  <a:lnTo>
                    <a:pt x="11303" y="109092"/>
                  </a:lnTo>
                  <a:lnTo>
                    <a:pt x="15747" y="108458"/>
                  </a:lnTo>
                  <a:close/>
                </a:path>
                <a:path w="372109" h="110489">
                  <a:moveTo>
                    <a:pt x="62230" y="0"/>
                  </a:moveTo>
                  <a:lnTo>
                    <a:pt x="4222" y="0"/>
                  </a:lnTo>
                  <a:lnTo>
                    <a:pt x="3175" y="380"/>
                  </a:lnTo>
                  <a:lnTo>
                    <a:pt x="1905" y="1142"/>
                  </a:lnTo>
                  <a:lnTo>
                    <a:pt x="635" y="2032"/>
                  </a:lnTo>
                  <a:lnTo>
                    <a:pt x="105" y="3301"/>
                  </a:lnTo>
                  <a:lnTo>
                    <a:pt x="0" y="106934"/>
                  </a:lnTo>
                  <a:lnTo>
                    <a:pt x="127" y="107314"/>
                  </a:lnTo>
                  <a:lnTo>
                    <a:pt x="635" y="108076"/>
                  </a:lnTo>
                  <a:lnTo>
                    <a:pt x="1016" y="108330"/>
                  </a:lnTo>
                  <a:lnTo>
                    <a:pt x="1651" y="108458"/>
                  </a:lnTo>
                  <a:lnTo>
                    <a:pt x="14605" y="108458"/>
                  </a:lnTo>
                  <a:lnTo>
                    <a:pt x="15240" y="108330"/>
                  </a:lnTo>
                  <a:lnTo>
                    <a:pt x="15621" y="108076"/>
                  </a:lnTo>
                  <a:lnTo>
                    <a:pt x="16129" y="107314"/>
                  </a:lnTo>
                  <a:lnTo>
                    <a:pt x="16256" y="61213"/>
                  </a:lnTo>
                  <a:lnTo>
                    <a:pt x="59436" y="61213"/>
                  </a:lnTo>
                  <a:lnTo>
                    <a:pt x="60198" y="60833"/>
                  </a:lnTo>
                  <a:lnTo>
                    <a:pt x="60579" y="60578"/>
                  </a:lnTo>
                  <a:lnTo>
                    <a:pt x="60960" y="60198"/>
                  </a:lnTo>
                  <a:lnTo>
                    <a:pt x="61214" y="59689"/>
                  </a:lnTo>
                  <a:lnTo>
                    <a:pt x="61595" y="59309"/>
                  </a:lnTo>
                  <a:lnTo>
                    <a:pt x="61722" y="58674"/>
                  </a:lnTo>
                  <a:lnTo>
                    <a:pt x="61976" y="57912"/>
                  </a:lnTo>
                  <a:lnTo>
                    <a:pt x="61976" y="52197"/>
                  </a:lnTo>
                  <a:lnTo>
                    <a:pt x="61722" y="51435"/>
                  </a:lnTo>
                  <a:lnTo>
                    <a:pt x="61595" y="50926"/>
                  </a:lnTo>
                  <a:lnTo>
                    <a:pt x="61214" y="50419"/>
                  </a:lnTo>
                  <a:lnTo>
                    <a:pt x="60960" y="50037"/>
                  </a:lnTo>
                  <a:lnTo>
                    <a:pt x="60579" y="49657"/>
                  </a:lnTo>
                  <a:lnTo>
                    <a:pt x="60198" y="49529"/>
                  </a:lnTo>
                  <a:lnTo>
                    <a:pt x="59690" y="49275"/>
                  </a:lnTo>
                  <a:lnTo>
                    <a:pt x="16256" y="49275"/>
                  </a:lnTo>
                  <a:lnTo>
                    <a:pt x="16256" y="12191"/>
                  </a:lnTo>
                  <a:lnTo>
                    <a:pt x="62039" y="12191"/>
                  </a:lnTo>
                  <a:lnTo>
                    <a:pt x="63373" y="11302"/>
                  </a:lnTo>
                  <a:lnTo>
                    <a:pt x="63754" y="10795"/>
                  </a:lnTo>
                  <a:lnTo>
                    <a:pt x="64008" y="10287"/>
                  </a:lnTo>
                  <a:lnTo>
                    <a:pt x="64262" y="9651"/>
                  </a:lnTo>
                  <a:lnTo>
                    <a:pt x="64262" y="2539"/>
                  </a:lnTo>
                  <a:lnTo>
                    <a:pt x="64092" y="2032"/>
                  </a:lnTo>
                  <a:lnTo>
                    <a:pt x="64008" y="1777"/>
                  </a:lnTo>
                  <a:lnTo>
                    <a:pt x="63754" y="1270"/>
                  </a:lnTo>
                  <a:lnTo>
                    <a:pt x="62992" y="508"/>
                  </a:lnTo>
                  <a:lnTo>
                    <a:pt x="62230" y="0"/>
                  </a:lnTo>
                  <a:close/>
                </a:path>
                <a:path w="372109" h="110489">
                  <a:moveTo>
                    <a:pt x="95186" y="109092"/>
                  </a:moveTo>
                  <a:lnTo>
                    <a:pt x="87503" y="109092"/>
                  </a:lnTo>
                  <a:lnTo>
                    <a:pt x="88519" y="109220"/>
                  </a:lnTo>
                  <a:lnTo>
                    <a:pt x="94234" y="109220"/>
                  </a:lnTo>
                  <a:lnTo>
                    <a:pt x="95186" y="109092"/>
                  </a:lnTo>
                  <a:close/>
                </a:path>
                <a:path w="372109" h="110489">
                  <a:moveTo>
                    <a:pt x="97070" y="108712"/>
                  </a:moveTo>
                  <a:lnTo>
                    <a:pt x="85725" y="108712"/>
                  </a:lnTo>
                  <a:lnTo>
                    <a:pt x="86868" y="109092"/>
                  </a:lnTo>
                  <a:lnTo>
                    <a:pt x="95673" y="109092"/>
                  </a:lnTo>
                  <a:lnTo>
                    <a:pt x="97070" y="108712"/>
                  </a:lnTo>
                  <a:close/>
                </a:path>
                <a:path w="372109" h="110489">
                  <a:moveTo>
                    <a:pt x="97197" y="29590"/>
                  </a:moveTo>
                  <a:lnTo>
                    <a:pt x="83904" y="29590"/>
                  </a:lnTo>
                  <a:lnTo>
                    <a:pt x="83820" y="29845"/>
                  </a:lnTo>
                  <a:lnTo>
                    <a:pt x="83566" y="30099"/>
                  </a:lnTo>
                  <a:lnTo>
                    <a:pt x="83566" y="107441"/>
                  </a:lnTo>
                  <a:lnTo>
                    <a:pt x="83820" y="107696"/>
                  </a:lnTo>
                  <a:lnTo>
                    <a:pt x="84074" y="108076"/>
                  </a:lnTo>
                  <a:lnTo>
                    <a:pt x="84455" y="108330"/>
                  </a:lnTo>
                  <a:lnTo>
                    <a:pt x="85407" y="108712"/>
                  </a:lnTo>
                  <a:lnTo>
                    <a:pt x="97218" y="108712"/>
                  </a:lnTo>
                  <a:lnTo>
                    <a:pt x="98171" y="108330"/>
                  </a:lnTo>
                  <a:lnTo>
                    <a:pt x="98552" y="108076"/>
                  </a:lnTo>
                  <a:lnTo>
                    <a:pt x="98806" y="107696"/>
                  </a:lnTo>
                  <a:lnTo>
                    <a:pt x="99060" y="107441"/>
                  </a:lnTo>
                  <a:lnTo>
                    <a:pt x="99187" y="56769"/>
                  </a:lnTo>
                  <a:lnTo>
                    <a:pt x="101346" y="53721"/>
                  </a:lnTo>
                  <a:lnTo>
                    <a:pt x="103378" y="51180"/>
                  </a:lnTo>
                  <a:lnTo>
                    <a:pt x="105283" y="49022"/>
                  </a:lnTo>
                  <a:lnTo>
                    <a:pt x="107061" y="46862"/>
                  </a:lnTo>
                  <a:lnTo>
                    <a:pt x="108839" y="45212"/>
                  </a:lnTo>
                  <a:lnTo>
                    <a:pt x="112268" y="42545"/>
                  </a:lnTo>
                  <a:lnTo>
                    <a:pt x="113138" y="42037"/>
                  </a:lnTo>
                  <a:lnTo>
                    <a:pt x="97664" y="42037"/>
                  </a:lnTo>
                  <a:lnTo>
                    <a:pt x="97542" y="30734"/>
                  </a:lnTo>
                  <a:lnTo>
                    <a:pt x="97536" y="30099"/>
                  </a:lnTo>
                  <a:lnTo>
                    <a:pt x="97282" y="29845"/>
                  </a:lnTo>
                  <a:lnTo>
                    <a:pt x="97197" y="29590"/>
                  </a:lnTo>
                  <a:close/>
                </a:path>
                <a:path w="372109" h="110489">
                  <a:moveTo>
                    <a:pt x="133096" y="40766"/>
                  </a:moveTo>
                  <a:lnTo>
                    <a:pt x="124841" y="40766"/>
                  </a:lnTo>
                  <a:lnTo>
                    <a:pt x="128142" y="41655"/>
                  </a:lnTo>
                  <a:lnTo>
                    <a:pt x="129286" y="42037"/>
                  </a:lnTo>
                  <a:lnTo>
                    <a:pt x="129921" y="42290"/>
                  </a:lnTo>
                  <a:lnTo>
                    <a:pt x="131953" y="42290"/>
                  </a:lnTo>
                  <a:lnTo>
                    <a:pt x="132334" y="42037"/>
                  </a:lnTo>
                  <a:lnTo>
                    <a:pt x="132715" y="41655"/>
                  </a:lnTo>
                  <a:lnTo>
                    <a:pt x="132842" y="41401"/>
                  </a:lnTo>
                  <a:lnTo>
                    <a:pt x="132926" y="41148"/>
                  </a:lnTo>
                  <a:lnTo>
                    <a:pt x="133096" y="40766"/>
                  </a:lnTo>
                  <a:close/>
                </a:path>
                <a:path w="372109" h="110489">
                  <a:moveTo>
                    <a:pt x="131445" y="28955"/>
                  </a:moveTo>
                  <a:lnTo>
                    <a:pt x="111887" y="28955"/>
                  </a:lnTo>
                  <a:lnTo>
                    <a:pt x="110109" y="30099"/>
                  </a:lnTo>
                  <a:lnTo>
                    <a:pt x="108204" y="31114"/>
                  </a:lnTo>
                  <a:lnTo>
                    <a:pt x="106163" y="32765"/>
                  </a:lnTo>
                  <a:lnTo>
                    <a:pt x="102235" y="36449"/>
                  </a:lnTo>
                  <a:lnTo>
                    <a:pt x="99853" y="38988"/>
                  </a:lnTo>
                  <a:lnTo>
                    <a:pt x="97567" y="42037"/>
                  </a:lnTo>
                  <a:lnTo>
                    <a:pt x="113138" y="42037"/>
                  </a:lnTo>
                  <a:lnTo>
                    <a:pt x="113792" y="41655"/>
                  </a:lnTo>
                  <a:lnTo>
                    <a:pt x="115316" y="41148"/>
                  </a:lnTo>
                  <a:lnTo>
                    <a:pt x="116230" y="40766"/>
                  </a:lnTo>
                  <a:lnTo>
                    <a:pt x="133201" y="40766"/>
                  </a:lnTo>
                  <a:lnTo>
                    <a:pt x="133350" y="38988"/>
                  </a:lnTo>
                  <a:lnTo>
                    <a:pt x="133477" y="38100"/>
                  </a:lnTo>
                  <a:lnTo>
                    <a:pt x="133477" y="32765"/>
                  </a:lnTo>
                  <a:lnTo>
                    <a:pt x="133223" y="31114"/>
                  </a:lnTo>
                  <a:lnTo>
                    <a:pt x="133096" y="30734"/>
                  </a:lnTo>
                  <a:lnTo>
                    <a:pt x="132969" y="30099"/>
                  </a:lnTo>
                  <a:lnTo>
                    <a:pt x="132842" y="29845"/>
                  </a:lnTo>
                  <a:lnTo>
                    <a:pt x="132588" y="29590"/>
                  </a:lnTo>
                  <a:lnTo>
                    <a:pt x="132016" y="29210"/>
                  </a:lnTo>
                  <a:lnTo>
                    <a:pt x="132207" y="29210"/>
                  </a:lnTo>
                  <a:lnTo>
                    <a:pt x="131445" y="28955"/>
                  </a:lnTo>
                  <a:close/>
                </a:path>
                <a:path w="372109" h="110489">
                  <a:moveTo>
                    <a:pt x="96266" y="28955"/>
                  </a:moveTo>
                  <a:lnTo>
                    <a:pt x="84963" y="28955"/>
                  </a:lnTo>
                  <a:lnTo>
                    <a:pt x="84328" y="29210"/>
                  </a:lnTo>
                  <a:lnTo>
                    <a:pt x="83756" y="29590"/>
                  </a:lnTo>
                  <a:lnTo>
                    <a:pt x="97345" y="29590"/>
                  </a:lnTo>
                  <a:lnTo>
                    <a:pt x="96774" y="29210"/>
                  </a:lnTo>
                  <a:lnTo>
                    <a:pt x="96266" y="28955"/>
                  </a:lnTo>
                  <a:close/>
                </a:path>
                <a:path w="372109" h="110489">
                  <a:moveTo>
                    <a:pt x="113157" y="28448"/>
                  </a:moveTo>
                  <a:lnTo>
                    <a:pt x="95250" y="28448"/>
                  </a:lnTo>
                  <a:lnTo>
                    <a:pt x="96266" y="28955"/>
                  </a:lnTo>
                  <a:lnTo>
                    <a:pt x="111887" y="28955"/>
                  </a:lnTo>
                  <a:lnTo>
                    <a:pt x="113157" y="28448"/>
                  </a:lnTo>
                  <a:close/>
                </a:path>
                <a:path w="372109" h="110489">
                  <a:moveTo>
                    <a:pt x="128270" y="27939"/>
                  </a:moveTo>
                  <a:lnTo>
                    <a:pt x="114977" y="27939"/>
                  </a:lnTo>
                  <a:lnTo>
                    <a:pt x="113792" y="28194"/>
                  </a:lnTo>
                  <a:lnTo>
                    <a:pt x="113157" y="28448"/>
                  </a:lnTo>
                  <a:lnTo>
                    <a:pt x="130175" y="28448"/>
                  </a:lnTo>
                  <a:lnTo>
                    <a:pt x="129286" y="28194"/>
                  </a:lnTo>
                  <a:lnTo>
                    <a:pt x="128270" y="27939"/>
                  </a:lnTo>
                  <a:close/>
                </a:path>
                <a:path w="372109" h="110489">
                  <a:moveTo>
                    <a:pt x="123697" y="27304"/>
                  </a:moveTo>
                  <a:lnTo>
                    <a:pt x="117348" y="27304"/>
                  </a:lnTo>
                  <a:lnTo>
                    <a:pt x="115125" y="27939"/>
                  </a:lnTo>
                  <a:lnTo>
                    <a:pt x="129413" y="27939"/>
                  </a:lnTo>
                  <a:lnTo>
                    <a:pt x="123697" y="27304"/>
                  </a:lnTo>
                  <a:close/>
                </a:path>
                <a:path w="372109" h="110489">
                  <a:moveTo>
                    <a:pt x="189103" y="27177"/>
                  </a:moveTo>
                  <a:lnTo>
                    <a:pt x="174752" y="27177"/>
                  </a:lnTo>
                  <a:lnTo>
                    <a:pt x="168402" y="28194"/>
                  </a:lnTo>
                  <a:lnTo>
                    <a:pt x="141224" y="52450"/>
                  </a:lnTo>
                  <a:lnTo>
                    <a:pt x="139319" y="57658"/>
                  </a:lnTo>
                  <a:lnTo>
                    <a:pt x="138430" y="63246"/>
                  </a:lnTo>
                  <a:lnTo>
                    <a:pt x="138548" y="76580"/>
                  </a:lnTo>
                  <a:lnTo>
                    <a:pt x="139319" y="81534"/>
                  </a:lnTo>
                  <a:lnTo>
                    <a:pt x="141097" y="86613"/>
                  </a:lnTo>
                  <a:lnTo>
                    <a:pt x="142748" y="91694"/>
                  </a:lnTo>
                  <a:lnTo>
                    <a:pt x="145288" y="95885"/>
                  </a:lnTo>
                  <a:lnTo>
                    <a:pt x="148844" y="99440"/>
                  </a:lnTo>
                  <a:lnTo>
                    <a:pt x="152273" y="102997"/>
                  </a:lnTo>
                  <a:lnTo>
                    <a:pt x="156718" y="105663"/>
                  </a:lnTo>
                  <a:lnTo>
                    <a:pt x="161925" y="107569"/>
                  </a:lnTo>
                  <a:lnTo>
                    <a:pt x="167132" y="109347"/>
                  </a:lnTo>
                  <a:lnTo>
                    <a:pt x="173228" y="110362"/>
                  </a:lnTo>
                  <a:lnTo>
                    <a:pt x="187452" y="110362"/>
                  </a:lnTo>
                  <a:lnTo>
                    <a:pt x="193096" y="109347"/>
                  </a:lnTo>
                  <a:lnTo>
                    <a:pt x="193452" y="109347"/>
                  </a:lnTo>
                  <a:lnTo>
                    <a:pt x="199390" y="107187"/>
                  </a:lnTo>
                  <a:lnTo>
                    <a:pt x="204851" y="105028"/>
                  </a:lnTo>
                  <a:lnTo>
                    <a:pt x="209423" y="102108"/>
                  </a:lnTo>
                  <a:lnTo>
                    <a:pt x="212735" y="98678"/>
                  </a:lnTo>
                  <a:lnTo>
                    <a:pt x="176022" y="98678"/>
                  </a:lnTo>
                  <a:lnTo>
                    <a:pt x="172429" y="97916"/>
                  </a:lnTo>
                  <a:lnTo>
                    <a:pt x="172116" y="97916"/>
                  </a:lnTo>
                  <a:lnTo>
                    <a:pt x="168687" y="96392"/>
                  </a:lnTo>
                  <a:lnTo>
                    <a:pt x="154813" y="63246"/>
                  </a:lnTo>
                  <a:lnTo>
                    <a:pt x="155019" y="61595"/>
                  </a:lnTo>
                  <a:lnTo>
                    <a:pt x="155114" y="60833"/>
                  </a:lnTo>
                  <a:lnTo>
                    <a:pt x="155194" y="60198"/>
                  </a:lnTo>
                  <a:lnTo>
                    <a:pt x="156337" y="56514"/>
                  </a:lnTo>
                  <a:lnTo>
                    <a:pt x="157353" y="52959"/>
                  </a:lnTo>
                  <a:lnTo>
                    <a:pt x="176784" y="38735"/>
                  </a:lnTo>
                  <a:lnTo>
                    <a:pt x="214249" y="38735"/>
                  </a:lnTo>
                  <a:lnTo>
                    <a:pt x="213487" y="37973"/>
                  </a:lnTo>
                  <a:lnTo>
                    <a:pt x="210058" y="34416"/>
                  </a:lnTo>
                  <a:lnTo>
                    <a:pt x="205740" y="31750"/>
                  </a:lnTo>
                  <a:lnTo>
                    <a:pt x="200533" y="29972"/>
                  </a:lnTo>
                  <a:lnTo>
                    <a:pt x="195199" y="28066"/>
                  </a:lnTo>
                  <a:lnTo>
                    <a:pt x="189103" y="27177"/>
                  </a:lnTo>
                  <a:close/>
                </a:path>
                <a:path w="372109" h="110489">
                  <a:moveTo>
                    <a:pt x="214249" y="38735"/>
                  </a:moveTo>
                  <a:lnTo>
                    <a:pt x="186563" y="38735"/>
                  </a:lnTo>
                  <a:lnTo>
                    <a:pt x="190754" y="39497"/>
                  </a:lnTo>
                  <a:lnTo>
                    <a:pt x="194183" y="41148"/>
                  </a:lnTo>
                  <a:lnTo>
                    <a:pt x="207673" y="74040"/>
                  </a:lnTo>
                  <a:lnTo>
                    <a:pt x="207444" y="75819"/>
                  </a:lnTo>
                  <a:lnTo>
                    <a:pt x="207345" y="76580"/>
                  </a:lnTo>
                  <a:lnTo>
                    <a:pt x="207264" y="77215"/>
                  </a:lnTo>
                  <a:lnTo>
                    <a:pt x="193040" y="96392"/>
                  </a:lnTo>
                  <a:lnTo>
                    <a:pt x="189738" y="97916"/>
                  </a:lnTo>
                  <a:lnTo>
                    <a:pt x="185674" y="98678"/>
                  </a:lnTo>
                  <a:lnTo>
                    <a:pt x="212735" y="98678"/>
                  </a:lnTo>
                  <a:lnTo>
                    <a:pt x="216662" y="94614"/>
                  </a:lnTo>
                  <a:lnTo>
                    <a:pt x="219456" y="90170"/>
                  </a:lnTo>
                  <a:lnTo>
                    <a:pt x="223012" y="79755"/>
                  </a:lnTo>
                  <a:lnTo>
                    <a:pt x="224028" y="74040"/>
                  </a:lnTo>
                  <a:lnTo>
                    <a:pt x="223909" y="60833"/>
                  </a:lnTo>
                  <a:lnTo>
                    <a:pt x="223415" y="57658"/>
                  </a:lnTo>
                  <a:lnTo>
                    <a:pt x="223356" y="57276"/>
                  </a:lnTo>
                  <a:lnTo>
                    <a:pt x="223237" y="56514"/>
                  </a:lnTo>
                  <a:lnTo>
                    <a:pt x="223139" y="55879"/>
                  </a:lnTo>
                  <a:lnTo>
                    <a:pt x="221361" y="50800"/>
                  </a:lnTo>
                  <a:lnTo>
                    <a:pt x="219583" y="45847"/>
                  </a:lnTo>
                  <a:lnTo>
                    <a:pt x="217043" y="41528"/>
                  </a:lnTo>
                  <a:lnTo>
                    <a:pt x="214249" y="38735"/>
                  </a:lnTo>
                  <a:close/>
                </a:path>
                <a:path w="372109" h="110489">
                  <a:moveTo>
                    <a:pt x="256730" y="109092"/>
                  </a:moveTo>
                  <a:lnTo>
                    <a:pt x="249047" y="109092"/>
                  </a:lnTo>
                  <a:lnTo>
                    <a:pt x="250063" y="109220"/>
                  </a:lnTo>
                  <a:lnTo>
                    <a:pt x="255778" y="109220"/>
                  </a:lnTo>
                  <a:lnTo>
                    <a:pt x="256730" y="109092"/>
                  </a:lnTo>
                  <a:close/>
                </a:path>
                <a:path w="372109" h="110489">
                  <a:moveTo>
                    <a:pt x="312166" y="109092"/>
                  </a:moveTo>
                  <a:lnTo>
                    <a:pt x="304673" y="109092"/>
                  </a:lnTo>
                  <a:lnTo>
                    <a:pt x="305689" y="109220"/>
                  </a:lnTo>
                  <a:lnTo>
                    <a:pt x="311150" y="109220"/>
                  </a:lnTo>
                  <a:lnTo>
                    <a:pt x="312166" y="109092"/>
                  </a:lnTo>
                  <a:close/>
                </a:path>
                <a:path w="372109" h="110489">
                  <a:moveTo>
                    <a:pt x="367919" y="109092"/>
                  </a:moveTo>
                  <a:lnTo>
                    <a:pt x="360172" y="109092"/>
                  </a:lnTo>
                  <a:lnTo>
                    <a:pt x="361188" y="109220"/>
                  </a:lnTo>
                  <a:lnTo>
                    <a:pt x="366903" y="109220"/>
                  </a:lnTo>
                  <a:lnTo>
                    <a:pt x="367919" y="109092"/>
                  </a:lnTo>
                  <a:close/>
                </a:path>
                <a:path w="372109" h="110489">
                  <a:moveTo>
                    <a:pt x="258614" y="108712"/>
                  </a:moveTo>
                  <a:lnTo>
                    <a:pt x="247269" y="108712"/>
                  </a:lnTo>
                  <a:lnTo>
                    <a:pt x="248412" y="109092"/>
                  </a:lnTo>
                  <a:lnTo>
                    <a:pt x="257217" y="109092"/>
                  </a:lnTo>
                  <a:lnTo>
                    <a:pt x="258614" y="108712"/>
                  </a:lnTo>
                  <a:close/>
                </a:path>
                <a:path w="372109" h="110489">
                  <a:moveTo>
                    <a:pt x="314071" y="108712"/>
                  </a:moveTo>
                  <a:lnTo>
                    <a:pt x="302768" y="108712"/>
                  </a:lnTo>
                  <a:lnTo>
                    <a:pt x="304101" y="109092"/>
                  </a:lnTo>
                  <a:lnTo>
                    <a:pt x="312737" y="109092"/>
                  </a:lnTo>
                  <a:lnTo>
                    <a:pt x="314071" y="108712"/>
                  </a:lnTo>
                  <a:close/>
                </a:path>
                <a:path w="372109" h="110489">
                  <a:moveTo>
                    <a:pt x="369697" y="108712"/>
                  </a:moveTo>
                  <a:lnTo>
                    <a:pt x="358394" y="108712"/>
                  </a:lnTo>
                  <a:lnTo>
                    <a:pt x="359537" y="109092"/>
                  </a:lnTo>
                  <a:lnTo>
                    <a:pt x="368554" y="109092"/>
                  </a:lnTo>
                  <a:lnTo>
                    <a:pt x="369697" y="108712"/>
                  </a:lnTo>
                  <a:close/>
                </a:path>
                <a:path w="372109" h="110489">
                  <a:moveTo>
                    <a:pt x="257302" y="28701"/>
                  </a:moveTo>
                  <a:lnTo>
                    <a:pt x="247015" y="28701"/>
                  </a:lnTo>
                  <a:lnTo>
                    <a:pt x="246507" y="28955"/>
                  </a:lnTo>
                  <a:lnTo>
                    <a:pt x="245237" y="29463"/>
                  </a:lnTo>
                  <a:lnTo>
                    <a:pt x="245491" y="29463"/>
                  </a:lnTo>
                  <a:lnTo>
                    <a:pt x="245491" y="29717"/>
                  </a:lnTo>
                  <a:lnTo>
                    <a:pt x="245110" y="30099"/>
                  </a:lnTo>
                  <a:lnTo>
                    <a:pt x="245110" y="107441"/>
                  </a:lnTo>
                  <a:lnTo>
                    <a:pt x="245364" y="107696"/>
                  </a:lnTo>
                  <a:lnTo>
                    <a:pt x="245618" y="108076"/>
                  </a:lnTo>
                  <a:lnTo>
                    <a:pt x="245999" y="108330"/>
                  </a:lnTo>
                  <a:lnTo>
                    <a:pt x="246951" y="108712"/>
                  </a:lnTo>
                  <a:lnTo>
                    <a:pt x="258762" y="108712"/>
                  </a:lnTo>
                  <a:lnTo>
                    <a:pt x="259715" y="108330"/>
                  </a:lnTo>
                  <a:lnTo>
                    <a:pt x="260096" y="108076"/>
                  </a:lnTo>
                  <a:lnTo>
                    <a:pt x="260350" y="107696"/>
                  </a:lnTo>
                  <a:lnTo>
                    <a:pt x="260604" y="107441"/>
                  </a:lnTo>
                  <a:lnTo>
                    <a:pt x="260731" y="53721"/>
                  </a:lnTo>
                  <a:lnTo>
                    <a:pt x="265049" y="48895"/>
                  </a:lnTo>
                  <a:lnTo>
                    <a:pt x="268986" y="45338"/>
                  </a:lnTo>
                  <a:lnTo>
                    <a:pt x="272669" y="42925"/>
                  </a:lnTo>
                  <a:lnTo>
                    <a:pt x="275615" y="40894"/>
                  </a:lnTo>
                  <a:lnTo>
                    <a:pt x="259207" y="40894"/>
                  </a:lnTo>
                  <a:lnTo>
                    <a:pt x="259080" y="30099"/>
                  </a:lnTo>
                  <a:lnTo>
                    <a:pt x="258699" y="29717"/>
                  </a:lnTo>
                  <a:lnTo>
                    <a:pt x="258699" y="29463"/>
                  </a:lnTo>
                  <a:lnTo>
                    <a:pt x="257809" y="28955"/>
                  </a:lnTo>
                  <a:lnTo>
                    <a:pt x="257302" y="28701"/>
                  </a:lnTo>
                  <a:close/>
                </a:path>
                <a:path w="372109" h="110489">
                  <a:moveTo>
                    <a:pt x="311816" y="39115"/>
                  </a:moveTo>
                  <a:lnTo>
                    <a:pt x="286512" y="39115"/>
                  </a:lnTo>
                  <a:lnTo>
                    <a:pt x="289052" y="39624"/>
                  </a:lnTo>
                  <a:lnTo>
                    <a:pt x="291211" y="40639"/>
                  </a:lnTo>
                  <a:lnTo>
                    <a:pt x="300736" y="107441"/>
                  </a:lnTo>
                  <a:lnTo>
                    <a:pt x="300990" y="107696"/>
                  </a:lnTo>
                  <a:lnTo>
                    <a:pt x="301244" y="108076"/>
                  </a:lnTo>
                  <a:lnTo>
                    <a:pt x="301625" y="108330"/>
                  </a:lnTo>
                  <a:lnTo>
                    <a:pt x="302387" y="108712"/>
                  </a:lnTo>
                  <a:lnTo>
                    <a:pt x="314452" y="108712"/>
                  </a:lnTo>
                  <a:lnTo>
                    <a:pt x="315722" y="108076"/>
                  </a:lnTo>
                  <a:lnTo>
                    <a:pt x="315976" y="107696"/>
                  </a:lnTo>
                  <a:lnTo>
                    <a:pt x="316230" y="107441"/>
                  </a:lnTo>
                  <a:lnTo>
                    <a:pt x="316357" y="53721"/>
                  </a:lnTo>
                  <a:lnTo>
                    <a:pt x="320675" y="48895"/>
                  </a:lnTo>
                  <a:lnTo>
                    <a:pt x="324739" y="45338"/>
                  </a:lnTo>
                  <a:lnTo>
                    <a:pt x="329399" y="42163"/>
                  </a:lnTo>
                  <a:lnTo>
                    <a:pt x="313309" y="42163"/>
                  </a:lnTo>
                  <a:lnTo>
                    <a:pt x="312293" y="39877"/>
                  </a:lnTo>
                  <a:lnTo>
                    <a:pt x="311816" y="39115"/>
                  </a:lnTo>
                  <a:close/>
                </a:path>
                <a:path w="372109" h="110489">
                  <a:moveTo>
                    <a:pt x="367584" y="39115"/>
                  </a:moveTo>
                  <a:lnTo>
                    <a:pt x="342138" y="39115"/>
                  </a:lnTo>
                  <a:lnTo>
                    <a:pt x="344678" y="39624"/>
                  </a:lnTo>
                  <a:lnTo>
                    <a:pt x="348996" y="41655"/>
                  </a:lnTo>
                  <a:lnTo>
                    <a:pt x="356235" y="107441"/>
                  </a:lnTo>
                  <a:lnTo>
                    <a:pt x="356489" y="107696"/>
                  </a:lnTo>
                  <a:lnTo>
                    <a:pt x="356743" y="108076"/>
                  </a:lnTo>
                  <a:lnTo>
                    <a:pt x="357124" y="108330"/>
                  </a:lnTo>
                  <a:lnTo>
                    <a:pt x="358076" y="108712"/>
                  </a:lnTo>
                  <a:lnTo>
                    <a:pt x="370078" y="108712"/>
                  </a:lnTo>
                  <a:lnTo>
                    <a:pt x="370840" y="108330"/>
                  </a:lnTo>
                  <a:lnTo>
                    <a:pt x="371221" y="108076"/>
                  </a:lnTo>
                  <a:lnTo>
                    <a:pt x="371475" y="107696"/>
                  </a:lnTo>
                  <a:lnTo>
                    <a:pt x="371729" y="107441"/>
                  </a:lnTo>
                  <a:lnTo>
                    <a:pt x="371760" y="53721"/>
                  </a:lnTo>
                  <a:lnTo>
                    <a:pt x="368036" y="39877"/>
                  </a:lnTo>
                  <a:lnTo>
                    <a:pt x="367914" y="39624"/>
                  </a:lnTo>
                  <a:lnTo>
                    <a:pt x="367792" y="39370"/>
                  </a:lnTo>
                  <a:lnTo>
                    <a:pt x="367584" y="39115"/>
                  </a:lnTo>
                  <a:close/>
                </a:path>
                <a:path w="372109" h="110489">
                  <a:moveTo>
                    <a:pt x="347980" y="27177"/>
                  </a:moveTo>
                  <a:lnTo>
                    <a:pt x="340233" y="27177"/>
                  </a:lnTo>
                  <a:lnTo>
                    <a:pt x="336804" y="27559"/>
                  </a:lnTo>
                  <a:lnTo>
                    <a:pt x="337407" y="27559"/>
                  </a:lnTo>
                  <a:lnTo>
                    <a:pt x="333502" y="28448"/>
                  </a:lnTo>
                  <a:lnTo>
                    <a:pt x="321437" y="35178"/>
                  </a:lnTo>
                  <a:lnTo>
                    <a:pt x="318770" y="37084"/>
                  </a:lnTo>
                  <a:lnTo>
                    <a:pt x="316103" y="39370"/>
                  </a:lnTo>
                  <a:lnTo>
                    <a:pt x="313309" y="42163"/>
                  </a:lnTo>
                  <a:lnTo>
                    <a:pt x="329399" y="42163"/>
                  </a:lnTo>
                  <a:lnTo>
                    <a:pt x="331978" y="40386"/>
                  </a:lnTo>
                  <a:lnTo>
                    <a:pt x="335534" y="39115"/>
                  </a:lnTo>
                  <a:lnTo>
                    <a:pt x="367584" y="39115"/>
                  </a:lnTo>
                  <a:lnTo>
                    <a:pt x="365207" y="36195"/>
                  </a:lnTo>
                  <a:lnTo>
                    <a:pt x="363220" y="33654"/>
                  </a:lnTo>
                  <a:lnTo>
                    <a:pt x="360172" y="31369"/>
                  </a:lnTo>
                  <a:lnTo>
                    <a:pt x="356362" y="29717"/>
                  </a:lnTo>
                  <a:lnTo>
                    <a:pt x="352679" y="27939"/>
                  </a:lnTo>
                  <a:lnTo>
                    <a:pt x="347980" y="27177"/>
                  </a:lnTo>
                  <a:close/>
                </a:path>
                <a:path w="372109" h="110489">
                  <a:moveTo>
                    <a:pt x="290449" y="27177"/>
                  </a:moveTo>
                  <a:lnTo>
                    <a:pt x="282321" y="27177"/>
                  </a:lnTo>
                  <a:lnTo>
                    <a:pt x="277749" y="28194"/>
                  </a:lnTo>
                  <a:lnTo>
                    <a:pt x="273177" y="30479"/>
                  </a:lnTo>
                  <a:lnTo>
                    <a:pt x="268732" y="32638"/>
                  </a:lnTo>
                  <a:lnTo>
                    <a:pt x="264033" y="36195"/>
                  </a:lnTo>
                  <a:lnTo>
                    <a:pt x="259207" y="40894"/>
                  </a:lnTo>
                  <a:lnTo>
                    <a:pt x="275615" y="40894"/>
                  </a:lnTo>
                  <a:lnTo>
                    <a:pt x="276352" y="40386"/>
                  </a:lnTo>
                  <a:lnTo>
                    <a:pt x="280035" y="39115"/>
                  </a:lnTo>
                  <a:lnTo>
                    <a:pt x="311816" y="39115"/>
                  </a:lnTo>
                  <a:lnTo>
                    <a:pt x="311023" y="37846"/>
                  </a:lnTo>
                  <a:lnTo>
                    <a:pt x="309607" y="36195"/>
                  </a:lnTo>
                  <a:lnTo>
                    <a:pt x="307975" y="34162"/>
                  </a:lnTo>
                  <a:lnTo>
                    <a:pt x="306070" y="32638"/>
                  </a:lnTo>
                  <a:lnTo>
                    <a:pt x="303911" y="31369"/>
                  </a:lnTo>
                  <a:lnTo>
                    <a:pt x="301948" y="30099"/>
                  </a:lnTo>
                  <a:lnTo>
                    <a:pt x="301148" y="29717"/>
                  </a:lnTo>
                  <a:lnTo>
                    <a:pt x="299339" y="28955"/>
                  </a:lnTo>
                  <a:lnTo>
                    <a:pt x="296545" y="28194"/>
                  </a:lnTo>
                  <a:lnTo>
                    <a:pt x="293624" y="27559"/>
                  </a:lnTo>
                  <a:lnTo>
                    <a:pt x="290449" y="27177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446132" y="3033902"/>
              <a:ext cx="157734" cy="1132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666096" y="3033902"/>
              <a:ext cx="699770" cy="1423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33684" y="3033902"/>
              <a:ext cx="157734" cy="11328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00421" y="3295776"/>
              <a:ext cx="577214" cy="11811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492877" y="3295776"/>
              <a:ext cx="316865" cy="147320"/>
            </a:xfrm>
            <a:custGeom>
              <a:avLst/>
              <a:gdLst/>
              <a:ahLst/>
              <a:cxnLst/>
              <a:rect l="l" t="t" r="r" b="b"/>
              <a:pathLst>
                <a:path w="316864" h="147320">
                  <a:moveTo>
                    <a:pt x="46101" y="72898"/>
                  </a:moveTo>
                  <a:lnTo>
                    <a:pt x="45720" y="70612"/>
                  </a:lnTo>
                  <a:lnTo>
                    <a:pt x="44958" y="68961"/>
                  </a:lnTo>
                  <a:lnTo>
                    <a:pt x="44577" y="68707"/>
                  </a:lnTo>
                  <a:lnTo>
                    <a:pt x="43688" y="68326"/>
                  </a:lnTo>
                  <a:lnTo>
                    <a:pt x="2286" y="68326"/>
                  </a:lnTo>
                  <a:lnTo>
                    <a:pt x="1397" y="68707"/>
                  </a:lnTo>
                  <a:lnTo>
                    <a:pt x="889" y="69596"/>
                  </a:lnTo>
                  <a:lnTo>
                    <a:pt x="254" y="70358"/>
                  </a:lnTo>
                  <a:lnTo>
                    <a:pt x="0" y="71882"/>
                  </a:lnTo>
                  <a:lnTo>
                    <a:pt x="0" y="76073"/>
                  </a:lnTo>
                  <a:lnTo>
                    <a:pt x="254" y="77597"/>
                  </a:lnTo>
                  <a:lnTo>
                    <a:pt x="889" y="78486"/>
                  </a:lnTo>
                  <a:lnTo>
                    <a:pt x="1397" y="79375"/>
                  </a:lnTo>
                  <a:lnTo>
                    <a:pt x="2286" y="79756"/>
                  </a:lnTo>
                  <a:lnTo>
                    <a:pt x="43815" y="79756"/>
                  </a:lnTo>
                  <a:lnTo>
                    <a:pt x="44704" y="79375"/>
                  </a:lnTo>
                  <a:lnTo>
                    <a:pt x="45212" y="78486"/>
                  </a:lnTo>
                  <a:lnTo>
                    <a:pt x="45847" y="77724"/>
                  </a:lnTo>
                  <a:lnTo>
                    <a:pt x="46101" y="76200"/>
                  </a:lnTo>
                  <a:lnTo>
                    <a:pt x="46101" y="74041"/>
                  </a:lnTo>
                  <a:lnTo>
                    <a:pt x="46101" y="72898"/>
                  </a:lnTo>
                  <a:close/>
                </a:path>
                <a:path w="316864" h="147320">
                  <a:moveTo>
                    <a:pt x="136906" y="1905"/>
                  </a:moveTo>
                  <a:lnTo>
                    <a:pt x="136779" y="1524"/>
                  </a:lnTo>
                  <a:lnTo>
                    <a:pt x="136525" y="1270"/>
                  </a:lnTo>
                  <a:lnTo>
                    <a:pt x="136271" y="889"/>
                  </a:lnTo>
                  <a:lnTo>
                    <a:pt x="135255" y="381"/>
                  </a:lnTo>
                  <a:lnTo>
                    <a:pt x="134620" y="127"/>
                  </a:lnTo>
                  <a:lnTo>
                    <a:pt x="133858" y="0"/>
                  </a:lnTo>
                  <a:lnTo>
                    <a:pt x="124333" y="0"/>
                  </a:lnTo>
                  <a:lnTo>
                    <a:pt x="123571" y="127"/>
                  </a:lnTo>
                  <a:lnTo>
                    <a:pt x="123075" y="330"/>
                  </a:lnTo>
                  <a:lnTo>
                    <a:pt x="123075" y="105918"/>
                  </a:lnTo>
                  <a:lnTo>
                    <a:pt x="121488" y="105918"/>
                  </a:lnTo>
                  <a:lnTo>
                    <a:pt x="123063" y="104394"/>
                  </a:lnTo>
                  <a:lnTo>
                    <a:pt x="123075" y="105918"/>
                  </a:lnTo>
                  <a:lnTo>
                    <a:pt x="123075" y="330"/>
                  </a:lnTo>
                  <a:lnTo>
                    <a:pt x="122301" y="635"/>
                  </a:lnTo>
                  <a:lnTo>
                    <a:pt x="121793" y="889"/>
                  </a:lnTo>
                  <a:lnTo>
                    <a:pt x="121666" y="1270"/>
                  </a:lnTo>
                  <a:lnTo>
                    <a:pt x="121412" y="1524"/>
                  </a:lnTo>
                  <a:lnTo>
                    <a:pt x="121285" y="46355"/>
                  </a:lnTo>
                  <a:lnTo>
                    <a:pt x="121285" y="61087"/>
                  </a:lnTo>
                  <a:lnTo>
                    <a:pt x="121285" y="91440"/>
                  </a:lnTo>
                  <a:lnTo>
                    <a:pt x="118986" y="93980"/>
                  </a:lnTo>
                  <a:lnTo>
                    <a:pt x="116586" y="96520"/>
                  </a:lnTo>
                  <a:lnTo>
                    <a:pt x="114300" y="98298"/>
                  </a:lnTo>
                  <a:lnTo>
                    <a:pt x="112141" y="100203"/>
                  </a:lnTo>
                  <a:lnTo>
                    <a:pt x="109982" y="101727"/>
                  </a:lnTo>
                  <a:lnTo>
                    <a:pt x="108077" y="102870"/>
                  </a:lnTo>
                  <a:lnTo>
                    <a:pt x="106045" y="104140"/>
                  </a:lnTo>
                  <a:lnTo>
                    <a:pt x="104013" y="104902"/>
                  </a:lnTo>
                  <a:lnTo>
                    <a:pt x="100203" y="105918"/>
                  </a:lnTo>
                  <a:lnTo>
                    <a:pt x="91084" y="105918"/>
                  </a:lnTo>
                  <a:lnTo>
                    <a:pt x="88646" y="105283"/>
                  </a:lnTo>
                  <a:lnTo>
                    <a:pt x="83312" y="101981"/>
                  </a:lnTo>
                  <a:lnTo>
                    <a:pt x="81153" y="99695"/>
                  </a:lnTo>
                  <a:lnTo>
                    <a:pt x="79502" y="96774"/>
                  </a:lnTo>
                  <a:lnTo>
                    <a:pt x="77914" y="94107"/>
                  </a:lnTo>
                  <a:lnTo>
                    <a:pt x="77851" y="93980"/>
                  </a:lnTo>
                  <a:lnTo>
                    <a:pt x="76708" y="90805"/>
                  </a:lnTo>
                  <a:lnTo>
                    <a:pt x="75438" y="83439"/>
                  </a:lnTo>
                  <a:lnTo>
                    <a:pt x="75057" y="79756"/>
                  </a:lnTo>
                  <a:lnTo>
                    <a:pt x="75057" y="72390"/>
                  </a:lnTo>
                  <a:lnTo>
                    <a:pt x="86741" y="49403"/>
                  </a:lnTo>
                  <a:lnTo>
                    <a:pt x="89535" y="47625"/>
                  </a:lnTo>
                  <a:lnTo>
                    <a:pt x="92837" y="46863"/>
                  </a:lnTo>
                  <a:lnTo>
                    <a:pt x="101092" y="46863"/>
                  </a:lnTo>
                  <a:lnTo>
                    <a:pt x="105156" y="48006"/>
                  </a:lnTo>
                  <a:lnTo>
                    <a:pt x="109093" y="50546"/>
                  </a:lnTo>
                  <a:lnTo>
                    <a:pt x="113030" y="52959"/>
                  </a:lnTo>
                  <a:lnTo>
                    <a:pt x="117094" y="56515"/>
                  </a:lnTo>
                  <a:lnTo>
                    <a:pt x="121285" y="61087"/>
                  </a:lnTo>
                  <a:lnTo>
                    <a:pt x="121285" y="46355"/>
                  </a:lnTo>
                  <a:lnTo>
                    <a:pt x="117348" y="42672"/>
                  </a:lnTo>
                  <a:lnTo>
                    <a:pt x="113334" y="39878"/>
                  </a:lnTo>
                  <a:lnTo>
                    <a:pt x="109093" y="37846"/>
                  </a:lnTo>
                  <a:lnTo>
                    <a:pt x="105270" y="35941"/>
                  </a:lnTo>
                  <a:lnTo>
                    <a:pt x="105676" y="35941"/>
                  </a:lnTo>
                  <a:lnTo>
                    <a:pt x="100457" y="34925"/>
                  </a:lnTo>
                  <a:lnTo>
                    <a:pt x="89535" y="34925"/>
                  </a:lnTo>
                  <a:lnTo>
                    <a:pt x="61341" y="59817"/>
                  </a:lnTo>
                  <a:lnTo>
                    <a:pt x="59690" y="65024"/>
                  </a:lnTo>
                  <a:lnTo>
                    <a:pt x="58928" y="70993"/>
                  </a:lnTo>
                  <a:lnTo>
                    <a:pt x="58978" y="83439"/>
                  </a:lnTo>
                  <a:lnTo>
                    <a:pt x="59563" y="88138"/>
                  </a:lnTo>
                  <a:lnTo>
                    <a:pt x="87249" y="118110"/>
                  </a:lnTo>
                  <a:lnTo>
                    <a:pt x="99187" y="118110"/>
                  </a:lnTo>
                  <a:lnTo>
                    <a:pt x="103873" y="116967"/>
                  </a:lnTo>
                  <a:lnTo>
                    <a:pt x="104140" y="116967"/>
                  </a:lnTo>
                  <a:lnTo>
                    <a:pt x="114046" y="112014"/>
                  </a:lnTo>
                  <a:lnTo>
                    <a:pt x="118618" y="108712"/>
                  </a:lnTo>
                  <a:lnTo>
                    <a:pt x="121221" y="106172"/>
                  </a:lnTo>
                  <a:lnTo>
                    <a:pt x="123075" y="106172"/>
                  </a:lnTo>
                  <a:lnTo>
                    <a:pt x="124714" y="116332"/>
                  </a:lnTo>
                  <a:lnTo>
                    <a:pt x="125222" y="116586"/>
                  </a:lnTo>
                  <a:lnTo>
                    <a:pt x="135001" y="116586"/>
                  </a:lnTo>
                  <a:lnTo>
                    <a:pt x="136017" y="116078"/>
                  </a:lnTo>
                  <a:lnTo>
                    <a:pt x="136398" y="115824"/>
                  </a:lnTo>
                  <a:lnTo>
                    <a:pt x="136652" y="115570"/>
                  </a:lnTo>
                  <a:lnTo>
                    <a:pt x="136906" y="114808"/>
                  </a:lnTo>
                  <a:lnTo>
                    <a:pt x="136906" y="104394"/>
                  </a:lnTo>
                  <a:lnTo>
                    <a:pt x="136906" y="46863"/>
                  </a:lnTo>
                  <a:lnTo>
                    <a:pt x="136906" y="46355"/>
                  </a:lnTo>
                  <a:lnTo>
                    <a:pt x="136906" y="1905"/>
                  </a:lnTo>
                  <a:close/>
                </a:path>
                <a:path w="316864" h="147320">
                  <a:moveTo>
                    <a:pt x="225679" y="58674"/>
                  </a:moveTo>
                  <a:lnTo>
                    <a:pt x="225171" y="54610"/>
                  </a:lnTo>
                  <a:lnTo>
                    <a:pt x="223901" y="51054"/>
                  </a:lnTo>
                  <a:lnTo>
                    <a:pt x="222758" y="47498"/>
                  </a:lnTo>
                  <a:lnTo>
                    <a:pt x="221843" y="46101"/>
                  </a:lnTo>
                  <a:lnTo>
                    <a:pt x="220853" y="44577"/>
                  </a:lnTo>
                  <a:lnTo>
                    <a:pt x="215519" y="39751"/>
                  </a:lnTo>
                  <a:lnTo>
                    <a:pt x="212090" y="37973"/>
                  </a:lnTo>
                  <a:lnTo>
                    <a:pt x="207772" y="36703"/>
                  </a:lnTo>
                  <a:lnTo>
                    <a:pt x="203581" y="35560"/>
                  </a:lnTo>
                  <a:lnTo>
                    <a:pt x="198374" y="34925"/>
                  </a:lnTo>
                  <a:lnTo>
                    <a:pt x="188976" y="34925"/>
                  </a:lnTo>
                  <a:lnTo>
                    <a:pt x="166624" y="40386"/>
                  </a:lnTo>
                  <a:lnTo>
                    <a:pt x="164465" y="41402"/>
                  </a:lnTo>
                  <a:lnTo>
                    <a:pt x="160528" y="45339"/>
                  </a:lnTo>
                  <a:lnTo>
                    <a:pt x="160528" y="51562"/>
                  </a:lnTo>
                  <a:lnTo>
                    <a:pt x="160782" y="52197"/>
                  </a:lnTo>
                  <a:lnTo>
                    <a:pt x="161099" y="52705"/>
                  </a:lnTo>
                  <a:lnTo>
                    <a:pt x="161290" y="53086"/>
                  </a:lnTo>
                  <a:lnTo>
                    <a:pt x="161671" y="53467"/>
                  </a:lnTo>
                  <a:lnTo>
                    <a:pt x="162052" y="53594"/>
                  </a:lnTo>
                  <a:lnTo>
                    <a:pt x="162623" y="53975"/>
                  </a:lnTo>
                  <a:lnTo>
                    <a:pt x="164084" y="53975"/>
                  </a:lnTo>
                  <a:lnTo>
                    <a:pt x="165227" y="53594"/>
                  </a:lnTo>
                  <a:lnTo>
                    <a:pt x="166751" y="52705"/>
                  </a:lnTo>
                  <a:lnTo>
                    <a:pt x="170307" y="51054"/>
                  </a:lnTo>
                  <a:lnTo>
                    <a:pt x="172593" y="50038"/>
                  </a:lnTo>
                  <a:lnTo>
                    <a:pt x="177546" y="48133"/>
                  </a:lnTo>
                  <a:lnTo>
                    <a:pt x="183642" y="46609"/>
                  </a:lnTo>
                  <a:lnTo>
                    <a:pt x="187071" y="46101"/>
                  </a:lnTo>
                  <a:lnTo>
                    <a:pt x="194437" y="46101"/>
                  </a:lnTo>
                  <a:lnTo>
                    <a:pt x="198488" y="46609"/>
                  </a:lnTo>
                  <a:lnTo>
                    <a:pt x="197878" y="46609"/>
                  </a:lnTo>
                  <a:lnTo>
                    <a:pt x="202311" y="48006"/>
                  </a:lnTo>
                  <a:lnTo>
                    <a:pt x="204343" y="49149"/>
                  </a:lnTo>
                  <a:lnTo>
                    <a:pt x="207391" y="52197"/>
                  </a:lnTo>
                  <a:lnTo>
                    <a:pt x="208534" y="53975"/>
                  </a:lnTo>
                  <a:lnTo>
                    <a:pt x="209169" y="56261"/>
                  </a:lnTo>
                  <a:lnTo>
                    <a:pt x="209943" y="58674"/>
                  </a:lnTo>
                  <a:lnTo>
                    <a:pt x="210312" y="61087"/>
                  </a:lnTo>
                  <a:lnTo>
                    <a:pt x="210312" y="69850"/>
                  </a:lnTo>
                  <a:lnTo>
                    <a:pt x="210312" y="79883"/>
                  </a:lnTo>
                  <a:lnTo>
                    <a:pt x="210312" y="95885"/>
                  </a:lnTo>
                  <a:lnTo>
                    <a:pt x="206375" y="99695"/>
                  </a:lnTo>
                  <a:lnTo>
                    <a:pt x="202819" y="102616"/>
                  </a:lnTo>
                  <a:lnTo>
                    <a:pt x="199263" y="104394"/>
                  </a:lnTo>
                  <a:lnTo>
                    <a:pt x="195834" y="106299"/>
                  </a:lnTo>
                  <a:lnTo>
                    <a:pt x="192024" y="107188"/>
                  </a:lnTo>
                  <a:lnTo>
                    <a:pt x="182880" y="107188"/>
                  </a:lnTo>
                  <a:lnTo>
                    <a:pt x="179070" y="106045"/>
                  </a:lnTo>
                  <a:lnTo>
                    <a:pt x="176276" y="103759"/>
                  </a:lnTo>
                  <a:lnTo>
                    <a:pt x="173482" y="101346"/>
                  </a:lnTo>
                  <a:lnTo>
                    <a:pt x="172085" y="98298"/>
                  </a:lnTo>
                  <a:lnTo>
                    <a:pt x="172085" y="92075"/>
                  </a:lnTo>
                  <a:lnTo>
                    <a:pt x="192659" y="79883"/>
                  </a:lnTo>
                  <a:lnTo>
                    <a:pt x="210312" y="79883"/>
                  </a:lnTo>
                  <a:lnTo>
                    <a:pt x="210312" y="69850"/>
                  </a:lnTo>
                  <a:lnTo>
                    <a:pt x="192024" y="69850"/>
                  </a:lnTo>
                  <a:lnTo>
                    <a:pt x="186055" y="70358"/>
                  </a:lnTo>
                  <a:lnTo>
                    <a:pt x="156083" y="90805"/>
                  </a:lnTo>
                  <a:lnTo>
                    <a:pt x="156083" y="98679"/>
                  </a:lnTo>
                  <a:lnTo>
                    <a:pt x="180975" y="118110"/>
                  </a:lnTo>
                  <a:lnTo>
                    <a:pt x="190627" y="118110"/>
                  </a:lnTo>
                  <a:lnTo>
                    <a:pt x="195453" y="117094"/>
                  </a:lnTo>
                  <a:lnTo>
                    <a:pt x="199898" y="115062"/>
                  </a:lnTo>
                  <a:lnTo>
                    <a:pt x="204470" y="113157"/>
                  </a:lnTo>
                  <a:lnTo>
                    <a:pt x="208661" y="110363"/>
                  </a:lnTo>
                  <a:lnTo>
                    <a:pt x="212064" y="107188"/>
                  </a:lnTo>
                  <a:lnTo>
                    <a:pt x="212344" y="106934"/>
                  </a:lnTo>
                  <a:lnTo>
                    <a:pt x="212344" y="115062"/>
                  </a:lnTo>
                  <a:lnTo>
                    <a:pt x="212534" y="115443"/>
                  </a:lnTo>
                  <a:lnTo>
                    <a:pt x="212598" y="115570"/>
                  </a:lnTo>
                  <a:lnTo>
                    <a:pt x="212979" y="115951"/>
                  </a:lnTo>
                  <a:lnTo>
                    <a:pt x="213817" y="116586"/>
                  </a:lnTo>
                  <a:lnTo>
                    <a:pt x="214122" y="116586"/>
                  </a:lnTo>
                  <a:lnTo>
                    <a:pt x="215138" y="116713"/>
                  </a:lnTo>
                  <a:lnTo>
                    <a:pt x="222885" y="116713"/>
                  </a:lnTo>
                  <a:lnTo>
                    <a:pt x="223774" y="116586"/>
                  </a:lnTo>
                  <a:lnTo>
                    <a:pt x="224066" y="116586"/>
                  </a:lnTo>
                  <a:lnTo>
                    <a:pt x="225425" y="115570"/>
                  </a:lnTo>
                  <a:lnTo>
                    <a:pt x="225679" y="115062"/>
                  </a:lnTo>
                  <a:lnTo>
                    <a:pt x="225679" y="106934"/>
                  </a:lnTo>
                  <a:lnTo>
                    <a:pt x="225679" y="79883"/>
                  </a:lnTo>
                  <a:lnTo>
                    <a:pt x="225679" y="58674"/>
                  </a:lnTo>
                  <a:close/>
                </a:path>
                <a:path w="316864" h="147320">
                  <a:moveTo>
                    <a:pt x="316649" y="37592"/>
                  </a:moveTo>
                  <a:lnTo>
                    <a:pt x="315633" y="36830"/>
                  </a:lnTo>
                  <a:lnTo>
                    <a:pt x="315912" y="36830"/>
                  </a:lnTo>
                  <a:lnTo>
                    <a:pt x="314579" y="36449"/>
                  </a:lnTo>
                  <a:lnTo>
                    <a:pt x="311264" y="36068"/>
                  </a:lnTo>
                  <a:lnTo>
                    <a:pt x="306578" y="36068"/>
                  </a:lnTo>
                  <a:lnTo>
                    <a:pt x="303530" y="36449"/>
                  </a:lnTo>
                  <a:lnTo>
                    <a:pt x="302196" y="36830"/>
                  </a:lnTo>
                  <a:lnTo>
                    <a:pt x="302387" y="36830"/>
                  </a:lnTo>
                  <a:lnTo>
                    <a:pt x="301625" y="37211"/>
                  </a:lnTo>
                  <a:lnTo>
                    <a:pt x="301117" y="37973"/>
                  </a:lnTo>
                  <a:lnTo>
                    <a:pt x="277368" y="100076"/>
                  </a:lnTo>
                  <a:lnTo>
                    <a:pt x="277114" y="100076"/>
                  </a:lnTo>
                  <a:lnTo>
                    <a:pt x="252984" y="39370"/>
                  </a:lnTo>
                  <a:lnTo>
                    <a:pt x="252095" y="37592"/>
                  </a:lnTo>
                  <a:lnTo>
                    <a:pt x="251333" y="36830"/>
                  </a:lnTo>
                  <a:lnTo>
                    <a:pt x="251015" y="36830"/>
                  </a:lnTo>
                  <a:lnTo>
                    <a:pt x="250063" y="36449"/>
                  </a:lnTo>
                  <a:lnTo>
                    <a:pt x="247129" y="36068"/>
                  </a:lnTo>
                  <a:lnTo>
                    <a:pt x="241427" y="36068"/>
                  </a:lnTo>
                  <a:lnTo>
                    <a:pt x="237985" y="36449"/>
                  </a:lnTo>
                  <a:lnTo>
                    <a:pt x="238125" y="36449"/>
                  </a:lnTo>
                  <a:lnTo>
                    <a:pt x="236791" y="36830"/>
                  </a:lnTo>
                  <a:lnTo>
                    <a:pt x="237058" y="36830"/>
                  </a:lnTo>
                  <a:lnTo>
                    <a:pt x="236550" y="37211"/>
                  </a:lnTo>
                  <a:lnTo>
                    <a:pt x="236156" y="37592"/>
                  </a:lnTo>
                  <a:lnTo>
                    <a:pt x="235966" y="37973"/>
                  </a:lnTo>
                  <a:lnTo>
                    <a:pt x="235966" y="39370"/>
                  </a:lnTo>
                  <a:lnTo>
                    <a:pt x="236220" y="40259"/>
                  </a:lnTo>
                  <a:lnTo>
                    <a:pt x="236613" y="41148"/>
                  </a:lnTo>
                  <a:lnTo>
                    <a:pt x="266954" y="113792"/>
                  </a:lnTo>
                  <a:lnTo>
                    <a:pt x="267462" y="114808"/>
                  </a:lnTo>
                  <a:lnTo>
                    <a:pt x="268478" y="115824"/>
                  </a:lnTo>
                  <a:lnTo>
                    <a:pt x="268986" y="116205"/>
                  </a:lnTo>
                  <a:lnTo>
                    <a:pt x="269621" y="116459"/>
                  </a:lnTo>
                  <a:lnTo>
                    <a:pt x="257937" y="142748"/>
                  </a:lnTo>
                  <a:lnTo>
                    <a:pt x="257556" y="143510"/>
                  </a:lnTo>
                  <a:lnTo>
                    <a:pt x="257556" y="145415"/>
                  </a:lnTo>
                  <a:lnTo>
                    <a:pt x="257975" y="145923"/>
                  </a:lnTo>
                  <a:lnTo>
                    <a:pt x="258648" y="146431"/>
                  </a:lnTo>
                  <a:lnTo>
                    <a:pt x="258953" y="146431"/>
                  </a:lnTo>
                  <a:lnTo>
                    <a:pt x="260083" y="146812"/>
                  </a:lnTo>
                  <a:lnTo>
                    <a:pt x="260731" y="146812"/>
                  </a:lnTo>
                  <a:lnTo>
                    <a:pt x="262496" y="147066"/>
                  </a:lnTo>
                  <a:lnTo>
                    <a:pt x="267716" y="147066"/>
                  </a:lnTo>
                  <a:lnTo>
                    <a:pt x="270129" y="146812"/>
                  </a:lnTo>
                  <a:lnTo>
                    <a:pt x="271272" y="146431"/>
                  </a:lnTo>
                  <a:lnTo>
                    <a:pt x="273177" y="145923"/>
                  </a:lnTo>
                  <a:lnTo>
                    <a:pt x="274193" y="145161"/>
                  </a:lnTo>
                  <a:lnTo>
                    <a:pt x="274574" y="144272"/>
                  </a:lnTo>
                  <a:lnTo>
                    <a:pt x="285750" y="116459"/>
                  </a:lnTo>
                  <a:lnTo>
                    <a:pt x="292379" y="100076"/>
                  </a:lnTo>
                  <a:lnTo>
                    <a:pt x="316115" y="41402"/>
                  </a:lnTo>
                  <a:lnTo>
                    <a:pt x="316560" y="40259"/>
                  </a:lnTo>
                  <a:lnTo>
                    <a:pt x="316484" y="37592"/>
                  </a:lnTo>
                  <a:lnTo>
                    <a:pt x="316649" y="37592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70828" y="3295268"/>
              <a:ext cx="1297813" cy="14744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33411" y="3294887"/>
              <a:ext cx="789305" cy="119380"/>
            </a:xfrm>
            <a:custGeom>
              <a:avLst/>
              <a:gdLst/>
              <a:ahLst/>
              <a:cxnLst/>
              <a:rect l="l" t="t" r="r" b="b"/>
              <a:pathLst>
                <a:path w="789304" h="119379">
                  <a:moveTo>
                    <a:pt x="127889" y="39370"/>
                  </a:moveTo>
                  <a:lnTo>
                    <a:pt x="127762" y="38481"/>
                  </a:lnTo>
                  <a:lnTo>
                    <a:pt x="127381" y="37973"/>
                  </a:lnTo>
                  <a:lnTo>
                    <a:pt x="127000" y="37719"/>
                  </a:lnTo>
                  <a:lnTo>
                    <a:pt x="126238" y="37338"/>
                  </a:lnTo>
                  <a:lnTo>
                    <a:pt x="127381" y="37338"/>
                  </a:lnTo>
                  <a:lnTo>
                    <a:pt x="122796" y="36957"/>
                  </a:lnTo>
                  <a:lnTo>
                    <a:pt x="117729" y="36957"/>
                  </a:lnTo>
                  <a:lnTo>
                    <a:pt x="114490" y="37338"/>
                  </a:lnTo>
                  <a:lnTo>
                    <a:pt x="113538" y="37719"/>
                  </a:lnTo>
                  <a:lnTo>
                    <a:pt x="70358" y="37719"/>
                  </a:lnTo>
                  <a:lnTo>
                    <a:pt x="69583" y="37338"/>
                  </a:lnTo>
                  <a:lnTo>
                    <a:pt x="66408" y="36957"/>
                  </a:lnTo>
                  <a:lnTo>
                    <a:pt x="60960" y="36957"/>
                  </a:lnTo>
                  <a:lnTo>
                    <a:pt x="57975" y="37338"/>
                  </a:lnTo>
                  <a:lnTo>
                    <a:pt x="57023" y="37719"/>
                  </a:lnTo>
                  <a:lnTo>
                    <a:pt x="56642" y="37719"/>
                  </a:lnTo>
                  <a:lnTo>
                    <a:pt x="56642" y="37973"/>
                  </a:lnTo>
                  <a:lnTo>
                    <a:pt x="55956" y="38989"/>
                  </a:lnTo>
                  <a:lnTo>
                    <a:pt x="55880" y="39116"/>
                  </a:lnTo>
                  <a:lnTo>
                    <a:pt x="55753" y="39624"/>
                  </a:lnTo>
                  <a:lnTo>
                    <a:pt x="36957" y="101981"/>
                  </a:lnTo>
                  <a:lnTo>
                    <a:pt x="36830" y="102743"/>
                  </a:lnTo>
                  <a:lnTo>
                    <a:pt x="36703" y="101981"/>
                  </a:lnTo>
                  <a:lnTo>
                    <a:pt x="16256" y="39624"/>
                  </a:lnTo>
                  <a:lnTo>
                    <a:pt x="16129" y="39370"/>
                  </a:lnTo>
                  <a:lnTo>
                    <a:pt x="16002" y="39116"/>
                  </a:lnTo>
                  <a:lnTo>
                    <a:pt x="15240" y="37973"/>
                  </a:lnTo>
                  <a:lnTo>
                    <a:pt x="56642" y="37973"/>
                  </a:lnTo>
                  <a:lnTo>
                    <a:pt x="56642" y="37719"/>
                  </a:lnTo>
                  <a:lnTo>
                    <a:pt x="14859" y="37719"/>
                  </a:lnTo>
                  <a:lnTo>
                    <a:pt x="14097" y="37338"/>
                  </a:lnTo>
                  <a:lnTo>
                    <a:pt x="10655" y="36957"/>
                  </a:lnTo>
                  <a:lnTo>
                    <a:pt x="5715" y="36957"/>
                  </a:lnTo>
                  <a:lnTo>
                    <a:pt x="381" y="37338"/>
                  </a:lnTo>
                  <a:lnTo>
                    <a:pt x="2032" y="37338"/>
                  </a:lnTo>
                  <a:lnTo>
                    <a:pt x="584" y="37719"/>
                  </a:lnTo>
                  <a:lnTo>
                    <a:pt x="495" y="37858"/>
                  </a:lnTo>
                  <a:lnTo>
                    <a:pt x="0" y="38481"/>
                  </a:lnTo>
                  <a:lnTo>
                    <a:pt x="0" y="40259"/>
                  </a:lnTo>
                  <a:lnTo>
                    <a:pt x="127" y="40767"/>
                  </a:lnTo>
                  <a:lnTo>
                    <a:pt x="254" y="41402"/>
                  </a:lnTo>
                  <a:lnTo>
                    <a:pt x="508" y="42037"/>
                  </a:lnTo>
                  <a:lnTo>
                    <a:pt x="762" y="42926"/>
                  </a:lnTo>
                  <a:lnTo>
                    <a:pt x="25527" y="114808"/>
                  </a:lnTo>
                  <a:lnTo>
                    <a:pt x="25654" y="115443"/>
                  </a:lnTo>
                  <a:lnTo>
                    <a:pt x="26543" y="116332"/>
                  </a:lnTo>
                  <a:lnTo>
                    <a:pt x="26962" y="116713"/>
                  </a:lnTo>
                  <a:lnTo>
                    <a:pt x="27470" y="117094"/>
                  </a:lnTo>
                  <a:lnTo>
                    <a:pt x="27165" y="117094"/>
                  </a:lnTo>
                  <a:lnTo>
                    <a:pt x="29845" y="117475"/>
                  </a:lnTo>
                  <a:lnTo>
                    <a:pt x="29400" y="117475"/>
                  </a:lnTo>
                  <a:lnTo>
                    <a:pt x="29845" y="117602"/>
                  </a:lnTo>
                  <a:lnTo>
                    <a:pt x="41910" y="117602"/>
                  </a:lnTo>
                  <a:lnTo>
                    <a:pt x="42926" y="117475"/>
                  </a:lnTo>
                  <a:lnTo>
                    <a:pt x="44259" y="117094"/>
                  </a:lnTo>
                  <a:lnTo>
                    <a:pt x="44577" y="117094"/>
                  </a:lnTo>
                  <a:lnTo>
                    <a:pt x="45212" y="116713"/>
                  </a:lnTo>
                  <a:lnTo>
                    <a:pt x="45593" y="116332"/>
                  </a:lnTo>
                  <a:lnTo>
                    <a:pt x="46101" y="115951"/>
                  </a:lnTo>
                  <a:lnTo>
                    <a:pt x="46355" y="115443"/>
                  </a:lnTo>
                  <a:lnTo>
                    <a:pt x="46482" y="114808"/>
                  </a:lnTo>
                  <a:lnTo>
                    <a:pt x="50101" y="102743"/>
                  </a:lnTo>
                  <a:lnTo>
                    <a:pt x="62992" y="59944"/>
                  </a:lnTo>
                  <a:lnTo>
                    <a:pt x="63246" y="59182"/>
                  </a:lnTo>
                  <a:lnTo>
                    <a:pt x="63373" y="59944"/>
                  </a:lnTo>
                  <a:lnTo>
                    <a:pt x="81153" y="114808"/>
                  </a:lnTo>
                  <a:lnTo>
                    <a:pt x="85344" y="117475"/>
                  </a:lnTo>
                  <a:lnTo>
                    <a:pt x="85090" y="117475"/>
                  </a:lnTo>
                  <a:lnTo>
                    <a:pt x="85598" y="117602"/>
                  </a:lnTo>
                  <a:lnTo>
                    <a:pt x="97790" y="117602"/>
                  </a:lnTo>
                  <a:lnTo>
                    <a:pt x="98806" y="117475"/>
                  </a:lnTo>
                  <a:lnTo>
                    <a:pt x="99949" y="117094"/>
                  </a:lnTo>
                  <a:lnTo>
                    <a:pt x="100203" y="117094"/>
                  </a:lnTo>
                  <a:lnTo>
                    <a:pt x="106273" y="102743"/>
                  </a:lnTo>
                  <a:lnTo>
                    <a:pt x="127000" y="42926"/>
                  </a:lnTo>
                  <a:lnTo>
                    <a:pt x="127635" y="41402"/>
                  </a:lnTo>
                  <a:lnTo>
                    <a:pt x="127762" y="40767"/>
                  </a:lnTo>
                  <a:lnTo>
                    <a:pt x="127863" y="39624"/>
                  </a:lnTo>
                  <a:lnTo>
                    <a:pt x="112268" y="39624"/>
                  </a:lnTo>
                  <a:lnTo>
                    <a:pt x="92075" y="101981"/>
                  </a:lnTo>
                  <a:lnTo>
                    <a:pt x="92075" y="102743"/>
                  </a:lnTo>
                  <a:lnTo>
                    <a:pt x="77990" y="59182"/>
                  </a:lnTo>
                  <a:lnTo>
                    <a:pt x="71666" y="39624"/>
                  </a:lnTo>
                  <a:lnTo>
                    <a:pt x="112268" y="39624"/>
                  </a:lnTo>
                  <a:lnTo>
                    <a:pt x="112331" y="39370"/>
                  </a:lnTo>
                  <a:lnTo>
                    <a:pt x="71589" y="39370"/>
                  </a:lnTo>
                  <a:lnTo>
                    <a:pt x="71501" y="38989"/>
                  </a:lnTo>
                  <a:lnTo>
                    <a:pt x="71247" y="38608"/>
                  </a:lnTo>
                  <a:lnTo>
                    <a:pt x="71120" y="38481"/>
                  </a:lnTo>
                  <a:lnTo>
                    <a:pt x="70739" y="37973"/>
                  </a:lnTo>
                  <a:lnTo>
                    <a:pt x="113157" y="37973"/>
                  </a:lnTo>
                  <a:lnTo>
                    <a:pt x="112471" y="38989"/>
                  </a:lnTo>
                  <a:lnTo>
                    <a:pt x="112395" y="39116"/>
                  </a:lnTo>
                  <a:lnTo>
                    <a:pt x="112331" y="39370"/>
                  </a:lnTo>
                  <a:lnTo>
                    <a:pt x="127889" y="39370"/>
                  </a:lnTo>
                  <a:close/>
                </a:path>
                <a:path w="789304" h="119379">
                  <a:moveTo>
                    <a:pt x="214249" y="66675"/>
                  </a:moveTo>
                  <a:lnTo>
                    <a:pt x="213601" y="62738"/>
                  </a:lnTo>
                  <a:lnTo>
                    <a:pt x="213487" y="61976"/>
                  </a:lnTo>
                  <a:lnTo>
                    <a:pt x="210807" y="53721"/>
                  </a:lnTo>
                  <a:lnTo>
                    <a:pt x="210693" y="53340"/>
                  </a:lnTo>
                  <a:lnTo>
                    <a:pt x="208534" y="49530"/>
                  </a:lnTo>
                  <a:lnTo>
                    <a:pt x="205727" y="46609"/>
                  </a:lnTo>
                  <a:lnTo>
                    <a:pt x="202438" y="43053"/>
                  </a:lnTo>
                  <a:lnTo>
                    <a:pt x="198628" y="40513"/>
                  </a:lnTo>
                  <a:lnTo>
                    <a:pt x="198628" y="69977"/>
                  </a:lnTo>
                  <a:lnTo>
                    <a:pt x="152400" y="69977"/>
                  </a:lnTo>
                  <a:lnTo>
                    <a:pt x="152527" y="66929"/>
                  </a:lnTo>
                  <a:lnTo>
                    <a:pt x="153035" y="64008"/>
                  </a:lnTo>
                  <a:lnTo>
                    <a:pt x="154178" y="61087"/>
                  </a:lnTo>
                  <a:lnTo>
                    <a:pt x="155194" y="58293"/>
                  </a:lnTo>
                  <a:lnTo>
                    <a:pt x="156718" y="55880"/>
                  </a:lnTo>
                  <a:lnTo>
                    <a:pt x="158750" y="53721"/>
                  </a:lnTo>
                  <a:lnTo>
                    <a:pt x="160655" y="51562"/>
                  </a:lnTo>
                  <a:lnTo>
                    <a:pt x="163068" y="49911"/>
                  </a:lnTo>
                  <a:lnTo>
                    <a:pt x="165989" y="48514"/>
                  </a:lnTo>
                  <a:lnTo>
                    <a:pt x="168910" y="47244"/>
                  </a:lnTo>
                  <a:lnTo>
                    <a:pt x="172339" y="46609"/>
                  </a:lnTo>
                  <a:lnTo>
                    <a:pt x="183642" y="46609"/>
                  </a:lnTo>
                  <a:lnTo>
                    <a:pt x="189357" y="48641"/>
                  </a:lnTo>
                  <a:lnTo>
                    <a:pt x="196977" y="57023"/>
                  </a:lnTo>
                  <a:lnTo>
                    <a:pt x="198513" y="61976"/>
                  </a:lnTo>
                  <a:lnTo>
                    <a:pt x="198628" y="69977"/>
                  </a:lnTo>
                  <a:lnTo>
                    <a:pt x="198628" y="40513"/>
                  </a:lnTo>
                  <a:lnTo>
                    <a:pt x="189230" y="36703"/>
                  </a:lnTo>
                  <a:lnTo>
                    <a:pt x="183642" y="35814"/>
                  </a:lnTo>
                  <a:lnTo>
                    <a:pt x="170688" y="35814"/>
                  </a:lnTo>
                  <a:lnTo>
                    <a:pt x="165100" y="36703"/>
                  </a:lnTo>
                  <a:lnTo>
                    <a:pt x="160147" y="38735"/>
                  </a:lnTo>
                  <a:lnTo>
                    <a:pt x="155067" y="40640"/>
                  </a:lnTo>
                  <a:lnTo>
                    <a:pt x="136271" y="71247"/>
                  </a:lnTo>
                  <a:lnTo>
                    <a:pt x="136271" y="84582"/>
                  </a:lnTo>
                  <a:lnTo>
                    <a:pt x="165608" y="118110"/>
                  </a:lnTo>
                  <a:lnTo>
                    <a:pt x="171704" y="118999"/>
                  </a:lnTo>
                  <a:lnTo>
                    <a:pt x="182626" y="118999"/>
                  </a:lnTo>
                  <a:lnTo>
                    <a:pt x="209804" y="111760"/>
                  </a:lnTo>
                  <a:lnTo>
                    <a:pt x="210058" y="111506"/>
                  </a:lnTo>
                  <a:lnTo>
                    <a:pt x="209994" y="107696"/>
                  </a:lnTo>
                  <a:lnTo>
                    <a:pt x="209931" y="102870"/>
                  </a:lnTo>
                  <a:lnTo>
                    <a:pt x="209677" y="102489"/>
                  </a:lnTo>
                  <a:lnTo>
                    <a:pt x="209296" y="102235"/>
                  </a:lnTo>
                  <a:lnTo>
                    <a:pt x="208534" y="101981"/>
                  </a:lnTo>
                  <a:lnTo>
                    <a:pt x="207391" y="101981"/>
                  </a:lnTo>
                  <a:lnTo>
                    <a:pt x="206248" y="102235"/>
                  </a:lnTo>
                  <a:lnTo>
                    <a:pt x="204724" y="102870"/>
                  </a:lnTo>
                  <a:lnTo>
                    <a:pt x="203327" y="103378"/>
                  </a:lnTo>
                  <a:lnTo>
                    <a:pt x="201422" y="104140"/>
                  </a:lnTo>
                  <a:lnTo>
                    <a:pt x="199136" y="104775"/>
                  </a:lnTo>
                  <a:lnTo>
                    <a:pt x="196723" y="105537"/>
                  </a:lnTo>
                  <a:lnTo>
                    <a:pt x="194056" y="106172"/>
                  </a:lnTo>
                  <a:lnTo>
                    <a:pt x="187706" y="107442"/>
                  </a:lnTo>
                  <a:lnTo>
                    <a:pt x="184150" y="107696"/>
                  </a:lnTo>
                  <a:lnTo>
                    <a:pt x="175006" y="107696"/>
                  </a:lnTo>
                  <a:lnTo>
                    <a:pt x="160413" y="102235"/>
                  </a:lnTo>
                  <a:lnTo>
                    <a:pt x="158496" y="100203"/>
                  </a:lnTo>
                  <a:lnTo>
                    <a:pt x="156337" y="97790"/>
                  </a:lnTo>
                  <a:lnTo>
                    <a:pt x="154686" y="94869"/>
                  </a:lnTo>
                  <a:lnTo>
                    <a:pt x="153797" y="91567"/>
                  </a:lnTo>
                  <a:lnTo>
                    <a:pt x="152781" y="88138"/>
                  </a:lnTo>
                  <a:lnTo>
                    <a:pt x="152412" y="84582"/>
                  </a:lnTo>
                  <a:lnTo>
                    <a:pt x="152400" y="80137"/>
                  </a:lnTo>
                  <a:lnTo>
                    <a:pt x="209804" y="80137"/>
                  </a:lnTo>
                  <a:lnTo>
                    <a:pt x="211201" y="79756"/>
                  </a:lnTo>
                  <a:lnTo>
                    <a:pt x="212344" y="78740"/>
                  </a:lnTo>
                  <a:lnTo>
                    <a:pt x="213614" y="77851"/>
                  </a:lnTo>
                  <a:lnTo>
                    <a:pt x="214249" y="76327"/>
                  </a:lnTo>
                  <a:lnTo>
                    <a:pt x="214249" y="69977"/>
                  </a:lnTo>
                  <a:lnTo>
                    <a:pt x="214249" y="66675"/>
                  </a:lnTo>
                  <a:close/>
                </a:path>
                <a:path w="789304" h="119379">
                  <a:moveTo>
                    <a:pt x="249809" y="1778"/>
                  </a:moveTo>
                  <a:lnTo>
                    <a:pt x="249301" y="1016"/>
                  </a:lnTo>
                  <a:lnTo>
                    <a:pt x="248793" y="762"/>
                  </a:lnTo>
                  <a:lnTo>
                    <a:pt x="248158" y="508"/>
                  </a:lnTo>
                  <a:lnTo>
                    <a:pt x="247764" y="381"/>
                  </a:lnTo>
                  <a:lnTo>
                    <a:pt x="248145" y="381"/>
                  </a:lnTo>
                  <a:lnTo>
                    <a:pt x="245859" y="0"/>
                  </a:lnTo>
                  <a:lnTo>
                    <a:pt x="237426" y="0"/>
                  </a:lnTo>
                  <a:lnTo>
                    <a:pt x="236093" y="381"/>
                  </a:lnTo>
                  <a:lnTo>
                    <a:pt x="235458" y="508"/>
                  </a:lnTo>
                  <a:lnTo>
                    <a:pt x="234823" y="762"/>
                  </a:lnTo>
                  <a:lnTo>
                    <a:pt x="234315" y="1016"/>
                  </a:lnTo>
                  <a:lnTo>
                    <a:pt x="234061" y="1397"/>
                  </a:lnTo>
                  <a:lnTo>
                    <a:pt x="233680" y="1778"/>
                  </a:lnTo>
                  <a:lnTo>
                    <a:pt x="233553" y="2540"/>
                  </a:lnTo>
                  <a:lnTo>
                    <a:pt x="235712" y="41529"/>
                  </a:lnTo>
                  <a:lnTo>
                    <a:pt x="235839" y="42291"/>
                  </a:lnTo>
                  <a:lnTo>
                    <a:pt x="236093" y="42672"/>
                  </a:lnTo>
                  <a:lnTo>
                    <a:pt x="236220" y="43053"/>
                  </a:lnTo>
                  <a:lnTo>
                    <a:pt x="236601" y="43307"/>
                  </a:lnTo>
                  <a:lnTo>
                    <a:pt x="238429" y="44069"/>
                  </a:lnTo>
                  <a:lnTo>
                    <a:pt x="238887" y="44069"/>
                  </a:lnTo>
                  <a:lnTo>
                    <a:pt x="239649" y="44196"/>
                  </a:lnTo>
                  <a:lnTo>
                    <a:pt x="243840" y="44196"/>
                  </a:lnTo>
                  <a:lnTo>
                    <a:pt x="244602" y="44069"/>
                  </a:lnTo>
                  <a:lnTo>
                    <a:pt x="245046" y="44069"/>
                  </a:lnTo>
                  <a:lnTo>
                    <a:pt x="245999" y="43688"/>
                  </a:lnTo>
                  <a:lnTo>
                    <a:pt x="246126" y="43688"/>
                  </a:lnTo>
                  <a:lnTo>
                    <a:pt x="246888" y="43307"/>
                  </a:lnTo>
                  <a:lnTo>
                    <a:pt x="247269" y="43053"/>
                  </a:lnTo>
                  <a:lnTo>
                    <a:pt x="247396" y="42672"/>
                  </a:lnTo>
                  <a:lnTo>
                    <a:pt x="247650" y="42291"/>
                  </a:lnTo>
                  <a:lnTo>
                    <a:pt x="247777" y="41910"/>
                  </a:lnTo>
                  <a:lnTo>
                    <a:pt x="247777" y="41529"/>
                  </a:lnTo>
                  <a:lnTo>
                    <a:pt x="249809" y="2540"/>
                  </a:lnTo>
                  <a:lnTo>
                    <a:pt x="249809" y="1778"/>
                  </a:lnTo>
                  <a:close/>
                </a:path>
                <a:path w="789304" h="119379">
                  <a:moveTo>
                    <a:pt x="288417" y="2032"/>
                  </a:moveTo>
                  <a:lnTo>
                    <a:pt x="288163" y="1778"/>
                  </a:lnTo>
                  <a:lnTo>
                    <a:pt x="287909" y="1397"/>
                  </a:lnTo>
                  <a:lnTo>
                    <a:pt x="287528" y="1143"/>
                  </a:lnTo>
                  <a:lnTo>
                    <a:pt x="286893" y="889"/>
                  </a:lnTo>
                  <a:lnTo>
                    <a:pt x="286385" y="635"/>
                  </a:lnTo>
                  <a:lnTo>
                    <a:pt x="286626" y="635"/>
                  </a:lnTo>
                  <a:lnTo>
                    <a:pt x="284607" y="381"/>
                  </a:lnTo>
                  <a:lnTo>
                    <a:pt x="276987" y="381"/>
                  </a:lnTo>
                  <a:lnTo>
                    <a:pt x="275082" y="635"/>
                  </a:lnTo>
                  <a:lnTo>
                    <a:pt x="274574" y="889"/>
                  </a:lnTo>
                  <a:lnTo>
                    <a:pt x="273939" y="1143"/>
                  </a:lnTo>
                  <a:lnTo>
                    <a:pt x="273558" y="1397"/>
                  </a:lnTo>
                  <a:lnTo>
                    <a:pt x="273304" y="1778"/>
                  </a:lnTo>
                  <a:lnTo>
                    <a:pt x="273050" y="2032"/>
                  </a:lnTo>
                  <a:lnTo>
                    <a:pt x="273050" y="116078"/>
                  </a:lnTo>
                  <a:lnTo>
                    <a:pt x="273304" y="116332"/>
                  </a:lnTo>
                  <a:lnTo>
                    <a:pt x="273558" y="116713"/>
                  </a:lnTo>
                  <a:lnTo>
                    <a:pt x="273939" y="116967"/>
                  </a:lnTo>
                  <a:lnTo>
                    <a:pt x="274878" y="117348"/>
                  </a:lnTo>
                  <a:lnTo>
                    <a:pt x="275082" y="117348"/>
                  </a:lnTo>
                  <a:lnTo>
                    <a:pt x="275971" y="117602"/>
                  </a:lnTo>
                  <a:lnTo>
                    <a:pt x="285623" y="117602"/>
                  </a:lnTo>
                  <a:lnTo>
                    <a:pt x="286385" y="117348"/>
                  </a:lnTo>
                  <a:lnTo>
                    <a:pt x="286575" y="117348"/>
                  </a:lnTo>
                  <a:lnTo>
                    <a:pt x="287528" y="116967"/>
                  </a:lnTo>
                  <a:lnTo>
                    <a:pt x="287909" y="116713"/>
                  </a:lnTo>
                  <a:lnTo>
                    <a:pt x="288163" y="116332"/>
                  </a:lnTo>
                  <a:lnTo>
                    <a:pt x="288417" y="116078"/>
                  </a:lnTo>
                  <a:lnTo>
                    <a:pt x="288417" y="2032"/>
                  </a:lnTo>
                  <a:close/>
                </a:path>
                <a:path w="789304" h="119379">
                  <a:moveTo>
                    <a:pt x="329565" y="2032"/>
                  </a:moveTo>
                  <a:lnTo>
                    <a:pt x="329311" y="1778"/>
                  </a:lnTo>
                  <a:lnTo>
                    <a:pt x="329057" y="1397"/>
                  </a:lnTo>
                  <a:lnTo>
                    <a:pt x="328676" y="1143"/>
                  </a:lnTo>
                  <a:lnTo>
                    <a:pt x="328041" y="889"/>
                  </a:lnTo>
                  <a:lnTo>
                    <a:pt x="327533" y="635"/>
                  </a:lnTo>
                  <a:lnTo>
                    <a:pt x="327774" y="635"/>
                  </a:lnTo>
                  <a:lnTo>
                    <a:pt x="325755" y="381"/>
                  </a:lnTo>
                  <a:lnTo>
                    <a:pt x="318135" y="381"/>
                  </a:lnTo>
                  <a:lnTo>
                    <a:pt x="316230" y="635"/>
                  </a:lnTo>
                  <a:lnTo>
                    <a:pt x="315722" y="889"/>
                  </a:lnTo>
                  <a:lnTo>
                    <a:pt x="315087" y="1143"/>
                  </a:lnTo>
                  <a:lnTo>
                    <a:pt x="314706" y="1397"/>
                  </a:lnTo>
                  <a:lnTo>
                    <a:pt x="314452" y="1778"/>
                  </a:lnTo>
                  <a:lnTo>
                    <a:pt x="314198" y="2032"/>
                  </a:lnTo>
                  <a:lnTo>
                    <a:pt x="314198" y="116078"/>
                  </a:lnTo>
                  <a:lnTo>
                    <a:pt x="314452" y="116332"/>
                  </a:lnTo>
                  <a:lnTo>
                    <a:pt x="314706" y="116713"/>
                  </a:lnTo>
                  <a:lnTo>
                    <a:pt x="315087" y="116967"/>
                  </a:lnTo>
                  <a:lnTo>
                    <a:pt x="316026" y="117348"/>
                  </a:lnTo>
                  <a:lnTo>
                    <a:pt x="316230" y="117348"/>
                  </a:lnTo>
                  <a:lnTo>
                    <a:pt x="317119" y="117602"/>
                  </a:lnTo>
                  <a:lnTo>
                    <a:pt x="326771" y="117602"/>
                  </a:lnTo>
                  <a:lnTo>
                    <a:pt x="327533" y="117348"/>
                  </a:lnTo>
                  <a:lnTo>
                    <a:pt x="327723" y="117348"/>
                  </a:lnTo>
                  <a:lnTo>
                    <a:pt x="328676" y="116967"/>
                  </a:lnTo>
                  <a:lnTo>
                    <a:pt x="329057" y="116713"/>
                  </a:lnTo>
                  <a:lnTo>
                    <a:pt x="329311" y="116332"/>
                  </a:lnTo>
                  <a:lnTo>
                    <a:pt x="329565" y="116078"/>
                  </a:lnTo>
                  <a:lnTo>
                    <a:pt x="329565" y="2032"/>
                  </a:lnTo>
                  <a:close/>
                </a:path>
                <a:path w="789304" h="119379">
                  <a:moveTo>
                    <a:pt x="476618" y="105283"/>
                  </a:moveTo>
                  <a:lnTo>
                    <a:pt x="476554" y="47752"/>
                  </a:lnTo>
                  <a:lnTo>
                    <a:pt x="476542" y="47244"/>
                  </a:lnTo>
                  <a:lnTo>
                    <a:pt x="476504" y="2413"/>
                  </a:lnTo>
                  <a:lnTo>
                    <a:pt x="476250" y="2159"/>
                  </a:lnTo>
                  <a:lnTo>
                    <a:pt x="475996" y="1778"/>
                  </a:lnTo>
                  <a:lnTo>
                    <a:pt x="474980" y="1270"/>
                  </a:lnTo>
                  <a:lnTo>
                    <a:pt x="474345" y="1016"/>
                  </a:lnTo>
                  <a:lnTo>
                    <a:pt x="473583" y="889"/>
                  </a:lnTo>
                  <a:lnTo>
                    <a:pt x="464058" y="889"/>
                  </a:lnTo>
                  <a:lnTo>
                    <a:pt x="463296" y="1016"/>
                  </a:lnTo>
                  <a:lnTo>
                    <a:pt x="462800" y="1219"/>
                  </a:lnTo>
                  <a:lnTo>
                    <a:pt x="462800" y="106807"/>
                  </a:lnTo>
                  <a:lnTo>
                    <a:pt x="461213" y="106807"/>
                  </a:lnTo>
                  <a:lnTo>
                    <a:pt x="462788" y="105283"/>
                  </a:lnTo>
                  <a:lnTo>
                    <a:pt x="462800" y="106807"/>
                  </a:lnTo>
                  <a:lnTo>
                    <a:pt x="462800" y="1219"/>
                  </a:lnTo>
                  <a:lnTo>
                    <a:pt x="462026" y="1524"/>
                  </a:lnTo>
                  <a:lnTo>
                    <a:pt x="461518" y="1778"/>
                  </a:lnTo>
                  <a:lnTo>
                    <a:pt x="461391" y="2159"/>
                  </a:lnTo>
                  <a:lnTo>
                    <a:pt x="461137" y="2413"/>
                  </a:lnTo>
                  <a:lnTo>
                    <a:pt x="461010" y="47244"/>
                  </a:lnTo>
                  <a:lnTo>
                    <a:pt x="461010" y="61976"/>
                  </a:lnTo>
                  <a:lnTo>
                    <a:pt x="461010" y="92329"/>
                  </a:lnTo>
                  <a:lnTo>
                    <a:pt x="458711" y="94869"/>
                  </a:lnTo>
                  <a:lnTo>
                    <a:pt x="456311" y="97409"/>
                  </a:lnTo>
                  <a:lnTo>
                    <a:pt x="454025" y="99187"/>
                  </a:lnTo>
                  <a:lnTo>
                    <a:pt x="451866" y="101092"/>
                  </a:lnTo>
                  <a:lnTo>
                    <a:pt x="449707" y="102616"/>
                  </a:lnTo>
                  <a:lnTo>
                    <a:pt x="447802" y="103759"/>
                  </a:lnTo>
                  <a:lnTo>
                    <a:pt x="445770" y="105029"/>
                  </a:lnTo>
                  <a:lnTo>
                    <a:pt x="443738" y="105791"/>
                  </a:lnTo>
                  <a:lnTo>
                    <a:pt x="439928" y="106807"/>
                  </a:lnTo>
                  <a:lnTo>
                    <a:pt x="430809" y="106807"/>
                  </a:lnTo>
                  <a:lnTo>
                    <a:pt x="428371" y="106172"/>
                  </a:lnTo>
                  <a:lnTo>
                    <a:pt x="423037" y="102870"/>
                  </a:lnTo>
                  <a:lnTo>
                    <a:pt x="420878" y="100584"/>
                  </a:lnTo>
                  <a:lnTo>
                    <a:pt x="419227" y="97663"/>
                  </a:lnTo>
                  <a:lnTo>
                    <a:pt x="417639" y="94996"/>
                  </a:lnTo>
                  <a:lnTo>
                    <a:pt x="417576" y="94869"/>
                  </a:lnTo>
                  <a:lnTo>
                    <a:pt x="416433" y="91694"/>
                  </a:lnTo>
                  <a:lnTo>
                    <a:pt x="415163" y="84328"/>
                  </a:lnTo>
                  <a:lnTo>
                    <a:pt x="414782" y="80645"/>
                  </a:lnTo>
                  <a:lnTo>
                    <a:pt x="414782" y="73279"/>
                  </a:lnTo>
                  <a:lnTo>
                    <a:pt x="426466" y="50292"/>
                  </a:lnTo>
                  <a:lnTo>
                    <a:pt x="429260" y="48514"/>
                  </a:lnTo>
                  <a:lnTo>
                    <a:pt x="432562" y="47752"/>
                  </a:lnTo>
                  <a:lnTo>
                    <a:pt x="440817" y="47752"/>
                  </a:lnTo>
                  <a:lnTo>
                    <a:pt x="444881" y="48895"/>
                  </a:lnTo>
                  <a:lnTo>
                    <a:pt x="448818" y="51435"/>
                  </a:lnTo>
                  <a:lnTo>
                    <a:pt x="452755" y="53848"/>
                  </a:lnTo>
                  <a:lnTo>
                    <a:pt x="456819" y="57404"/>
                  </a:lnTo>
                  <a:lnTo>
                    <a:pt x="461010" y="61976"/>
                  </a:lnTo>
                  <a:lnTo>
                    <a:pt x="461010" y="47244"/>
                  </a:lnTo>
                  <a:lnTo>
                    <a:pt x="457073" y="43561"/>
                  </a:lnTo>
                  <a:lnTo>
                    <a:pt x="453059" y="40767"/>
                  </a:lnTo>
                  <a:lnTo>
                    <a:pt x="448818" y="38735"/>
                  </a:lnTo>
                  <a:lnTo>
                    <a:pt x="445008" y="36830"/>
                  </a:lnTo>
                  <a:lnTo>
                    <a:pt x="445401" y="36830"/>
                  </a:lnTo>
                  <a:lnTo>
                    <a:pt x="440182" y="35814"/>
                  </a:lnTo>
                  <a:lnTo>
                    <a:pt x="429260" y="35814"/>
                  </a:lnTo>
                  <a:lnTo>
                    <a:pt x="401066" y="60706"/>
                  </a:lnTo>
                  <a:lnTo>
                    <a:pt x="399415" y="65913"/>
                  </a:lnTo>
                  <a:lnTo>
                    <a:pt x="398653" y="71882"/>
                  </a:lnTo>
                  <a:lnTo>
                    <a:pt x="398703" y="84328"/>
                  </a:lnTo>
                  <a:lnTo>
                    <a:pt x="399288" y="89027"/>
                  </a:lnTo>
                  <a:lnTo>
                    <a:pt x="426974" y="118999"/>
                  </a:lnTo>
                  <a:lnTo>
                    <a:pt x="438912" y="118999"/>
                  </a:lnTo>
                  <a:lnTo>
                    <a:pt x="443598" y="117856"/>
                  </a:lnTo>
                  <a:lnTo>
                    <a:pt x="443865" y="117856"/>
                  </a:lnTo>
                  <a:lnTo>
                    <a:pt x="453771" y="112903"/>
                  </a:lnTo>
                  <a:lnTo>
                    <a:pt x="458343" y="109601"/>
                  </a:lnTo>
                  <a:lnTo>
                    <a:pt x="460946" y="107061"/>
                  </a:lnTo>
                  <a:lnTo>
                    <a:pt x="462800" y="107061"/>
                  </a:lnTo>
                  <a:lnTo>
                    <a:pt x="464439" y="117221"/>
                  </a:lnTo>
                  <a:lnTo>
                    <a:pt x="464947" y="117475"/>
                  </a:lnTo>
                  <a:lnTo>
                    <a:pt x="474726" y="117475"/>
                  </a:lnTo>
                  <a:lnTo>
                    <a:pt x="475742" y="116967"/>
                  </a:lnTo>
                  <a:lnTo>
                    <a:pt x="476123" y="116713"/>
                  </a:lnTo>
                  <a:lnTo>
                    <a:pt x="476377" y="116459"/>
                  </a:lnTo>
                  <a:lnTo>
                    <a:pt x="476504" y="116078"/>
                  </a:lnTo>
                  <a:lnTo>
                    <a:pt x="476618" y="105283"/>
                  </a:lnTo>
                  <a:close/>
                </a:path>
                <a:path w="789304" h="119379">
                  <a:moveTo>
                    <a:pt x="573913" y="66675"/>
                  </a:moveTo>
                  <a:lnTo>
                    <a:pt x="573265" y="62738"/>
                  </a:lnTo>
                  <a:lnTo>
                    <a:pt x="573151" y="61976"/>
                  </a:lnTo>
                  <a:lnTo>
                    <a:pt x="570471" y="53721"/>
                  </a:lnTo>
                  <a:lnTo>
                    <a:pt x="570357" y="53340"/>
                  </a:lnTo>
                  <a:lnTo>
                    <a:pt x="568198" y="49530"/>
                  </a:lnTo>
                  <a:lnTo>
                    <a:pt x="565391" y="46609"/>
                  </a:lnTo>
                  <a:lnTo>
                    <a:pt x="562102" y="43053"/>
                  </a:lnTo>
                  <a:lnTo>
                    <a:pt x="558292" y="40513"/>
                  </a:lnTo>
                  <a:lnTo>
                    <a:pt x="558292" y="69977"/>
                  </a:lnTo>
                  <a:lnTo>
                    <a:pt x="512064" y="69977"/>
                  </a:lnTo>
                  <a:lnTo>
                    <a:pt x="512191" y="66929"/>
                  </a:lnTo>
                  <a:lnTo>
                    <a:pt x="512699" y="64008"/>
                  </a:lnTo>
                  <a:lnTo>
                    <a:pt x="513842" y="61087"/>
                  </a:lnTo>
                  <a:lnTo>
                    <a:pt x="514858" y="58293"/>
                  </a:lnTo>
                  <a:lnTo>
                    <a:pt x="516382" y="55880"/>
                  </a:lnTo>
                  <a:lnTo>
                    <a:pt x="518414" y="53721"/>
                  </a:lnTo>
                  <a:lnTo>
                    <a:pt x="520319" y="51562"/>
                  </a:lnTo>
                  <a:lnTo>
                    <a:pt x="522732" y="49911"/>
                  </a:lnTo>
                  <a:lnTo>
                    <a:pt x="525653" y="48514"/>
                  </a:lnTo>
                  <a:lnTo>
                    <a:pt x="528574" y="47244"/>
                  </a:lnTo>
                  <a:lnTo>
                    <a:pt x="532003" y="46609"/>
                  </a:lnTo>
                  <a:lnTo>
                    <a:pt x="543306" y="46609"/>
                  </a:lnTo>
                  <a:lnTo>
                    <a:pt x="549021" y="48641"/>
                  </a:lnTo>
                  <a:lnTo>
                    <a:pt x="556641" y="57023"/>
                  </a:lnTo>
                  <a:lnTo>
                    <a:pt x="558177" y="61976"/>
                  </a:lnTo>
                  <a:lnTo>
                    <a:pt x="558292" y="69977"/>
                  </a:lnTo>
                  <a:lnTo>
                    <a:pt x="558292" y="40513"/>
                  </a:lnTo>
                  <a:lnTo>
                    <a:pt x="548894" y="36703"/>
                  </a:lnTo>
                  <a:lnTo>
                    <a:pt x="543306" y="35814"/>
                  </a:lnTo>
                  <a:lnTo>
                    <a:pt x="530352" y="35814"/>
                  </a:lnTo>
                  <a:lnTo>
                    <a:pt x="524764" y="36703"/>
                  </a:lnTo>
                  <a:lnTo>
                    <a:pt x="519811" y="38735"/>
                  </a:lnTo>
                  <a:lnTo>
                    <a:pt x="514731" y="40640"/>
                  </a:lnTo>
                  <a:lnTo>
                    <a:pt x="495935" y="71247"/>
                  </a:lnTo>
                  <a:lnTo>
                    <a:pt x="495935" y="84582"/>
                  </a:lnTo>
                  <a:lnTo>
                    <a:pt x="525272" y="118110"/>
                  </a:lnTo>
                  <a:lnTo>
                    <a:pt x="531368" y="118999"/>
                  </a:lnTo>
                  <a:lnTo>
                    <a:pt x="542290" y="118999"/>
                  </a:lnTo>
                  <a:lnTo>
                    <a:pt x="569468" y="111760"/>
                  </a:lnTo>
                  <a:lnTo>
                    <a:pt x="569722" y="111506"/>
                  </a:lnTo>
                  <a:lnTo>
                    <a:pt x="569849" y="111125"/>
                  </a:lnTo>
                  <a:lnTo>
                    <a:pt x="569976" y="110617"/>
                  </a:lnTo>
                  <a:lnTo>
                    <a:pt x="569976" y="107696"/>
                  </a:lnTo>
                  <a:lnTo>
                    <a:pt x="569976" y="103505"/>
                  </a:lnTo>
                  <a:lnTo>
                    <a:pt x="569722" y="103124"/>
                  </a:lnTo>
                  <a:lnTo>
                    <a:pt x="569633" y="102870"/>
                  </a:lnTo>
                  <a:lnTo>
                    <a:pt x="569341" y="102489"/>
                  </a:lnTo>
                  <a:lnTo>
                    <a:pt x="568960" y="102235"/>
                  </a:lnTo>
                  <a:lnTo>
                    <a:pt x="568198" y="101981"/>
                  </a:lnTo>
                  <a:lnTo>
                    <a:pt x="567055" y="101981"/>
                  </a:lnTo>
                  <a:lnTo>
                    <a:pt x="565912" y="102235"/>
                  </a:lnTo>
                  <a:lnTo>
                    <a:pt x="564388" y="102870"/>
                  </a:lnTo>
                  <a:lnTo>
                    <a:pt x="562673" y="103505"/>
                  </a:lnTo>
                  <a:lnTo>
                    <a:pt x="561086" y="104140"/>
                  </a:lnTo>
                  <a:lnTo>
                    <a:pt x="558800" y="104775"/>
                  </a:lnTo>
                  <a:lnTo>
                    <a:pt x="556387" y="105537"/>
                  </a:lnTo>
                  <a:lnTo>
                    <a:pt x="553720" y="106172"/>
                  </a:lnTo>
                  <a:lnTo>
                    <a:pt x="547370" y="107442"/>
                  </a:lnTo>
                  <a:lnTo>
                    <a:pt x="543814" y="107696"/>
                  </a:lnTo>
                  <a:lnTo>
                    <a:pt x="534670" y="107696"/>
                  </a:lnTo>
                  <a:lnTo>
                    <a:pt x="520077" y="102235"/>
                  </a:lnTo>
                  <a:lnTo>
                    <a:pt x="518160" y="100203"/>
                  </a:lnTo>
                  <a:lnTo>
                    <a:pt x="516001" y="97790"/>
                  </a:lnTo>
                  <a:lnTo>
                    <a:pt x="514350" y="94869"/>
                  </a:lnTo>
                  <a:lnTo>
                    <a:pt x="513461" y="91567"/>
                  </a:lnTo>
                  <a:lnTo>
                    <a:pt x="512445" y="88138"/>
                  </a:lnTo>
                  <a:lnTo>
                    <a:pt x="512089" y="84582"/>
                  </a:lnTo>
                  <a:lnTo>
                    <a:pt x="512064" y="80137"/>
                  </a:lnTo>
                  <a:lnTo>
                    <a:pt x="569468" y="80137"/>
                  </a:lnTo>
                  <a:lnTo>
                    <a:pt x="570865" y="79756"/>
                  </a:lnTo>
                  <a:lnTo>
                    <a:pt x="572008" y="78740"/>
                  </a:lnTo>
                  <a:lnTo>
                    <a:pt x="573278" y="77851"/>
                  </a:lnTo>
                  <a:lnTo>
                    <a:pt x="573913" y="76327"/>
                  </a:lnTo>
                  <a:lnTo>
                    <a:pt x="573913" y="69977"/>
                  </a:lnTo>
                  <a:lnTo>
                    <a:pt x="573913" y="66675"/>
                  </a:lnTo>
                  <a:close/>
                </a:path>
                <a:path w="789304" h="119379">
                  <a:moveTo>
                    <a:pt x="609981" y="2032"/>
                  </a:moveTo>
                  <a:lnTo>
                    <a:pt x="609727" y="1778"/>
                  </a:lnTo>
                  <a:lnTo>
                    <a:pt x="609473" y="1397"/>
                  </a:lnTo>
                  <a:lnTo>
                    <a:pt x="609092" y="1143"/>
                  </a:lnTo>
                  <a:lnTo>
                    <a:pt x="608457" y="889"/>
                  </a:lnTo>
                  <a:lnTo>
                    <a:pt x="607949" y="635"/>
                  </a:lnTo>
                  <a:lnTo>
                    <a:pt x="608190" y="635"/>
                  </a:lnTo>
                  <a:lnTo>
                    <a:pt x="606171" y="381"/>
                  </a:lnTo>
                  <a:lnTo>
                    <a:pt x="598551" y="381"/>
                  </a:lnTo>
                  <a:lnTo>
                    <a:pt x="596646" y="635"/>
                  </a:lnTo>
                  <a:lnTo>
                    <a:pt x="596138" y="889"/>
                  </a:lnTo>
                  <a:lnTo>
                    <a:pt x="595503" y="1143"/>
                  </a:lnTo>
                  <a:lnTo>
                    <a:pt x="595122" y="1397"/>
                  </a:lnTo>
                  <a:lnTo>
                    <a:pt x="594868" y="1778"/>
                  </a:lnTo>
                  <a:lnTo>
                    <a:pt x="594614" y="2032"/>
                  </a:lnTo>
                  <a:lnTo>
                    <a:pt x="594614" y="116078"/>
                  </a:lnTo>
                  <a:lnTo>
                    <a:pt x="594868" y="116332"/>
                  </a:lnTo>
                  <a:lnTo>
                    <a:pt x="595122" y="116713"/>
                  </a:lnTo>
                  <a:lnTo>
                    <a:pt x="595503" y="116967"/>
                  </a:lnTo>
                  <a:lnTo>
                    <a:pt x="596455" y="117348"/>
                  </a:lnTo>
                  <a:lnTo>
                    <a:pt x="596646" y="117348"/>
                  </a:lnTo>
                  <a:lnTo>
                    <a:pt x="597535" y="117602"/>
                  </a:lnTo>
                  <a:lnTo>
                    <a:pt x="607187" y="117602"/>
                  </a:lnTo>
                  <a:lnTo>
                    <a:pt x="607949" y="117348"/>
                  </a:lnTo>
                  <a:lnTo>
                    <a:pt x="608139" y="117348"/>
                  </a:lnTo>
                  <a:lnTo>
                    <a:pt x="609092" y="116967"/>
                  </a:lnTo>
                  <a:lnTo>
                    <a:pt x="609473" y="116713"/>
                  </a:lnTo>
                  <a:lnTo>
                    <a:pt x="609727" y="116332"/>
                  </a:lnTo>
                  <a:lnTo>
                    <a:pt x="609981" y="116078"/>
                  </a:lnTo>
                  <a:lnTo>
                    <a:pt x="609981" y="2032"/>
                  </a:lnTo>
                  <a:close/>
                </a:path>
                <a:path w="789304" h="119379">
                  <a:moveTo>
                    <a:pt x="705104" y="38608"/>
                  </a:moveTo>
                  <a:lnTo>
                    <a:pt x="704926" y="38354"/>
                  </a:lnTo>
                  <a:lnTo>
                    <a:pt x="704723" y="38100"/>
                  </a:lnTo>
                  <a:lnTo>
                    <a:pt x="704215" y="37719"/>
                  </a:lnTo>
                  <a:lnTo>
                    <a:pt x="703440" y="37338"/>
                  </a:lnTo>
                  <a:lnTo>
                    <a:pt x="704850" y="37338"/>
                  </a:lnTo>
                  <a:lnTo>
                    <a:pt x="699884" y="36957"/>
                  </a:lnTo>
                  <a:lnTo>
                    <a:pt x="694944" y="36957"/>
                  </a:lnTo>
                  <a:lnTo>
                    <a:pt x="691705" y="37338"/>
                  </a:lnTo>
                  <a:lnTo>
                    <a:pt x="692023" y="37338"/>
                  </a:lnTo>
                  <a:lnTo>
                    <a:pt x="691070" y="37719"/>
                  </a:lnTo>
                  <a:lnTo>
                    <a:pt x="690753" y="37719"/>
                  </a:lnTo>
                  <a:lnTo>
                    <a:pt x="690372" y="38100"/>
                  </a:lnTo>
                  <a:lnTo>
                    <a:pt x="689991" y="38354"/>
                  </a:lnTo>
                  <a:lnTo>
                    <a:pt x="689483" y="39116"/>
                  </a:lnTo>
                  <a:lnTo>
                    <a:pt x="689356" y="39624"/>
                  </a:lnTo>
                  <a:lnTo>
                    <a:pt x="665734" y="101981"/>
                  </a:lnTo>
                  <a:lnTo>
                    <a:pt x="665480" y="102997"/>
                  </a:lnTo>
                  <a:lnTo>
                    <a:pt x="641096" y="39624"/>
                  </a:lnTo>
                  <a:lnTo>
                    <a:pt x="640969" y="39370"/>
                  </a:lnTo>
                  <a:lnTo>
                    <a:pt x="640842" y="39116"/>
                  </a:lnTo>
                  <a:lnTo>
                    <a:pt x="640334" y="38354"/>
                  </a:lnTo>
                  <a:lnTo>
                    <a:pt x="640080" y="38100"/>
                  </a:lnTo>
                  <a:lnTo>
                    <a:pt x="639572" y="37719"/>
                  </a:lnTo>
                  <a:lnTo>
                    <a:pt x="639381" y="37719"/>
                  </a:lnTo>
                  <a:lnTo>
                    <a:pt x="638429" y="37338"/>
                  </a:lnTo>
                  <a:lnTo>
                    <a:pt x="635495" y="36957"/>
                  </a:lnTo>
                  <a:lnTo>
                    <a:pt x="630301" y="36957"/>
                  </a:lnTo>
                  <a:lnTo>
                    <a:pt x="624967" y="37338"/>
                  </a:lnTo>
                  <a:lnTo>
                    <a:pt x="626745" y="37338"/>
                  </a:lnTo>
                  <a:lnTo>
                    <a:pt x="624827" y="37719"/>
                  </a:lnTo>
                  <a:lnTo>
                    <a:pt x="625170" y="37719"/>
                  </a:lnTo>
                  <a:lnTo>
                    <a:pt x="624751" y="38354"/>
                  </a:lnTo>
                  <a:lnTo>
                    <a:pt x="624840" y="41148"/>
                  </a:lnTo>
                  <a:lnTo>
                    <a:pt x="654558" y="115443"/>
                  </a:lnTo>
                  <a:lnTo>
                    <a:pt x="656539" y="117094"/>
                  </a:lnTo>
                  <a:lnTo>
                    <a:pt x="656323" y="117094"/>
                  </a:lnTo>
                  <a:lnTo>
                    <a:pt x="658622" y="117475"/>
                  </a:lnTo>
                  <a:lnTo>
                    <a:pt x="658368" y="117475"/>
                  </a:lnTo>
                  <a:lnTo>
                    <a:pt x="658876" y="117602"/>
                  </a:lnTo>
                  <a:lnTo>
                    <a:pt x="670814" y="117602"/>
                  </a:lnTo>
                  <a:lnTo>
                    <a:pt x="671830" y="117475"/>
                  </a:lnTo>
                  <a:lnTo>
                    <a:pt x="673163" y="117094"/>
                  </a:lnTo>
                  <a:lnTo>
                    <a:pt x="673481" y="117094"/>
                  </a:lnTo>
                  <a:lnTo>
                    <a:pt x="674116" y="116713"/>
                  </a:lnTo>
                  <a:lnTo>
                    <a:pt x="674497" y="116332"/>
                  </a:lnTo>
                  <a:lnTo>
                    <a:pt x="675005" y="115951"/>
                  </a:lnTo>
                  <a:lnTo>
                    <a:pt x="675259" y="115443"/>
                  </a:lnTo>
                  <a:lnTo>
                    <a:pt x="680262" y="102997"/>
                  </a:lnTo>
                  <a:lnTo>
                    <a:pt x="704469" y="42926"/>
                  </a:lnTo>
                  <a:lnTo>
                    <a:pt x="704596" y="42545"/>
                  </a:lnTo>
                  <a:lnTo>
                    <a:pt x="704723" y="42164"/>
                  </a:lnTo>
                  <a:lnTo>
                    <a:pt x="704824" y="41656"/>
                  </a:lnTo>
                  <a:lnTo>
                    <a:pt x="704977" y="41148"/>
                  </a:lnTo>
                  <a:lnTo>
                    <a:pt x="705104" y="38608"/>
                  </a:lnTo>
                  <a:close/>
                </a:path>
                <a:path w="789304" h="119379">
                  <a:moveTo>
                    <a:pt x="788797" y="66675"/>
                  </a:moveTo>
                  <a:lnTo>
                    <a:pt x="788149" y="62738"/>
                  </a:lnTo>
                  <a:lnTo>
                    <a:pt x="788035" y="61976"/>
                  </a:lnTo>
                  <a:lnTo>
                    <a:pt x="785355" y="53721"/>
                  </a:lnTo>
                  <a:lnTo>
                    <a:pt x="785241" y="53340"/>
                  </a:lnTo>
                  <a:lnTo>
                    <a:pt x="783082" y="49530"/>
                  </a:lnTo>
                  <a:lnTo>
                    <a:pt x="780275" y="46609"/>
                  </a:lnTo>
                  <a:lnTo>
                    <a:pt x="776986" y="43053"/>
                  </a:lnTo>
                  <a:lnTo>
                    <a:pt x="773176" y="40513"/>
                  </a:lnTo>
                  <a:lnTo>
                    <a:pt x="773176" y="69977"/>
                  </a:lnTo>
                  <a:lnTo>
                    <a:pt x="726948" y="69977"/>
                  </a:lnTo>
                  <a:lnTo>
                    <a:pt x="727075" y="66929"/>
                  </a:lnTo>
                  <a:lnTo>
                    <a:pt x="727583" y="64008"/>
                  </a:lnTo>
                  <a:lnTo>
                    <a:pt x="728726" y="61087"/>
                  </a:lnTo>
                  <a:lnTo>
                    <a:pt x="729742" y="58293"/>
                  </a:lnTo>
                  <a:lnTo>
                    <a:pt x="731266" y="55880"/>
                  </a:lnTo>
                  <a:lnTo>
                    <a:pt x="733298" y="53721"/>
                  </a:lnTo>
                  <a:lnTo>
                    <a:pt x="735203" y="51562"/>
                  </a:lnTo>
                  <a:lnTo>
                    <a:pt x="737616" y="49911"/>
                  </a:lnTo>
                  <a:lnTo>
                    <a:pt x="740537" y="48514"/>
                  </a:lnTo>
                  <a:lnTo>
                    <a:pt x="743458" y="47244"/>
                  </a:lnTo>
                  <a:lnTo>
                    <a:pt x="746887" y="46609"/>
                  </a:lnTo>
                  <a:lnTo>
                    <a:pt x="758190" y="46609"/>
                  </a:lnTo>
                  <a:lnTo>
                    <a:pt x="763905" y="48641"/>
                  </a:lnTo>
                  <a:lnTo>
                    <a:pt x="771525" y="57023"/>
                  </a:lnTo>
                  <a:lnTo>
                    <a:pt x="773061" y="61976"/>
                  </a:lnTo>
                  <a:lnTo>
                    <a:pt x="773176" y="69977"/>
                  </a:lnTo>
                  <a:lnTo>
                    <a:pt x="773176" y="40513"/>
                  </a:lnTo>
                  <a:lnTo>
                    <a:pt x="763778" y="36703"/>
                  </a:lnTo>
                  <a:lnTo>
                    <a:pt x="758190" y="35814"/>
                  </a:lnTo>
                  <a:lnTo>
                    <a:pt x="745236" y="35814"/>
                  </a:lnTo>
                  <a:lnTo>
                    <a:pt x="739648" y="36703"/>
                  </a:lnTo>
                  <a:lnTo>
                    <a:pt x="734695" y="38735"/>
                  </a:lnTo>
                  <a:lnTo>
                    <a:pt x="729615" y="40640"/>
                  </a:lnTo>
                  <a:lnTo>
                    <a:pt x="710819" y="71247"/>
                  </a:lnTo>
                  <a:lnTo>
                    <a:pt x="710819" y="84582"/>
                  </a:lnTo>
                  <a:lnTo>
                    <a:pt x="740156" y="118110"/>
                  </a:lnTo>
                  <a:lnTo>
                    <a:pt x="746252" y="118999"/>
                  </a:lnTo>
                  <a:lnTo>
                    <a:pt x="757174" y="118999"/>
                  </a:lnTo>
                  <a:lnTo>
                    <a:pt x="784263" y="112014"/>
                  </a:lnTo>
                  <a:lnTo>
                    <a:pt x="784352" y="111760"/>
                  </a:lnTo>
                  <a:lnTo>
                    <a:pt x="784606" y="111506"/>
                  </a:lnTo>
                  <a:lnTo>
                    <a:pt x="784542" y="107696"/>
                  </a:lnTo>
                  <a:lnTo>
                    <a:pt x="784479" y="102870"/>
                  </a:lnTo>
                  <a:lnTo>
                    <a:pt x="784225" y="102489"/>
                  </a:lnTo>
                  <a:lnTo>
                    <a:pt x="783844" y="102235"/>
                  </a:lnTo>
                  <a:lnTo>
                    <a:pt x="783082" y="101981"/>
                  </a:lnTo>
                  <a:lnTo>
                    <a:pt x="781939" y="101981"/>
                  </a:lnTo>
                  <a:lnTo>
                    <a:pt x="780796" y="102235"/>
                  </a:lnTo>
                  <a:lnTo>
                    <a:pt x="779272" y="102870"/>
                  </a:lnTo>
                  <a:lnTo>
                    <a:pt x="777875" y="103378"/>
                  </a:lnTo>
                  <a:lnTo>
                    <a:pt x="775970" y="104140"/>
                  </a:lnTo>
                  <a:lnTo>
                    <a:pt x="773684" y="104775"/>
                  </a:lnTo>
                  <a:lnTo>
                    <a:pt x="771271" y="105537"/>
                  </a:lnTo>
                  <a:lnTo>
                    <a:pt x="768604" y="106172"/>
                  </a:lnTo>
                  <a:lnTo>
                    <a:pt x="762254" y="107442"/>
                  </a:lnTo>
                  <a:lnTo>
                    <a:pt x="758698" y="107696"/>
                  </a:lnTo>
                  <a:lnTo>
                    <a:pt x="749554" y="107696"/>
                  </a:lnTo>
                  <a:lnTo>
                    <a:pt x="734961" y="102235"/>
                  </a:lnTo>
                  <a:lnTo>
                    <a:pt x="733044" y="100203"/>
                  </a:lnTo>
                  <a:lnTo>
                    <a:pt x="730885" y="97790"/>
                  </a:lnTo>
                  <a:lnTo>
                    <a:pt x="729234" y="94869"/>
                  </a:lnTo>
                  <a:lnTo>
                    <a:pt x="728345" y="91567"/>
                  </a:lnTo>
                  <a:lnTo>
                    <a:pt x="727329" y="88138"/>
                  </a:lnTo>
                  <a:lnTo>
                    <a:pt x="726960" y="84582"/>
                  </a:lnTo>
                  <a:lnTo>
                    <a:pt x="726948" y="80137"/>
                  </a:lnTo>
                  <a:lnTo>
                    <a:pt x="784352" y="80137"/>
                  </a:lnTo>
                  <a:lnTo>
                    <a:pt x="785749" y="79756"/>
                  </a:lnTo>
                  <a:lnTo>
                    <a:pt x="786892" y="78740"/>
                  </a:lnTo>
                  <a:lnTo>
                    <a:pt x="788162" y="77851"/>
                  </a:lnTo>
                  <a:lnTo>
                    <a:pt x="788797" y="76327"/>
                  </a:lnTo>
                  <a:lnTo>
                    <a:pt x="788797" y="69977"/>
                  </a:lnTo>
                  <a:lnTo>
                    <a:pt x="788797" y="66675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91296" y="3295268"/>
              <a:ext cx="575563" cy="11861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725534" y="3294506"/>
              <a:ext cx="949706" cy="11938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748266" y="3295268"/>
              <a:ext cx="778509" cy="11861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894579" y="3571493"/>
              <a:ext cx="266065" cy="118745"/>
            </a:xfrm>
            <a:custGeom>
              <a:avLst/>
              <a:gdLst/>
              <a:ahLst/>
              <a:cxnLst/>
              <a:rect l="l" t="t" r="r" b="b"/>
              <a:pathLst>
                <a:path w="266064" h="118745">
                  <a:moveTo>
                    <a:pt x="65763" y="46227"/>
                  </a:moveTo>
                  <a:lnTo>
                    <a:pt x="38354" y="46227"/>
                  </a:lnTo>
                  <a:lnTo>
                    <a:pt x="42417" y="46735"/>
                  </a:lnTo>
                  <a:lnTo>
                    <a:pt x="41804" y="46735"/>
                  </a:lnTo>
                  <a:lnTo>
                    <a:pt x="53086" y="56387"/>
                  </a:lnTo>
                  <a:lnTo>
                    <a:pt x="53867" y="58800"/>
                  </a:lnTo>
                  <a:lnTo>
                    <a:pt x="54229" y="61213"/>
                  </a:lnTo>
                  <a:lnTo>
                    <a:pt x="54229" y="69976"/>
                  </a:lnTo>
                  <a:lnTo>
                    <a:pt x="35941" y="69976"/>
                  </a:lnTo>
                  <a:lnTo>
                    <a:pt x="29972" y="70484"/>
                  </a:lnTo>
                  <a:lnTo>
                    <a:pt x="0" y="90931"/>
                  </a:lnTo>
                  <a:lnTo>
                    <a:pt x="0" y="98805"/>
                  </a:lnTo>
                  <a:lnTo>
                    <a:pt x="640" y="101472"/>
                  </a:lnTo>
                  <a:lnTo>
                    <a:pt x="762" y="101980"/>
                  </a:lnTo>
                  <a:lnTo>
                    <a:pt x="24892" y="118236"/>
                  </a:lnTo>
                  <a:lnTo>
                    <a:pt x="34544" y="118236"/>
                  </a:lnTo>
                  <a:lnTo>
                    <a:pt x="39370" y="117220"/>
                  </a:lnTo>
                  <a:lnTo>
                    <a:pt x="43815" y="115188"/>
                  </a:lnTo>
                  <a:lnTo>
                    <a:pt x="48387" y="113283"/>
                  </a:lnTo>
                  <a:lnTo>
                    <a:pt x="52578" y="110489"/>
                  </a:lnTo>
                  <a:lnTo>
                    <a:pt x="55988" y="107314"/>
                  </a:lnTo>
                  <a:lnTo>
                    <a:pt x="26797" y="107314"/>
                  </a:lnTo>
                  <a:lnTo>
                    <a:pt x="22987" y="106171"/>
                  </a:lnTo>
                  <a:lnTo>
                    <a:pt x="20193" y="103885"/>
                  </a:lnTo>
                  <a:lnTo>
                    <a:pt x="17399" y="101472"/>
                  </a:lnTo>
                  <a:lnTo>
                    <a:pt x="16002" y="98424"/>
                  </a:lnTo>
                  <a:lnTo>
                    <a:pt x="16002" y="92201"/>
                  </a:lnTo>
                  <a:lnTo>
                    <a:pt x="36575" y="80009"/>
                  </a:lnTo>
                  <a:lnTo>
                    <a:pt x="69596" y="80009"/>
                  </a:lnTo>
                  <a:lnTo>
                    <a:pt x="69596" y="58800"/>
                  </a:lnTo>
                  <a:lnTo>
                    <a:pt x="69087" y="54736"/>
                  </a:lnTo>
                  <a:lnTo>
                    <a:pt x="67818" y="51180"/>
                  </a:lnTo>
                  <a:lnTo>
                    <a:pt x="66675" y="47624"/>
                  </a:lnTo>
                  <a:lnTo>
                    <a:pt x="65763" y="46227"/>
                  </a:lnTo>
                  <a:close/>
                </a:path>
                <a:path w="266064" h="118745">
                  <a:moveTo>
                    <a:pt x="67691" y="116712"/>
                  </a:moveTo>
                  <a:lnTo>
                    <a:pt x="58039" y="116712"/>
                  </a:lnTo>
                  <a:lnTo>
                    <a:pt x="59055" y="116839"/>
                  </a:lnTo>
                  <a:lnTo>
                    <a:pt x="66802" y="116839"/>
                  </a:lnTo>
                  <a:lnTo>
                    <a:pt x="67691" y="116712"/>
                  </a:lnTo>
                  <a:close/>
                </a:path>
                <a:path w="266064" h="118745">
                  <a:moveTo>
                    <a:pt x="69596" y="107060"/>
                  </a:moveTo>
                  <a:lnTo>
                    <a:pt x="56261" y="107060"/>
                  </a:lnTo>
                  <a:lnTo>
                    <a:pt x="56261" y="115188"/>
                  </a:lnTo>
                  <a:lnTo>
                    <a:pt x="56451" y="115569"/>
                  </a:lnTo>
                  <a:lnTo>
                    <a:pt x="56515" y="115696"/>
                  </a:lnTo>
                  <a:lnTo>
                    <a:pt x="56896" y="116077"/>
                  </a:lnTo>
                  <a:lnTo>
                    <a:pt x="57742" y="116712"/>
                  </a:lnTo>
                  <a:lnTo>
                    <a:pt x="67987" y="116712"/>
                  </a:lnTo>
                  <a:lnTo>
                    <a:pt x="69342" y="115696"/>
                  </a:lnTo>
                  <a:lnTo>
                    <a:pt x="69596" y="115188"/>
                  </a:lnTo>
                  <a:lnTo>
                    <a:pt x="69596" y="107060"/>
                  </a:lnTo>
                  <a:close/>
                </a:path>
                <a:path w="266064" h="118745">
                  <a:moveTo>
                    <a:pt x="69596" y="80009"/>
                  </a:moveTo>
                  <a:lnTo>
                    <a:pt x="54229" y="80009"/>
                  </a:lnTo>
                  <a:lnTo>
                    <a:pt x="54229" y="96011"/>
                  </a:lnTo>
                  <a:lnTo>
                    <a:pt x="50292" y="99821"/>
                  </a:lnTo>
                  <a:lnTo>
                    <a:pt x="46736" y="102742"/>
                  </a:lnTo>
                  <a:lnTo>
                    <a:pt x="43180" y="104520"/>
                  </a:lnTo>
                  <a:lnTo>
                    <a:pt x="39750" y="106425"/>
                  </a:lnTo>
                  <a:lnTo>
                    <a:pt x="35941" y="107314"/>
                  </a:lnTo>
                  <a:lnTo>
                    <a:pt x="55988" y="107314"/>
                  </a:lnTo>
                  <a:lnTo>
                    <a:pt x="56261" y="107060"/>
                  </a:lnTo>
                  <a:lnTo>
                    <a:pt x="69596" y="107060"/>
                  </a:lnTo>
                  <a:lnTo>
                    <a:pt x="69596" y="80009"/>
                  </a:lnTo>
                  <a:close/>
                </a:path>
                <a:path w="266064" h="118745">
                  <a:moveTo>
                    <a:pt x="42291" y="35051"/>
                  </a:moveTo>
                  <a:lnTo>
                    <a:pt x="32893" y="35051"/>
                  </a:lnTo>
                  <a:lnTo>
                    <a:pt x="29718" y="35305"/>
                  </a:lnTo>
                  <a:lnTo>
                    <a:pt x="10541" y="40512"/>
                  </a:lnTo>
                  <a:lnTo>
                    <a:pt x="8382" y="41528"/>
                  </a:lnTo>
                  <a:lnTo>
                    <a:pt x="4445" y="45465"/>
                  </a:lnTo>
                  <a:lnTo>
                    <a:pt x="4445" y="51688"/>
                  </a:lnTo>
                  <a:lnTo>
                    <a:pt x="4597" y="52069"/>
                  </a:lnTo>
                  <a:lnTo>
                    <a:pt x="4699" y="52323"/>
                  </a:lnTo>
                  <a:lnTo>
                    <a:pt x="5016" y="52831"/>
                  </a:lnTo>
                  <a:lnTo>
                    <a:pt x="5207" y="53212"/>
                  </a:lnTo>
                  <a:lnTo>
                    <a:pt x="5587" y="53593"/>
                  </a:lnTo>
                  <a:lnTo>
                    <a:pt x="5969" y="53720"/>
                  </a:lnTo>
                  <a:lnTo>
                    <a:pt x="6350" y="53974"/>
                  </a:lnTo>
                  <a:lnTo>
                    <a:pt x="6731" y="54101"/>
                  </a:lnTo>
                  <a:lnTo>
                    <a:pt x="8000" y="54101"/>
                  </a:lnTo>
                  <a:lnTo>
                    <a:pt x="9144" y="53720"/>
                  </a:lnTo>
                  <a:lnTo>
                    <a:pt x="10668" y="52831"/>
                  </a:lnTo>
                  <a:lnTo>
                    <a:pt x="12192" y="52069"/>
                  </a:lnTo>
                  <a:lnTo>
                    <a:pt x="16510" y="50164"/>
                  </a:lnTo>
                  <a:lnTo>
                    <a:pt x="21462" y="48259"/>
                  </a:lnTo>
                  <a:lnTo>
                    <a:pt x="27559" y="46735"/>
                  </a:lnTo>
                  <a:lnTo>
                    <a:pt x="30987" y="46227"/>
                  </a:lnTo>
                  <a:lnTo>
                    <a:pt x="65763" y="46227"/>
                  </a:lnTo>
                  <a:lnTo>
                    <a:pt x="64770" y="44703"/>
                  </a:lnTo>
                  <a:lnTo>
                    <a:pt x="59436" y="39877"/>
                  </a:lnTo>
                  <a:lnTo>
                    <a:pt x="56007" y="38099"/>
                  </a:lnTo>
                  <a:lnTo>
                    <a:pt x="51689" y="36829"/>
                  </a:lnTo>
                  <a:lnTo>
                    <a:pt x="47498" y="35686"/>
                  </a:lnTo>
                  <a:lnTo>
                    <a:pt x="42291" y="35051"/>
                  </a:lnTo>
                  <a:close/>
                </a:path>
                <a:path w="266064" h="118745">
                  <a:moveTo>
                    <a:pt x="109093" y="116585"/>
                  </a:moveTo>
                  <a:lnTo>
                    <a:pt x="97790" y="116585"/>
                  </a:lnTo>
                  <a:lnTo>
                    <a:pt x="98679" y="116839"/>
                  </a:lnTo>
                  <a:lnTo>
                    <a:pt x="108331" y="116839"/>
                  </a:lnTo>
                  <a:lnTo>
                    <a:pt x="109093" y="116585"/>
                  </a:lnTo>
                  <a:close/>
                </a:path>
                <a:path w="266064" h="118745">
                  <a:moveTo>
                    <a:pt x="166497" y="116585"/>
                  </a:moveTo>
                  <a:lnTo>
                    <a:pt x="155321" y="116585"/>
                  </a:lnTo>
                  <a:lnTo>
                    <a:pt x="156083" y="116839"/>
                  </a:lnTo>
                  <a:lnTo>
                    <a:pt x="165735" y="116839"/>
                  </a:lnTo>
                  <a:lnTo>
                    <a:pt x="166497" y="116585"/>
                  </a:lnTo>
                  <a:close/>
                </a:path>
                <a:path w="266064" h="118745">
                  <a:moveTo>
                    <a:pt x="105282" y="36194"/>
                  </a:moveTo>
                  <a:lnTo>
                    <a:pt x="100203" y="36194"/>
                  </a:lnTo>
                  <a:lnTo>
                    <a:pt x="97662" y="36575"/>
                  </a:lnTo>
                  <a:lnTo>
                    <a:pt x="97155" y="36829"/>
                  </a:lnTo>
                  <a:lnTo>
                    <a:pt x="96520" y="37083"/>
                  </a:lnTo>
                  <a:lnTo>
                    <a:pt x="96139" y="37337"/>
                  </a:lnTo>
                  <a:lnTo>
                    <a:pt x="96012" y="37718"/>
                  </a:lnTo>
                  <a:lnTo>
                    <a:pt x="95758" y="37972"/>
                  </a:lnTo>
                  <a:lnTo>
                    <a:pt x="95758" y="115315"/>
                  </a:lnTo>
                  <a:lnTo>
                    <a:pt x="96012" y="115569"/>
                  </a:lnTo>
                  <a:lnTo>
                    <a:pt x="96266" y="115950"/>
                  </a:lnTo>
                  <a:lnTo>
                    <a:pt x="96647" y="116204"/>
                  </a:lnTo>
                  <a:lnTo>
                    <a:pt x="97599" y="116585"/>
                  </a:lnTo>
                  <a:lnTo>
                    <a:pt x="109283" y="116585"/>
                  </a:lnTo>
                  <a:lnTo>
                    <a:pt x="110236" y="116204"/>
                  </a:lnTo>
                  <a:lnTo>
                    <a:pt x="110617" y="115950"/>
                  </a:lnTo>
                  <a:lnTo>
                    <a:pt x="110871" y="115569"/>
                  </a:lnTo>
                  <a:lnTo>
                    <a:pt x="111125" y="115315"/>
                  </a:lnTo>
                  <a:lnTo>
                    <a:pt x="111252" y="114934"/>
                  </a:lnTo>
                  <a:lnTo>
                    <a:pt x="111252" y="61594"/>
                  </a:lnTo>
                  <a:lnTo>
                    <a:pt x="115443" y="56768"/>
                  </a:lnTo>
                  <a:lnTo>
                    <a:pt x="119634" y="53212"/>
                  </a:lnTo>
                  <a:lnTo>
                    <a:pt x="123444" y="50799"/>
                  </a:lnTo>
                  <a:lnTo>
                    <a:pt x="126593" y="48767"/>
                  </a:lnTo>
                  <a:lnTo>
                    <a:pt x="109728" y="48767"/>
                  </a:lnTo>
                  <a:lnTo>
                    <a:pt x="109728" y="38353"/>
                  </a:lnTo>
                  <a:lnTo>
                    <a:pt x="109600" y="37972"/>
                  </a:lnTo>
                  <a:lnTo>
                    <a:pt x="109347" y="37718"/>
                  </a:lnTo>
                  <a:lnTo>
                    <a:pt x="109220" y="37337"/>
                  </a:lnTo>
                  <a:lnTo>
                    <a:pt x="108839" y="37083"/>
                  </a:lnTo>
                  <a:lnTo>
                    <a:pt x="107823" y="36575"/>
                  </a:lnTo>
                  <a:lnTo>
                    <a:pt x="105282" y="36194"/>
                  </a:lnTo>
                  <a:close/>
                </a:path>
                <a:path w="266064" h="118745">
                  <a:moveTo>
                    <a:pt x="164129" y="46989"/>
                  </a:moveTo>
                  <a:lnTo>
                    <a:pt x="138175" y="46989"/>
                  </a:lnTo>
                  <a:lnTo>
                    <a:pt x="140843" y="47497"/>
                  </a:lnTo>
                  <a:lnTo>
                    <a:pt x="145415" y="49529"/>
                  </a:lnTo>
                  <a:lnTo>
                    <a:pt x="153162" y="65912"/>
                  </a:lnTo>
                  <a:lnTo>
                    <a:pt x="153162" y="114934"/>
                  </a:lnTo>
                  <a:lnTo>
                    <a:pt x="153289" y="115315"/>
                  </a:lnTo>
                  <a:lnTo>
                    <a:pt x="153543" y="115569"/>
                  </a:lnTo>
                  <a:lnTo>
                    <a:pt x="153797" y="115950"/>
                  </a:lnTo>
                  <a:lnTo>
                    <a:pt x="154178" y="116204"/>
                  </a:lnTo>
                  <a:lnTo>
                    <a:pt x="154939" y="116585"/>
                  </a:lnTo>
                  <a:lnTo>
                    <a:pt x="166878" y="116585"/>
                  </a:lnTo>
                  <a:lnTo>
                    <a:pt x="167640" y="116204"/>
                  </a:lnTo>
                  <a:lnTo>
                    <a:pt x="168021" y="115950"/>
                  </a:lnTo>
                  <a:lnTo>
                    <a:pt x="168275" y="115569"/>
                  </a:lnTo>
                  <a:lnTo>
                    <a:pt x="168529" y="115315"/>
                  </a:lnTo>
                  <a:lnTo>
                    <a:pt x="168504" y="61594"/>
                  </a:lnTo>
                  <a:lnTo>
                    <a:pt x="164337" y="47243"/>
                  </a:lnTo>
                  <a:lnTo>
                    <a:pt x="164129" y="46989"/>
                  </a:lnTo>
                  <a:close/>
                </a:path>
                <a:path w="266064" h="118745">
                  <a:moveTo>
                    <a:pt x="144018" y="35051"/>
                  </a:moveTo>
                  <a:lnTo>
                    <a:pt x="133477" y="35051"/>
                  </a:lnTo>
                  <a:lnTo>
                    <a:pt x="128190" y="36194"/>
                  </a:lnTo>
                  <a:lnTo>
                    <a:pt x="128509" y="36194"/>
                  </a:lnTo>
                  <a:lnTo>
                    <a:pt x="123952" y="38353"/>
                  </a:lnTo>
                  <a:lnTo>
                    <a:pt x="119253" y="40512"/>
                  </a:lnTo>
                  <a:lnTo>
                    <a:pt x="114554" y="44068"/>
                  </a:lnTo>
                  <a:lnTo>
                    <a:pt x="109728" y="48767"/>
                  </a:lnTo>
                  <a:lnTo>
                    <a:pt x="126593" y="48767"/>
                  </a:lnTo>
                  <a:lnTo>
                    <a:pt x="127381" y="48259"/>
                  </a:lnTo>
                  <a:lnTo>
                    <a:pt x="131318" y="46989"/>
                  </a:lnTo>
                  <a:lnTo>
                    <a:pt x="164129" y="46989"/>
                  </a:lnTo>
                  <a:lnTo>
                    <a:pt x="159639" y="41528"/>
                  </a:lnTo>
                  <a:lnTo>
                    <a:pt x="156464" y="39242"/>
                  </a:lnTo>
                  <a:lnTo>
                    <a:pt x="152947" y="37718"/>
                  </a:lnTo>
                  <a:lnTo>
                    <a:pt x="148717" y="35813"/>
                  </a:lnTo>
                  <a:lnTo>
                    <a:pt x="144018" y="35051"/>
                  </a:lnTo>
                  <a:close/>
                </a:path>
                <a:path w="266064" h="118745">
                  <a:moveTo>
                    <a:pt x="229362" y="35051"/>
                  </a:moveTo>
                  <a:lnTo>
                    <a:pt x="218440" y="35051"/>
                  </a:lnTo>
                  <a:lnTo>
                    <a:pt x="213233" y="36067"/>
                  </a:lnTo>
                  <a:lnTo>
                    <a:pt x="190246" y="59943"/>
                  </a:lnTo>
                  <a:lnTo>
                    <a:pt x="188595" y="65150"/>
                  </a:lnTo>
                  <a:lnTo>
                    <a:pt x="187833" y="71119"/>
                  </a:lnTo>
                  <a:lnTo>
                    <a:pt x="187894" y="83565"/>
                  </a:lnTo>
                  <a:lnTo>
                    <a:pt x="188468" y="88264"/>
                  </a:lnTo>
                  <a:lnTo>
                    <a:pt x="216154" y="118236"/>
                  </a:lnTo>
                  <a:lnTo>
                    <a:pt x="228092" y="118236"/>
                  </a:lnTo>
                  <a:lnTo>
                    <a:pt x="232778" y="117093"/>
                  </a:lnTo>
                  <a:lnTo>
                    <a:pt x="233045" y="117093"/>
                  </a:lnTo>
                  <a:lnTo>
                    <a:pt x="242950" y="112140"/>
                  </a:lnTo>
                  <a:lnTo>
                    <a:pt x="247523" y="108838"/>
                  </a:lnTo>
                  <a:lnTo>
                    <a:pt x="250137" y="106298"/>
                  </a:lnTo>
                  <a:lnTo>
                    <a:pt x="220980" y="106298"/>
                  </a:lnTo>
                  <a:lnTo>
                    <a:pt x="217550" y="105409"/>
                  </a:lnTo>
                  <a:lnTo>
                    <a:pt x="212217" y="102107"/>
                  </a:lnTo>
                  <a:lnTo>
                    <a:pt x="210058" y="99821"/>
                  </a:lnTo>
                  <a:lnTo>
                    <a:pt x="208407" y="96900"/>
                  </a:lnTo>
                  <a:lnTo>
                    <a:pt x="206831" y="94233"/>
                  </a:lnTo>
                  <a:lnTo>
                    <a:pt x="206756" y="94106"/>
                  </a:lnTo>
                  <a:lnTo>
                    <a:pt x="205612" y="90931"/>
                  </a:lnTo>
                  <a:lnTo>
                    <a:pt x="204343" y="83565"/>
                  </a:lnTo>
                  <a:lnTo>
                    <a:pt x="203962" y="79882"/>
                  </a:lnTo>
                  <a:lnTo>
                    <a:pt x="203962" y="72516"/>
                  </a:lnTo>
                  <a:lnTo>
                    <a:pt x="215646" y="49529"/>
                  </a:lnTo>
                  <a:lnTo>
                    <a:pt x="218440" y="47751"/>
                  </a:lnTo>
                  <a:lnTo>
                    <a:pt x="221742" y="46989"/>
                  </a:lnTo>
                  <a:lnTo>
                    <a:pt x="265735" y="46989"/>
                  </a:lnTo>
                  <a:lnTo>
                    <a:pt x="265734" y="46481"/>
                  </a:lnTo>
                  <a:lnTo>
                    <a:pt x="250190" y="46481"/>
                  </a:lnTo>
                  <a:lnTo>
                    <a:pt x="246261" y="42798"/>
                  </a:lnTo>
                  <a:lnTo>
                    <a:pt x="242246" y="40004"/>
                  </a:lnTo>
                  <a:lnTo>
                    <a:pt x="237998" y="37972"/>
                  </a:lnTo>
                  <a:lnTo>
                    <a:pt x="234187" y="36067"/>
                  </a:lnTo>
                  <a:lnTo>
                    <a:pt x="234587" y="36067"/>
                  </a:lnTo>
                  <a:lnTo>
                    <a:pt x="229362" y="35051"/>
                  </a:lnTo>
                  <a:close/>
                </a:path>
                <a:path w="266064" h="118745">
                  <a:moveTo>
                    <a:pt x="265799" y="104520"/>
                  </a:moveTo>
                  <a:lnTo>
                    <a:pt x="251968" y="104520"/>
                  </a:lnTo>
                  <a:lnTo>
                    <a:pt x="252095" y="115315"/>
                  </a:lnTo>
                  <a:lnTo>
                    <a:pt x="252349" y="115696"/>
                  </a:lnTo>
                  <a:lnTo>
                    <a:pt x="252603" y="115950"/>
                  </a:lnTo>
                  <a:lnTo>
                    <a:pt x="252984" y="116204"/>
                  </a:lnTo>
                  <a:lnTo>
                    <a:pt x="253619" y="116458"/>
                  </a:lnTo>
                  <a:lnTo>
                    <a:pt x="254127" y="116712"/>
                  </a:lnTo>
                  <a:lnTo>
                    <a:pt x="263906" y="116712"/>
                  </a:lnTo>
                  <a:lnTo>
                    <a:pt x="264922" y="116204"/>
                  </a:lnTo>
                  <a:lnTo>
                    <a:pt x="265303" y="115950"/>
                  </a:lnTo>
                  <a:lnTo>
                    <a:pt x="265557" y="115696"/>
                  </a:lnTo>
                  <a:lnTo>
                    <a:pt x="265684" y="115315"/>
                  </a:lnTo>
                  <a:lnTo>
                    <a:pt x="265799" y="104520"/>
                  </a:lnTo>
                  <a:close/>
                </a:path>
                <a:path w="266064" h="118745">
                  <a:moveTo>
                    <a:pt x="265735" y="46989"/>
                  </a:moveTo>
                  <a:lnTo>
                    <a:pt x="229997" y="46989"/>
                  </a:lnTo>
                  <a:lnTo>
                    <a:pt x="234061" y="48132"/>
                  </a:lnTo>
                  <a:lnTo>
                    <a:pt x="237998" y="50672"/>
                  </a:lnTo>
                  <a:lnTo>
                    <a:pt x="241935" y="53085"/>
                  </a:lnTo>
                  <a:lnTo>
                    <a:pt x="245999" y="56641"/>
                  </a:lnTo>
                  <a:lnTo>
                    <a:pt x="250190" y="61213"/>
                  </a:lnTo>
                  <a:lnTo>
                    <a:pt x="250190" y="91566"/>
                  </a:lnTo>
                  <a:lnTo>
                    <a:pt x="247891" y="94106"/>
                  </a:lnTo>
                  <a:lnTo>
                    <a:pt x="245491" y="96646"/>
                  </a:lnTo>
                  <a:lnTo>
                    <a:pt x="243205" y="98424"/>
                  </a:lnTo>
                  <a:lnTo>
                    <a:pt x="241046" y="100329"/>
                  </a:lnTo>
                  <a:lnTo>
                    <a:pt x="238887" y="101853"/>
                  </a:lnTo>
                  <a:lnTo>
                    <a:pt x="236982" y="102996"/>
                  </a:lnTo>
                  <a:lnTo>
                    <a:pt x="234950" y="104266"/>
                  </a:lnTo>
                  <a:lnTo>
                    <a:pt x="232918" y="105028"/>
                  </a:lnTo>
                  <a:lnTo>
                    <a:pt x="229108" y="106044"/>
                  </a:lnTo>
                  <a:lnTo>
                    <a:pt x="227075" y="106298"/>
                  </a:lnTo>
                  <a:lnTo>
                    <a:pt x="250137" y="106298"/>
                  </a:lnTo>
                  <a:lnTo>
                    <a:pt x="251968" y="104520"/>
                  </a:lnTo>
                  <a:lnTo>
                    <a:pt x="265799" y="104520"/>
                  </a:lnTo>
                  <a:lnTo>
                    <a:pt x="265735" y="46989"/>
                  </a:lnTo>
                  <a:close/>
                </a:path>
                <a:path w="266064" h="118745">
                  <a:moveTo>
                    <a:pt x="254254" y="0"/>
                  </a:moveTo>
                  <a:lnTo>
                    <a:pt x="254000" y="0"/>
                  </a:lnTo>
                  <a:lnTo>
                    <a:pt x="252475" y="253"/>
                  </a:lnTo>
                  <a:lnTo>
                    <a:pt x="251841" y="507"/>
                  </a:lnTo>
                  <a:lnTo>
                    <a:pt x="251206" y="634"/>
                  </a:lnTo>
                  <a:lnTo>
                    <a:pt x="250698" y="1015"/>
                  </a:lnTo>
                  <a:lnTo>
                    <a:pt x="250571" y="1396"/>
                  </a:lnTo>
                  <a:lnTo>
                    <a:pt x="250317" y="1650"/>
                  </a:lnTo>
                  <a:lnTo>
                    <a:pt x="250190" y="46481"/>
                  </a:lnTo>
                  <a:lnTo>
                    <a:pt x="265734" y="46481"/>
                  </a:lnTo>
                  <a:lnTo>
                    <a:pt x="265684" y="1650"/>
                  </a:lnTo>
                  <a:lnTo>
                    <a:pt x="265430" y="1396"/>
                  </a:lnTo>
                  <a:lnTo>
                    <a:pt x="265175" y="1015"/>
                  </a:lnTo>
                  <a:lnTo>
                    <a:pt x="264668" y="634"/>
                  </a:lnTo>
                  <a:lnTo>
                    <a:pt x="264160" y="507"/>
                  </a:lnTo>
                  <a:lnTo>
                    <a:pt x="263525" y="253"/>
                  </a:lnTo>
                  <a:lnTo>
                    <a:pt x="252222" y="253"/>
                  </a:lnTo>
                  <a:lnTo>
                    <a:pt x="254254" y="0"/>
                  </a:lnTo>
                  <a:close/>
                </a:path>
                <a:path w="266064" h="118745">
                  <a:moveTo>
                    <a:pt x="261747" y="0"/>
                  </a:moveTo>
                  <a:lnTo>
                    <a:pt x="254254" y="0"/>
                  </a:lnTo>
                  <a:lnTo>
                    <a:pt x="252222" y="253"/>
                  </a:lnTo>
                  <a:lnTo>
                    <a:pt x="263778" y="253"/>
                  </a:lnTo>
                  <a:lnTo>
                    <a:pt x="261747" y="0"/>
                  </a:lnTo>
                  <a:close/>
                </a:path>
                <a:path w="266064" h="118745">
                  <a:moveTo>
                    <a:pt x="262000" y="0"/>
                  </a:moveTo>
                  <a:lnTo>
                    <a:pt x="261747" y="0"/>
                  </a:lnTo>
                  <a:lnTo>
                    <a:pt x="263778" y="253"/>
                  </a:lnTo>
                  <a:lnTo>
                    <a:pt x="263525" y="253"/>
                  </a:lnTo>
                  <a:lnTo>
                    <a:pt x="262000" y="0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35702" y="3576447"/>
              <a:ext cx="1000332" cy="14236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96533" y="3587368"/>
              <a:ext cx="661035" cy="13119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24878" y="3571112"/>
              <a:ext cx="499225" cy="11861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87995" y="3571112"/>
              <a:ext cx="264159" cy="11861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917942" y="3571112"/>
              <a:ext cx="576949" cy="11861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559165" y="3606545"/>
              <a:ext cx="443991" cy="1122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068943" y="3570731"/>
              <a:ext cx="358140" cy="119380"/>
            </a:xfrm>
            <a:custGeom>
              <a:avLst/>
              <a:gdLst/>
              <a:ahLst/>
              <a:cxnLst/>
              <a:rect l="l" t="t" r="r" b="b"/>
              <a:pathLst>
                <a:path w="358140" h="119379">
                  <a:moveTo>
                    <a:pt x="14859" y="8382"/>
                  </a:moveTo>
                  <a:lnTo>
                    <a:pt x="1524" y="8382"/>
                  </a:lnTo>
                  <a:lnTo>
                    <a:pt x="1143" y="8763"/>
                  </a:lnTo>
                  <a:lnTo>
                    <a:pt x="677" y="9144"/>
                  </a:lnTo>
                  <a:lnTo>
                    <a:pt x="254" y="9398"/>
                  </a:lnTo>
                  <a:lnTo>
                    <a:pt x="288" y="12446"/>
                  </a:lnTo>
                  <a:lnTo>
                    <a:pt x="635" y="13716"/>
                  </a:lnTo>
                  <a:lnTo>
                    <a:pt x="33147" y="114935"/>
                  </a:lnTo>
                  <a:lnTo>
                    <a:pt x="37973" y="117602"/>
                  </a:lnTo>
                  <a:lnTo>
                    <a:pt x="50673" y="117602"/>
                  </a:lnTo>
                  <a:lnTo>
                    <a:pt x="55372" y="114173"/>
                  </a:lnTo>
                  <a:lnTo>
                    <a:pt x="58803" y="102235"/>
                  </a:lnTo>
                  <a:lnTo>
                    <a:pt x="44577" y="102235"/>
                  </a:lnTo>
                  <a:lnTo>
                    <a:pt x="17259" y="11430"/>
                  </a:lnTo>
                  <a:lnTo>
                    <a:pt x="17183" y="11176"/>
                  </a:lnTo>
                  <a:lnTo>
                    <a:pt x="16922" y="10033"/>
                  </a:lnTo>
                  <a:lnTo>
                    <a:pt x="16891" y="9906"/>
                  </a:lnTo>
                  <a:lnTo>
                    <a:pt x="16383" y="9144"/>
                  </a:lnTo>
                  <a:lnTo>
                    <a:pt x="15811" y="8763"/>
                  </a:lnTo>
                  <a:lnTo>
                    <a:pt x="15621" y="8763"/>
                  </a:lnTo>
                  <a:lnTo>
                    <a:pt x="14859" y="8382"/>
                  </a:lnTo>
                  <a:close/>
                </a:path>
                <a:path w="358140" h="119379">
                  <a:moveTo>
                    <a:pt x="95163" y="32004"/>
                  </a:moveTo>
                  <a:lnTo>
                    <a:pt x="79121" y="32004"/>
                  </a:lnTo>
                  <a:lnTo>
                    <a:pt x="104648" y="114173"/>
                  </a:lnTo>
                  <a:lnTo>
                    <a:pt x="109728" y="117602"/>
                  </a:lnTo>
                  <a:lnTo>
                    <a:pt x="122047" y="117602"/>
                  </a:lnTo>
                  <a:lnTo>
                    <a:pt x="130975" y="102235"/>
                  </a:lnTo>
                  <a:lnTo>
                    <a:pt x="116713" y="102235"/>
                  </a:lnTo>
                  <a:lnTo>
                    <a:pt x="95163" y="32004"/>
                  </a:lnTo>
                  <a:close/>
                </a:path>
                <a:path w="358140" h="119379">
                  <a:moveTo>
                    <a:pt x="87079" y="8763"/>
                  </a:moveTo>
                  <a:lnTo>
                    <a:pt x="72305" y="8763"/>
                  </a:lnTo>
                  <a:lnTo>
                    <a:pt x="71797" y="9144"/>
                  </a:lnTo>
                  <a:lnTo>
                    <a:pt x="71543" y="9398"/>
                  </a:lnTo>
                  <a:lnTo>
                    <a:pt x="71204" y="9906"/>
                  </a:lnTo>
                  <a:lnTo>
                    <a:pt x="71120" y="10033"/>
                  </a:lnTo>
                  <a:lnTo>
                    <a:pt x="70866" y="10668"/>
                  </a:lnTo>
                  <a:lnTo>
                    <a:pt x="70612" y="11176"/>
                  </a:lnTo>
                  <a:lnTo>
                    <a:pt x="44577" y="102235"/>
                  </a:lnTo>
                  <a:lnTo>
                    <a:pt x="58803" y="102235"/>
                  </a:lnTo>
                  <a:lnTo>
                    <a:pt x="78994" y="32004"/>
                  </a:lnTo>
                  <a:lnTo>
                    <a:pt x="95163" y="32004"/>
                  </a:lnTo>
                  <a:lnTo>
                    <a:pt x="88850" y="11430"/>
                  </a:lnTo>
                  <a:lnTo>
                    <a:pt x="88773" y="11176"/>
                  </a:lnTo>
                  <a:lnTo>
                    <a:pt x="88519" y="10668"/>
                  </a:lnTo>
                  <a:lnTo>
                    <a:pt x="88265" y="10033"/>
                  </a:lnTo>
                  <a:lnTo>
                    <a:pt x="87841" y="9398"/>
                  </a:lnTo>
                  <a:lnTo>
                    <a:pt x="87587" y="9144"/>
                  </a:lnTo>
                  <a:lnTo>
                    <a:pt x="87079" y="8763"/>
                  </a:lnTo>
                  <a:close/>
                </a:path>
                <a:path w="358140" h="119379">
                  <a:moveTo>
                    <a:pt x="158919" y="8763"/>
                  </a:moveTo>
                  <a:lnTo>
                    <a:pt x="145034" y="8763"/>
                  </a:lnTo>
                  <a:lnTo>
                    <a:pt x="144653" y="9144"/>
                  </a:lnTo>
                  <a:lnTo>
                    <a:pt x="144441" y="9398"/>
                  </a:lnTo>
                  <a:lnTo>
                    <a:pt x="144272" y="9652"/>
                  </a:lnTo>
                  <a:lnTo>
                    <a:pt x="144145" y="10033"/>
                  </a:lnTo>
                  <a:lnTo>
                    <a:pt x="143865" y="10668"/>
                  </a:lnTo>
                  <a:lnTo>
                    <a:pt x="143764" y="11176"/>
                  </a:lnTo>
                  <a:lnTo>
                    <a:pt x="116967" y="102235"/>
                  </a:lnTo>
                  <a:lnTo>
                    <a:pt x="130975" y="102235"/>
                  </a:lnTo>
                  <a:lnTo>
                    <a:pt x="159512" y="13716"/>
                  </a:lnTo>
                  <a:lnTo>
                    <a:pt x="159766" y="12446"/>
                  </a:lnTo>
                  <a:lnTo>
                    <a:pt x="160020" y="11430"/>
                  </a:lnTo>
                  <a:lnTo>
                    <a:pt x="159969" y="9906"/>
                  </a:lnTo>
                  <a:lnTo>
                    <a:pt x="159867" y="9652"/>
                  </a:lnTo>
                  <a:lnTo>
                    <a:pt x="159766" y="9398"/>
                  </a:lnTo>
                  <a:lnTo>
                    <a:pt x="158919" y="8763"/>
                  </a:lnTo>
                  <a:close/>
                </a:path>
                <a:path w="358140" h="119379">
                  <a:moveTo>
                    <a:pt x="85851" y="8382"/>
                  </a:moveTo>
                  <a:lnTo>
                    <a:pt x="73723" y="8382"/>
                  </a:lnTo>
                  <a:lnTo>
                    <a:pt x="72771" y="8763"/>
                  </a:lnTo>
                  <a:lnTo>
                    <a:pt x="86614" y="8763"/>
                  </a:lnTo>
                  <a:lnTo>
                    <a:pt x="85851" y="8382"/>
                  </a:lnTo>
                  <a:close/>
                </a:path>
                <a:path w="358140" h="119379">
                  <a:moveTo>
                    <a:pt x="154812" y="8001"/>
                  </a:moveTo>
                  <a:lnTo>
                    <a:pt x="151257" y="8001"/>
                  </a:lnTo>
                  <a:lnTo>
                    <a:pt x="144779" y="8382"/>
                  </a:lnTo>
                  <a:lnTo>
                    <a:pt x="146304" y="8382"/>
                  </a:lnTo>
                  <a:lnTo>
                    <a:pt x="145542" y="8763"/>
                  </a:lnTo>
                  <a:lnTo>
                    <a:pt x="159131" y="8763"/>
                  </a:lnTo>
                  <a:lnTo>
                    <a:pt x="157988" y="8382"/>
                  </a:lnTo>
                  <a:lnTo>
                    <a:pt x="154812" y="8001"/>
                  </a:lnTo>
                  <a:close/>
                </a:path>
                <a:path w="358140" h="119379">
                  <a:moveTo>
                    <a:pt x="9397" y="8001"/>
                  </a:moveTo>
                  <a:lnTo>
                    <a:pt x="6858" y="8001"/>
                  </a:lnTo>
                  <a:lnTo>
                    <a:pt x="0" y="8382"/>
                  </a:lnTo>
                  <a:lnTo>
                    <a:pt x="16256" y="8382"/>
                  </a:lnTo>
                  <a:lnTo>
                    <a:pt x="9397" y="8001"/>
                  </a:lnTo>
                  <a:close/>
                </a:path>
                <a:path w="358140" h="119379">
                  <a:moveTo>
                    <a:pt x="81152" y="8001"/>
                  </a:moveTo>
                  <a:lnTo>
                    <a:pt x="78867" y="8001"/>
                  </a:lnTo>
                  <a:lnTo>
                    <a:pt x="72009" y="8382"/>
                  </a:lnTo>
                  <a:lnTo>
                    <a:pt x="87249" y="8382"/>
                  </a:lnTo>
                  <a:lnTo>
                    <a:pt x="81152" y="8001"/>
                  </a:lnTo>
                  <a:close/>
                </a:path>
                <a:path w="358140" h="119379">
                  <a:moveTo>
                    <a:pt x="210439" y="35814"/>
                  </a:moveTo>
                  <a:lnTo>
                    <a:pt x="197485" y="35814"/>
                  </a:lnTo>
                  <a:lnTo>
                    <a:pt x="191897" y="36703"/>
                  </a:lnTo>
                  <a:lnTo>
                    <a:pt x="186944" y="38735"/>
                  </a:lnTo>
                  <a:lnTo>
                    <a:pt x="181864" y="40640"/>
                  </a:lnTo>
                  <a:lnTo>
                    <a:pt x="163068" y="71247"/>
                  </a:lnTo>
                  <a:lnTo>
                    <a:pt x="163068" y="84582"/>
                  </a:lnTo>
                  <a:lnTo>
                    <a:pt x="192405" y="118110"/>
                  </a:lnTo>
                  <a:lnTo>
                    <a:pt x="198501" y="118999"/>
                  </a:lnTo>
                  <a:lnTo>
                    <a:pt x="209423" y="118999"/>
                  </a:lnTo>
                  <a:lnTo>
                    <a:pt x="236601" y="111760"/>
                  </a:lnTo>
                  <a:lnTo>
                    <a:pt x="236855" y="111506"/>
                  </a:lnTo>
                  <a:lnTo>
                    <a:pt x="236799" y="107696"/>
                  </a:lnTo>
                  <a:lnTo>
                    <a:pt x="201803" y="107696"/>
                  </a:lnTo>
                  <a:lnTo>
                    <a:pt x="197485" y="107061"/>
                  </a:lnTo>
                  <a:lnTo>
                    <a:pt x="193929" y="105791"/>
                  </a:lnTo>
                  <a:lnTo>
                    <a:pt x="190373" y="104394"/>
                  </a:lnTo>
                  <a:lnTo>
                    <a:pt x="187978" y="102870"/>
                  </a:lnTo>
                  <a:lnTo>
                    <a:pt x="187819" y="102870"/>
                  </a:lnTo>
                  <a:lnTo>
                    <a:pt x="185293" y="100203"/>
                  </a:lnTo>
                  <a:lnTo>
                    <a:pt x="183134" y="97790"/>
                  </a:lnTo>
                  <a:lnTo>
                    <a:pt x="181483" y="94869"/>
                  </a:lnTo>
                  <a:lnTo>
                    <a:pt x="180594" y="91567"/>
                  </a:lnTo>
                  <a:lnTo>
                    <a:pt x="179578" y="88138"/>
                  </a:lnTo>
                  <a:lnTo>
                    <a:pt x="179222" y="84582"/>
                  </a:lnTo>
                  <a:lnTo>
                    <a:pt x="179197" y="80137"/>
                  </a:lnTo>
                  <a:lnTo>
                    <a:pt x="236601" y="80137"/>
                  </a:lnTo>
                  <a:lnTo>
                    <a:pt x="237998" y="79756"/>
                  </a:lnTo>
                  <a:lnTo>
                    <a:pt x="239141" y="78740"/>
                  </a:lnTo>
                  <a:lnTo>
                    <a:pt x="240411" y="77851"/>
                  </a:lnTo>
                  <a:lnTo>
                    <a:pt x="241046" y="76327"/>
                  </a:lnTo>
                  <a:lnTo>
                    <a:pt x="241046" y="69977"/>
                  </a:lnTo>
                  <a:lnTo>
                    <a:pt x="179197" y="69977"/>
                  </a:lnTo>
                  <a:lnTo>
                    <a:pt x="179324" y="66929"/>
                  </a:lnTo>
                  <a:lnTo>
                    <a:pt x="179832" y="64008"/>
                  </a:lnTo>
                  <a:lnTo>
                    <a:pt x="180975" y="61087"/>
                  </a:lnTo>
                  <a:lnTo>
                    <a:pt x="181991" y="58293"/>
                  </a:lnTo>
                  <a:lnTo>
                    <a:pt x="183515" y="55880"/>
                  </a:lnTo>
                  <a:lnTo>
                    <a:pt x="185547" y="53721"/>
                  </a:lnTo>
                  <a:lnTo>
                    <a:pt x="187452" y="51562"/>
                  </a:lnTo>
                  <a:lnTo>
                    <a:pt x="189865" y="49911"/>
                  </a:lnTo>
                  <a:lnTo>
                    <a:pt x="192520" y="48641"/>
                  </a:lnTo>
                  <a:lnTo>
                    <a:pt x="195707" y="47244"/>
                  </a:lnTo>
                  <a:lnTo>
                    <a:pt x="199136" y="46609"/>
                  </a:lnTo>
                  <a:lnTo>
                    <a:pt x="232526" y="46609"/>
                  </a:lnTo>
                  <a:lnTo>
                    <a:pt x="229235" y="43053"/>
                  </a:lnTo>
                  <a:lnTo>
                    <a:pt x="225425" y="40513"/>
                  </a:lnTo>
                  <a:lnTo>
                    <a:pt x="216027" y="36703"/>
                  </a:lnTo>
                  <a:lnTo>
                    <a:pt x="210439" y="35814"/>
                  </a:lnTo>
                  <a:close/>
                </a:path>
                <a:path w="358140" h="119379">
                  <a:moveTo>
                    <a:pt x="235331" y="101981"/>
                  </a:moveTo>
                  <a:lnTo>
                    <a:pt x="234188" y="101981"/>
                  </a:lnTo>
                  <a:lnTo>
                    <a:pt x="233045" y="102235"/>
                  </a:lnTo>
                  <a:lnTo>
                    <a:pt x="231521" y="102870"/>
                  </a:lnTo>
                  <a:lnTo>
                    <a:pt x="230124" y="103378"/>
                  </a:lnTo>
                  <a:lnTo>
                    <a:pt x="228219" y="104140"/>
                  </a:lnTo>
                  <a:lnTo>
                    <a:pt x="225933" y="104775"/>
                  </a:lnTo>
                  <a:lnTo>
                    <a:pt x="223520" y="105537"/>
                  </a:lnTo>
                  <a:lnTo>
                    <a:pt x="220853" y="106172"/>
                  </a:lnTo>
                  <a:lnTo>
                    <a:pt x="214503" y="107442"/>
                  </a:lnTo>
                  <a:lnTo>
                    <a:pt x="210947" y="107696"/>
                  </a:lnTo>
                  <a:lnTo>
                    <a:pt x="236799" y="107696"/>
                  </a:lnTo>
                  <a:lnTo>
                    <a:pt x="236729" y="102870"/>
                  </a:lnTo>
                  <a:lnTo>
                    <a:pt x="236220" y="102235"/>
                  </a:lnTo>
                  <a:lnTo>
                    <a:pt x="236092" y="102235"/>
                  </a:lnTo>
                  <a:lnTo>
                    <a:pt x="235331" y="101981"/>
                  </a:lnTo>
                  <a:close/>
                </a:path>
                <a:path w="358140" h="119379">
                  <a:moveTo>
                    <a:pt x="232526" y="46609"/>
                  </a:moveTo>
                  <a:lnTo>
                    <a:pt x="210439" y="46609"/>
                  </a:lnTo>
                  <a:lnTo>
                    <a:pt x="216154" y="48641"/>
                  </a:lnTo>
                  <a:lnTo>
                    <a:pt x="223774" y="57023"/>
                  </a:lnTo>
                  <a:lnTo>
                    <a:pt x="225314" y="61976"/>
                  </a:lnTo>
                  <a:lnTo>
                    <a:pt x="225425" y="69977"/>
                  </a:lnTo>
                  <a:lnTo>
                    <a:pt x="241046" y="69977"/>
                  </a:lnTo>
                  <a:lnTo>
                    <a:pt x="241046" y="66675"/>
                  </a:lnTo>
                  <a:lnTo>
                    <a:pt x="240407" y="62738"/>
                  </a:lnTo>
                  <a:lnTo>
                    <a:pt x="240284" y="61976"/>
                  </a:lnTo>
                  <a:lnTo>
                    <a:pt x="237613" y="53721"/>
                  </a:lnTo>
                  <a:lnTo>
                    <a:pt x="237490" y="53340"/>
                  </a:lnTo>
                  <a:lnTo>
                    <a:pt x="235331" y="49530"/>
                  </a:lnTo>
                  <a:lnTo>
                    <a:pt x="232526" y="46609"/>
                  </a:lnTo>
                  <a:close/>
                </a:path>
                <a:path w="358140" h="119379">
                  <a:moveTo>
                    <a:pt x="271399" y="44069"/>
                  </a:moveTo>
                  <a:lnTo>
                    <a:pt x="265684" y="44069"/>
                  </a:lnTo>
                  <a:lnTo>
                    <a:pt x="266446" y="44196"/>
                  </a:lnTo>
                  <a:lnTo>
                    <a:pt x="270637" y="44196"/>
                  </a:lnTo>
                  <a:lnTo>
                    <a:pt x="271399" y="44069"/>
                  </a:lnTo>
                  <a:close/>
                </a:path>
                <a:path w="358140" h="119379">
                  <a:moveTo>
                    <a:pt x="272669" y="0"/>
                  </a:moveTo>
                  <a:lnTo>
                    <a:pt x="264223" y="0"/>
                  </a:lnTo>
                  <a:lnTo>
                    <a:pt x="262890" y="381"/>
                  </a:lnTo>
                  <a:lnTo>
                    <a:pt x="262255" y="508"/>
                  </a:lnTo>
                  <a:lnTo>
                    <a:pt x="261620" y="762"/>
                  </a:lnTo>
                  <a:lnTo>
                    <a:pt x="261112" y="1016"/>
                  </a:lnTo>
                  <a:lnTo>
                    <a:pt x="260858" y="1397"/>
                  </a:lnTo>
                  <a:lnTo>
                    <a:pt x="260477" y="1778"/>
                  </a:lnTo>
                  <a:lnTo>
                    <a:pt x="260350" y="2540"/>
                  </a:lnTo>
                  <a:lnTo>
                    <a:pt x="262509" y="41529"/>
                  </a:lnTo>
                  <a:lnTo>
                    <a:pt x="262636" y="42291"/>
                  </a:lnTo>
                  <a:lnTo>
                    <a:pt x="262890" y="42672"/>
                  </a:lnTo>
                  <a:lnTo>
                    <a:pt x="263017" y="43053"/>
                  </a:lnTo>
                  <a:lnTo>
                    <a:pt x="263398" y="43307"/>
                  </a:lnTo>
                  <a:lnTo>
                    <a:pt x="265239" y="44069"/>
                  </a:lnTo>
                  <a:lnTo>
                    <a:pt x="271843" y="44069"/>
                  </a:lnTo>
                  <a:lnTo>
                    <a:pt x="273685" y="43307"/>
                  </a:lnTo>
                  <a:lnTo>
                    <a:pt x="274066" y="43053"/>
                  </a:lnTo>
                  <a:lnTo>
                    <a:pt x="274193" y="42672"/>
                  </a:lnTo>
                  <a:lnTo>
                    <a:pt x="274447" y="42291"/>
                  </a:lnTo>
                  <a:lnTo>
                    <a:pt x="274574" y="41529"/>
                  </a:lnTo>
                  <a:lnTo>
                    <a:pt x="276606" y="2540"/>
                  </a:lnTo>
                  <a:lnTo>
                    <a:pt x="276606" y="1778"/>
                  </a:lnTo>
                  <a:lnTo>
                    <a:pt x="276098" y="1016"/>
                  </a:lnTo>
                  <a:lnTo>
                    <a:pt x="275590" y="762"/>
                  </a:lnTo>
                  <a:lnTo>
                    <a:pt x="274955" y="508"/>
                  </a:lnTo>
                  <a:lnTo>
                    <a:pt x="274574" y="381"/>
                  </a:lnTo>
                  <a:lnTo>
                    <a:pt x="274954" y="381"/>
                  </a:lnTo>
                  <a:lnTo>
                    <a:pt x="272669" y="0"/>
                  </a:lnTo>
                  <a:close/>
                </a:path>
                <a:path w="358140" h="119379">
                  <a:moveTo>
                    <a:pt x="314706" y="117348"/>
                  </a:moveTo>
                  <a:lnTo>
                    <a:pt x="303403" y="117348"/>
                  </a:lnTo>
                  <a:lnTo>
                    <a:pt x="304292" y="117602"/>
                  </a:lnTo>
                  <a:lnTo>
                    <a:pt x="313944" y="117602"/>
                  </a:lnTo>
                  <a:lnTo>
                    <a:pt x="314706" y="117348"/>
                  </a:lnTo>
                  <a:close/>
                </a:path>
                <a:path w="358140" h="119379">
                  <a:moveTo>
                    <a:pt x="312928" y="381"/>
                  </a:moveTo>
                  <a:lnTo>
                    <a:pt x="305308" y="381"/>
                  </a:lnTo>
                  <a:lnTo>
                    <a:pt x="303403" y="635"/>
                  </a:lnTo>
                  <a:lnTo>
                    <a:pt x="302895" y="889"/>
                  </a:lnTo>
                  <a:lnTo>
                    <a:pt x="302260" y="1143"/>
                  </a:lnTo>
                  <a:lnTo>
                    <a:pt x="301879" y="1397"/>
                  </a:lnTo>
                  <a:lnTo>
                    <a:pt x="301625" y="1778"/>
                  </a:lnTo>
                  <a:lnTo>
                    <a:pt x="301371" y="2032"/>
                  </a:lnTo>
                  <a:lnTo>
                    <a:pt x="301244" y="2413"/>
                  </a:lnTo>
                  <a:lnTo>
                    <a:pt x="301244" y="115697"/>
                  </a:lnTo>
                  <a:lnTo>
                    <a:pt x="301371" y="116078"/>
                  </a:lnTo>
                  <a:lnTo>
                    <a:pt x="301625" y="116332"/>
                  </a:lnTo>
                  <a:lnTo>
                    <a:pt x="301879" y="116713"/>
                  </a:lnTo>
                  <a:lnTo>
                    <a:pt x="302260" y="116967"/>
                  </a:lnTo>
                  <a:lnTo>
                    <a:pt x="303212" y="117348"/>
                  </a:lnTo>
                  <a:lnTo>
                    <a:pt x="314896" y="117348"/>
                  </a:lnTo>
                  <a:lnTo>
                    <a:pt x="315849" y="116967"/>
                  </a:lnTo>
                  <a:lnTo>
                    <a:pt x="316230" y="116713"/>
                  </a:lnTo>
                  <a:lnTo>
                    <a:pt x="316484" y="116332"/>
                  </a:lnTo>
                  <a:lnTo>
                    <a:pt x="316738" y="116078"/>
                  </a:lnTo>
                  <a:lnTo>
                    <a:pt x="316738" y="2032"/>
                  </a:lnTo>
                  <a:lnTo>
                    <a:pt x="316484" y="1778"/>
                  </a:lnTo>
                  <a:lnTo>
                    <a:pt x="316230" y="1397"/>
                  </a:lnTo>
                  <a:lnTo>
                    <a:pt x="315849" y="1143"/>
                  </a:lnTo>
                  <a:lnTo>
                    <a:pt x="315214" y="889"/>
                  </a:lnTo>
                  <a:lnTo>
                    <a:pt x="314706" y="635"/>
                  </a:lnTo>
                  <a:lnTo>
                    <a:pt x="314959" y="635"/>
                  </a:lnTo>
                  <a:lnTo>
                    <a:pt x="312928" y="381"/>
                  </a:lnTo>
                  <a:close/>
                </a:path>
                <a:path w="358140" h="119379">
                  <a:moveTo>
                    <a:pt x="355854" y="117348"/>
                  </a:moveTo>
                  <a:lnTo>
                    <a:pt x="344551" y="117348"/>
                  </a:lnTo>
                  <a:lnTo>
                    <a:pt x="345440" y="117602"/>
                  </a:lnTo>
                  <a:lnTo>
                    <a:pt x="355092" y="117602"/>
                  </a:lnTo>
                  <a:lnTo>
                    <a:pt x="355854" y="117348"/>
                  </a:lnTo>
                  <a:close/>
                </a:path>
                <a:path w="358140" h="119379">
                  <a:moveTo>
                    <a:pt x="354076" y="381"/>
                  </a:moveTo>
                  <a:lnTo>
                    <a:pt x="346456" y="381"/>
                  </a:lnTo>
                  <a:lnTo>
                    <a:pt x="344551" y="635"/>
                  </a:lnTo>
                  <a:lnTo>
                    <a:pt x="344043" y="889"/>
                  </a:lnTo>
                  <a:lnTo>
                    <a:pt x="343408" y="1143"/>
                  </a:lnTo>
                  <a:lnTo>
                    <a:pt x="343027" y="1397"/>
                  </a:lnTo>
                  <a:lnTo>
                    <a:pt x="342773" y="1778"/>
                  </a:lnTo>
                  <a:lnTo>
                    <a:pt x="342519" y="2032"/>
                  </a:lnTo>
                  <a:lnTo>
                    <a:pt x="342519" y="116078"/>
                  </a:lnTo>
                  <a:lnTo>
                    <a:pt x="342773" y="116332"/>
                  </a:lnTo>
                  <a:lnTo>
                    <a:pt x="343027" y="116713"/>
                  </a:lnTo>
                  <a:lnTo>
                    <a:pt x="343408" y="116967"/>
                  </a:lnTo>
                  <a:lnTo>
                    <a:pt x="344360" y="117348"/>
                  </a:lnTo>
                  <a:lnTo>
                    <a:pt x="356044" y="117348"/>
                  </a:lnTo>
                  <a:lnTo>
                    <a:pt x="356997" y="116967"/>
                  </a:lnTo>
                  <a:lnTo>
                    <a:pt x="357378" y="116713"/>
                  </a:lnTo>
                  <a:lnTo>
                    <a:pt x="357632" y="116332"/>
                  </a:lnTo>
                  <a:lnTo>
                    <a:pt x="357886" y="116078"/>
                  </a:lnTo>
                  <a:lnTo>
                    <a:pt x="357886" y="2032"/>
                  </a:lnTo>
                  <a:lnTo>
                    <a:pt x="357632" y="1778"/>
                  </a:lnTo>
                  <a:lnTo>
                    <a:pt x="357378" y="1397"/>
                  </a:lnTo>
                  <a:lnTo>
                    <a:pt x="356997" y="1143"/>
                  </a:lnTo>
                  <a:lnTo>
                    <a:pt x="356362" y="889"/>
                  </a:lnTo>
                  <a:lnTo>
                    <a:pt x="355854" y="635"/>
                  </a:lnTo>
                  <a:lnTo>
                    <a:pt x="356107" y="635"/>
                  </a:lnTo>
                  <a:lnTo>
                    <a:pt x="354076" y="381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495663" y="3571112"/>
              <a:ext cx="846073" cy="14744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900548" y="3847718"/>
              <a:ext cx="1514221" cy="14846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89737" y="3848607"/>
              <a:ext cx="840056" cy="11849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402576" y="3853815"/>
              <a:ext cx="536575" cy="11328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011032" y="3848607"/>
              <a:ext cx="387985" cy="14097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468486" y="3848607"/>
              <a:ext cx="669036" cy="11849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205086" y="3864863"/>
              <a:ext cx="309499" cy="1310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525507" y="3848607"/>
              <a:ext cx="1068451" cy="14757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889119" y="4159757"/>
              <a:ext cx="266065" cy="112395"/>
            </a:xfrm>
            <a:custGeom>
              <a:avLst/>
              <a:gdLst/>
              <a:ahLst/>
              <a:cxnLst/>
              <a:rect l="l" t="t" r="r" b="b"/>
              <a:pathLst>
                <a:path w="266064" h="112395">
                  <a:moveTo>
                    <a:pt x="24891" y="111887"/>
                  </a:moveTo>
                  <a:lnTo>
                    <a:pt x="19684" y="111887"/>
                  </a:lnTo>
                  <a:lnTo>
                    <a:pt x="32130" y="112141"/>
                  </a:lnTo>
                  <a:lnTo>
                    <a:pt x="26923" y="112141"/>
                  </a:lnTo>
                  <a:lnTo>
                    <a:pt x="24891" y="111887"/>
                  </a:lnTo>
                  <a:close/>
                </a:path>
                <a:path w="266064" h="112395">
                  <a:moveTo>
                    <a:pt x="22267" y="110998"/>
                  </a:moveTo>
                  <a:lnTo>
                    <a:pt x="22097" y="110998"/>
                  </a:lnTo>
                  <a:lnTo>
                    <a:pt x="23113" y="111506"/>
                  </a:lnTo>
                  <a:lnTo>
                    <a:pt x="24256" y="111887"/>
                  </a:lnTo>
                  <a:lnTo>
                    <a:pt x="24891" y="111887"/>
                  </a:lnTo>
                  <a:lnTo>
                    <a:pt x="26923" y="112141"/>
                  </a:lnTo>
                  <a:lnTo>
                    <a:pt x="32130" y="112141"/>
                  </a:lnTo>
                  <a:lnTo>
                    <a:pt x="34416" y="111887"/>
                  </a:lnTo>
                  <a:lnTo>
                    <a:pt x="35655" y="111506"/>
                  </a:lnTo>
                  <a:lnTo>
                    <a:pt x="22944" y="111506"/>
                  </a:lnTo>
                  <a:lnTo>
                    <a:pt x="22267" y="110998"/>
                  </a:lnTo>
                  <a:close/>
                </a:path>
                <a:path w="266064" h="112395">
                  <a:moveTo>
                    <a:pt x="15493" y="1905"/>
                  </a:moveTo>
                  <a:lnTo>
                    <a:pt x="1100" y="1905"/>
                  </a:lnTo>
                  <a:lnTo>
                    <a:pt x="592" y="2286"/>
                  </a:lnTo>
                  <a:lnTo>
                    <a:pt x="190" y="2667"/>
                  </a:lnTo>
                  <a:lnTo>
                    <a:pt x="0" y="3175"/>
                  </a:lnTo>
                  <a:lnTo>
                    <a:pt x="0" y="4445"/>
                  </a:lnTo>
                  <a:lnTo>
                    <a:pt x="253" y="5334"/>
                  </a:lnTo>
                  <a:lnTo>
                    <a:pt x="649" y="6223"/>
                  </a:lnTo>
                  <a:lnTo>
                    <a:pt x="31368" y="78867"/>
                  </a:lnTo>
                  <a:lnTo>
                    <a:pt x="34035" y="81534"/>
                  </a:lnTo>
                  <a:lnTo>
                    <a:pt x="22225" y="107823"/>
                  </a:lnTo>
                  <a:lnTo>
                    <a:pt x="21843" y="108585"/>
                  </a:lnTo>
                  <a:lnTo>
                    <a:pt x="21843" y="110490"/>
                  </a:lnTo>
                  <a:lnTo>
                    <a:pt x="22267" y="110998"/>
                  </a:lnTo>
                  <a:lnTo>
                    <a:pt x="22944" y="111506"/>
                  </a:lnTo>
                  <a:lnTo>
                    <a:pt x="35560" y="111506"/>
                  </a:lnTo>
                  <a:lnTo>
                    <a:pt x="56977" y="65151"/>
                  </a:lnTo>
                  <a:lnTo>
                    <a:pt x="41528" y="65151"/>
                  </a:lnTo>
                  <a:lnTo>
                    <a:pt x="17144" y="4445"/>
                  </a:lnTo>
                  <a:lnTo>
                    <a:pt x="16890" y="3683"/>
                  </a:lnTo>
                  <a:lnTo>
                    <a:pt x="16509" y="3175"/>
                  </a:lnTo>
                  <a:lnTo>
                    <a:pt x="16255" y="2667"/>
                  </a:lnTo>
                  <a:lnTo>
                    <a:pt x="16001" y="2286"/>
                  </a:lnTo>
                  <a:lnTo>
                    <a:pt x="15493" y="1905"/>
                  </a:lnTo>
                  <a:close/>
                </a:path>
                <a:path w="266064" h="112395">
                  <a:moveTo>
                    <a:pt x="80433" y="1905"/>
                  </a:moveTo>
                  <a:lnTo>
                    <a:pt x="67055" y="1905"/>
                  </a:lnTo>
                  <a:lnTo>
                    <a:pt x="66293" y="2286"/>
                  </a:lnTo>
                  <a:lnTo>
                    <a:pt x="66039" y="2667"/>
                  </a:lnTo>
                  <a:lnTo>
                    <a:pt x="65737" y="3175"/>
                  </a:lnTo>
                  <a:lnTo>
                    <a:pt x="41909" y="65151"/>
                  </a:lnTo>
                  <a:lnTo>
                    <a:pt x="56977" y="65151"/>
                  </a:lnTo>
                  <a:lnTo>
                    <a:pt x="80922" y="6477"/>
                  </a:lnTo>
                  <a:lnTo>
                    <a:pt x="81359" y="5334"/>
                  </a:lnTo>
                  <a:lnTo>
                    <a:pt x="81286" y="2667"/>
                  </a:lnTo>
                  <a:lnTo>
                    <a:pt x="81449" y="2667"/>
                  </a:lnTo>
                  <a:lnTo>
                    <a:pt x="80433" y="1905"/>
                  </a:lnTo>
                  <a:close/>
                </a:path>
                <a:path w="266064" h="112395">
                  <a:moveTo>
                    <a:pt x="11302" y="1143"/>
                  </a:moveTo>
                  <a:lnTo>
                    <a:pt x="5588" y="1143"/>
                  </a:lnTo>
                  <a:lnTo>
                    <a:pt x="2158" y="1524"/>
                  </a:lnTo>
                  <a:lnTo>
                    <a:pt x="825" y="1905"/>
                  </a:lnTo>
                  <a:lnTo>
                    <a:pt x="15176" y="1905"/>
                  </a:lnTo>
                  <a:lnTo>
                    <a:pt x="14223" y="1524"/>
                  </a:lnTo>
                  <a:lnTo>
                    <a:pt x="11302" y="1143"/>
                  </a:lnTo>
                  <a:close/>
                </a:path>
                <a:path w="266064" h="112395">
                  <a:moveTo>
                    <a:pt x="75945" y="1143"/>
                  </a:moveTo>
                  <a:lnTo>
                    <a:pt x="71501" y="1143"/>
                  </a:lnTo>
                  <a:lnTo>
                    <a:pt x="68198" y="1524"/>
                  </a:lnTo>
                  <a:lnTo>
                    <a:pt x="66865" y="1905"/>
                  </a:lnTo>
                  <a:lnTo>
                    <a:pt x="80708" y="1905"/>
                  </a:lnTo>
                  <a:lnTo>
                    <a:pt x="79375" y="1524"/>
                  </a:lnTo>
                  <a:lnTo>
                    <a:pt x="75945" y="1143"/>
                  </a:lnTo>
                  <a:close/>
                </a:path>
                <a:path w="266064" h="112395">
                  <a:moveTo>
                    <a:pt x="138302" y="0"/>
                  </a:moveTo>
                  <a:lnTo>
                    <a:pt x="123951" y="0"/>
                  </a:lnTo>
                  <a:lnTo>
                    <a:pt x="117601" y="1016"/>
                  </a:lnTo>
                  <a:lnTo>
                    <a:pt x="90423" y="25273"/>
                  </a:lnTo>
                  <a:lnTo>
                    <a:pt x="88518" y="30480"/>
                  </a:lnTo>
                  <a:lnTo>
                    <a:pt x="87629" y="36068"/>
                  </a:lnTo>
                  <a:lnTo>
                    <a:pt x="87748" y="49403"/>
                  </a:lnTo>
                  <a:lnTo>
                    <a:pt x="88518" y="54356"/>
                  </a:lnTo>
                  <a:lnTo>
                    <a:pt x="90296" y="59436"/>
                  </a:lnTo>
                  <a:lnTo>
                    <a:pt x="91947" y="64516"/>
                  </a:lnTo>
                  <a:lnTo>
                    <a:pt x="94487" y="68707"/>
                  </a:lnTo>
                  <a:lnTo>
                    <a:pt x="98043" y="72263"/>
                  </a:lnTo>
                  <a:lnTo>
                    <a:pt x="101472" y="75819"/>
                  </a:lnTo>
                  <a:lnTo>
                    <a:pt x="105917" y="78486"/>
                  </a:lnTo>
                  <a:lnTo>
                    <a:pt x="111125" y="80391"/>
                  </a:lnTo>
                  <a:lnTo>
                    <a:pt x="116331" y="82169"/>
                  </a:lnTo>
                  <a:lnTo>
                    <a:pt x="122427" y="83185"/>
                  </a:lnTo>
                  <a:lnTo>
                    <a:pt x="136651" y="83185"/>
                  </a:lnTo>
                  <a:lnTo>
                    <a:pt x="142296" y="82169"/>
                  </a:lnTo>
                  <a:lnTo>
                    <a:pt x="142652" y="82169"/>
                  </a:lnTo>
                  <a:lnTo>
                    <a:pt x="148589" y="80010"/>
                  </a:lnTo>
                  <a:lnTo>
                    <a:pt x="154050" y="77851"/>
                  </a:lnTo>
                  <a:lnTo>
                    <a:pt x="158622" y="74930"/>
                  </a:lnTo>
                  <a:lnTo>
                    <a:pt x="161935" y="71501"/>
                  </a:lnTo>
                  <a:lnTo>
                    <a:pt x="125221" y="71501"/>
                  </a:lnTo>
                  <a:lnTo>
                    <a:pt x="121030" y="70612"/>
                  </a:lnTo>
                  <a:lnTo>
                    <a:pt x="104012" y="36068"/>
                  </a:lnTo>
                  <a:lnTo>
                    <a:pt x="104219" y="34417"/>
                  </a:lnTo>
                  <a:lnTo>
                    <a:pt x="104314" y="33655"/>
                  </a:lnTo>
                  <a:lnTo>
                    <a:pt x="104393" y="33020"/>
                  </a:lnTo>
                  <a:lnTo>
                    <a:pt x="105536" y="29337"/>
                  </a:lnTo>
                  <a:lnTo>
                    <a:pt x="106552" y="25781"/>
                  </a:lnTo>
                  <a:lnTo>
                    <a:pt x="125983" y="11557"/>
                  </a:lnTo>
                  <a:lnTo>
                    <a:pt x="163448" y="11557"/>
                  </a:lnTo>
                  <a:lnTo>
                    <a:pt x="162686" y="10795"/>
                  </a:lnTo>
                  <a:lnTo>
                    <a:pt x="159257" y="7239"/>
                  </a:lnTo>
                  <a:lnTo>
                    <a:pt x="154939" y="4572"/>
                  </a:lnTo>
                  <a:lnTo>
                    <a:pt x="149732" y="2794"/>
                  </a:lnTo>
                  <a:lnTo>
                    <a:pt x="144754" y="1016"/>
                  </a:lnTo>
                  <a:lnTo>
                    <a:pt x="145269" y="1016"/>
                  </a:lnTo>
                  <a:lnTo>
                    <a:pt x="138302" y="0"/>
                  </a:lnTo>
                  <a:close/>
                </a:path>
                <a:path w="266064" h="112395">
                  <a:moveTo>
                    <a:pt x="163448" y="11557"/>
                  </a:moveTo>
                  <a:lnTo>
                    <a:pt x="135762" y="11557"/>
                  </a:lnTo>
                  <a:lnTo>
                    <a:pt x="139953" y="12319"/>
                  </a:lnTo>
                  <a:lnTo>
                    <a:pt x="143382" y="13970"/>
                  </a:lnTo>
                  <a:lnTo>
                    <a:pt x="156873" y="46863"/>
                  </a:lnTo>
                  <a:lnTo>
                    <a:pt x="156644" y="48641"/>
                  </a:lnTo>
                  <a:lnTo>
                    <a:pt x="156545" y="49403"/>
                  </a:lnTo>
                  <a:lnTo>
                    <a:pt x="142239" y="69215"/>
                  </a:lnTo>
                  <a:lnTo>
                    <a:pt x="138937" y="70739"/>
                  </a:lnTo>
                  <a:lnTo>
                    <a:pt x="134873" y="71501"/>
                  </a:lnTo>
                  <a:lnTo>
                    <a:pt x="161935" y="71501"/>
                  </a:lnTo>
                  <a:lnTo>
                    <a:pt x="165861" y="67437"/>
                  </a:lnTo>
                  <a:lnTo>
                    <a:pt x="168655" y="62992"/>
                  </a:lnTo>
                  <a:lnTo>
                    <a:pt x="172211" y="52578"/>
                  </a:lnTo>
                  <a:lnTo>
                    <a:pt x="173227" y="46863"/>
                  </a:lnTo>
                  <a:lnTo>
                    <a:pt x="173109" y="33655"/>
                  </a:lnTo>
                  <a:lnTo>
                    <a:pt x="172615" y="30480"/>
                  </a:lnTo>
                  <a:lnTo>
                    <a:pt x="172556" y="30099"/>
                  </a:lnTo>
                  <a:lnTo>
                    <a:pt x="172437" y="29337"/>
                  </a:lnTo>
                  <a:lnTo>
                    <a:pt x="172338" y="28702"/>
                  </a:lnTo>
                  <a:lnTo>
                    <a:pt x="170560" y="23622"/>
                  </a:lnTo>
                  <a:lnTo>
                    <a:pt x="168782" y="18669"/>
                  </a:lnTo>
                  <a:lnTo>
                    <a:pt x="166242" y="14351"/>
                  </a:lnTo>
                  <a:lnTo>
                    <a:pt x="163448" y="11557"/>
                  </a:lnTo>
                  <a:close/>
                </a:path>
                <a:path w="266064" h="112395">
                  <a:moveTo>
                    <a:pt x="202945" y="1143"/>
                  </a:moveTo>
                  <a:lnTo>
                    <a:pt x="197357" y="1143"/>
                  </a:lnTo>
                  <a:lnTo>
                    <a:pt x="194436" y="1524"/>
                  </a:lnTo>
                  <a:lnTo>
                    <a:pt x="193166" y="2032"/>
                  </a:lnTo>
                  <a:lnTo>
                    <a:pt x="192785" y="2286"/>
                  </a:lnTo>
                  <a:lnTo>
                    <a:pt x="192531" y="2667"/>
                  </a:lnTo>
                  <a:lnTo>
                    <a:pt x="192442" y="56642"/>
                  </a:lnTo>
                  <a:lnTo>
                    <a:pt x="192785" y="59817"/>
                  </a:lnTo>
                  <a:lnTo>
                    <a:pt x="194719" y="67183"/>
                  </a:lnTo>
                  <a:lnTo>
                    <a:pt x="194817" y="67564"/>
                  </a:lnTo>
                  <a:lnTo>
                    <a:pt x="217169" y="83185"/>
                  </a:lnTo>
                  <a:lnTo>
                    <a:pt x="227710" y="83185"/>
                  </a:lnTo>
                  <a:lnTo>
                    <a:pt x="232536" y="82042"/>
                  </a:lnTo>
                  <a:lnTo>
                    <a:pt x="237235" y="79883"/>
                  </a:lnTo>
                  <a:lnTo>
                    <a:pt x="242061" y="77724"/>
                  </a:lnTo>
                  <a:lnTo>
                    <a:pt x="246887" y="74168"/>
                  </a:lnTo>
                  <a:lnTo>
                    <a:pt x="249887" y="71247"/>
                  </a:lnTo>
                  <a:lnTo>
                    <a:pt x="223011" y="71247"/>
                  </a:lnTo>
                  <a:lnTo>
                    <a:pt x="220344" y="70612"/>
                  </a:lnTo>
                  <a:lnTo>
                    <a:pt x="215772" y="68580"/>
                  </a:lnTo>
                  <a:lnTo>
                    <a:pt x="213867" y="67183"/>
                  </a:lnTo>
                  <a:lnTo>
                    <a:pt x="212470" y="65278"/>
                  </a:lnTo>
                  <a:lnTo>
                    <a:pt x="210946" y="63373"/>
                  </a:lnTo>
                  <a:lnTo>
                    <a:pt x="209803" y="61087"/>
                  </a:lnTo>
                  <a:lnTo>
                    <a:pt x="209168" y="58420"/>
                  </a:lnTo>
                  <a:lnTo>
                    <a:pt x="208406" y="55753"/>
                  </a:lnTo>
                  <a:lnTo>
                    <a:pt x="208025" y="52197"/>
                  </a:lnTo>
                  <a:lnTo>
                    <a:pt x="208025" y="3302"/>
                  </a:lnTo>
                  <a:lnTo>
                    <a:pt x="207898" y="2921"/>
                  </a:lnTo>
                  <a:lnTo>
                    <a:pt x="207644" y="2667"/>
                  </a:lnTo>
                  <a:lnTo>
                    <a:pt x="207390" y="2286"/>
                  </a:lnTo>
                  <a:lnTo>
                    <a:pt x="207009" y="2032"/>
                  </a:lnTo>
                  <a:lnTo>
                    <a:pt x="205739" y="1524"/>
                  </a:lnTo>
                  <a:lnTo>
                    <a:pt x="205994" y="1524"/>
                  </a:lnTo>
                  <a:lnTo>
                    <a:pt x="202945" y="1143"/>
                  </a:lnTo>
                  <a:close/>
                </a:path>
                <a:path w="266064" h="112395">
                  <a:moveTo>
                    <a:pt x="263905" y="81534"/>
                  </a:moveTo>
                  <a:lnTo>
                    <a:pt x="253618" y="81534"/>
                  </a:lnTo>
                  <a:lnTo>
                    <a:pt x="254380" y="81788"/>
                  </a:lnTo>
                  <a:lnTo>
                    <a:pt x="263143" y="81788"/>
                  </a:lnTo>
                  <a:lnTo>
                    <a:pt x="263905" y="81534"/>
                  </a:lnTo>
                  <a:close/>
                </a:path>
                <a:path w="266064" h="112395">
                  <a:moveTo>
                    <a:pt x="265938" y="69469"/>
                  </a:moveTo>
                  <a:lnTo>
                    <a:pt x="251713" y="69469"/>
                  </a:lnTo>
                  <a:lnTo>
                    <a:pt x="251840" y="80264"/>
                  </a:lnTo>
                  <a:lnTo>
                    <a:pt x="251967" y="80518"/>
                  </a:lnTo>
                  <a:lnTo>
                    <a:pt x="252221" y="80899"/>
                  </a:lnTo>
                  <a:lnTo>
                    <a:pt x="252602" y="81153"/>
                  </a:lnTo>
                  <a:lnTo>
                    <a:pt x="253364" y="81534"/>
                  </a:lnTo>
                  <a:lnTo>
                    <a:pt x="264096" y="81534"/>
                  </a:lnTo>
                  <a:lnTo>
                    <a:pt x="265938" y="79883"/>
                  </a:lnTo>
                  <a:lnTo>
                    <a:pt x="265938" y="69469"/>
                  </a:lnTo>
                  <a:close/>
                </a:path>
                <a:path w="266064" h="112395">
                  <a:moveTo>
                    <a:pt x="263651" y="1524"/>
                  </a:moveTo>
                  <a:lnTo>
                    <a:pt x="252475" y="1524"/>
                  </a:lnTo>
                  <a:lnTo>
                    <a:pt x="251205" y="2032"/>
                  </a:lnTo>
                  <a:lnTo>
                    <a:pt x="250697" y="2286"/>
                  </a:lnTo>
                  <a:lnTo>
                    <a:pt x="250570" y="2667"/>
                  </a:lnTo>
                  <a:lnTo>
                    <a:pt x="250316" y="2921"/>
                  </a:lnTo>
                  <a:lnTo>
                    <a:pt x="250189" y="56642"/>
                  </a:lnTo>
                  <a:lnTo>
                    <a:pt x="245871" y="61468"/>
                  </a:lnTo>
                  <a:lnTo>
                    <a:pt x="241680" y="65024"/>
                  </a:lnTo>
                  <a:lnTo>
                    <a:pt x="237743" y="67437"/>
                  </a:lnTo>
                  <a:lnTo>
                    <a:pt x="233933" y="69977"/>
                  </a:lnTo>
                  <a:lnTo>
                    <a:pt x="229996" y="71247"/>
                  </a:lnTo>
                  <a:lnTo>
                    <a:pt x="249887" y="71247"/>
                  </a:lnTo>
                  <a:lnTo>
                    <a:pt x="251713" y="69469"/>
                  </a:lnTo>
                  <a:lnTo>
                    <a:pt x="265938" y="69469"/>
                  </a:lnTo>
                  <a:lnTo>
                    <a:pt x="265938" y="3302"/>
                  </a:lnTo>
                  <a:lnTo>
                    <a:pt x="265810" y="2921"/>
                  </a:lnTo>
                  <a:lnTo>
                    <a:pt x="265556" y="2667"/>
                  </a:lnTo>
                  <a:lnTo>
                    <a:pt x="265302" y="2286"/>
                  </a:lnTo>
                  <a:lnTo>
                    <a:pt x="264286" y="1778"/>
                  </a:lnTo>
                  <a:lnTo>
                    <a:pt x="263651" y="1524"/>
                  </a:lnTo>
                  <a:close/>
                </a:path>
                <a:path w="266064" h="112395">
                  <a:moveTo>
                    <a:pt x="260857" y="1143"/>
                  </a:moveTo>
                  <a:lnTo>
                    <a:pt x="255269" y="1143"/>
                  </a:lnTo>
                  <a:lnTo>
                    <a:pt x="252222" y="1524"/>
                  </a:lnTo>
                  <a:lnTo>
                    <a:pt x="263906" y="1524"/>
                  </a:lnTo>
                  <a:lnTo>
                    <a:pt x="260857" y="1143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18303" y="4124451"/>
              <a:ext cx="590804" cy="1475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885053" y="4124451"/>
              <a:ext cx="1355090" cy="1475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314565" y="4124451"/>
              <a:ext cx="609345" cy="14744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988045" y="4124451"/>
              <a:ext cx="939292" cy="1475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0"/>
            <a:ext cx="11429365" cy="6438265"/>
          </a:xfrm>
          <a:custGeom>
            <a:avLst/>
            <a:gdLst/>
            <a:ahLst/>
            <a:cxnLst/>
            <a:rect l="l" t="t" r="r" b="b"/>
            <a:pathLst>
              <a:path w="11429365" h="6438265">
                <a:moveTo>
                  <a:pt x="11429365" y="0"/>
                </a:moveTo>
                <a:lnTo>
                  <a:pt x="0" y="0"/>
                </a:lnTo>
                <a:lnTo>
                  <a:pt x="0" y="6438255"/>
                </a:lnTo>
                <a:lnTo>
                  <a:pt x="11429365" y="6438255"/>
                </a:lnTo>
                <a:lnTo>
                  <a:pt x="11429365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41" y="1887854"/>
            <a:ext cx="1404505" cy="3790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57222" y="1880997"/>
            <a:ext cx="725170" cy="311150"/>
          </a:xfrm>
          <a:custGeom>
            <a:avLst/>
            <a:gdLst/>
            <a:ahLst/>
            <a:cxnLst/>
            <a:rect l="l" t="t" r="r" b="b"/>
            <a:pathLst>
              <a:path w="725169" h="311150">
                <a:moveTo>
                  <a:pt x="195359" y="131444"/>
                </a:moveTo>
                <a:lnTo>
                  <a:pt x="106298" y="131444"/>
                </a:lnTo>
                <a:lnTo>
                  <a:pt x="112958" y="132222"/>
                </a:lnTo>
                <a:lnTo>
                  <a:pt x="118236" y="133730"/>
                </a:lnTo>
                <a:lnTo>
                  <a:pt x="123570" y="135127"/>
                </a:lnTo>
                <a:lnTo>
                  <a:pt x="127888" y="137413"/>
                </a:lnTo>
                <a:lnTo>
                  <a:pt x="134365" y="143637"/>
                </a:lnTo>
                <a:lnTo>
                  <a:pt x="136575" y="147319"/>
                </a:lnTo>
                <a:lnTo>
                  <a:pt x="136651" y="147447"/>
                </a:lnTo>
                <a:lnTo>
                  <a:pt x="138048" y="152146"/>
                </a:lnTo>
                <a:lnTo>
                  <a:pt x="139445" y="156717"/>
                </a:lnTo>
                <a:lnTo>
                  <a:pt x="140080" y="162051"/>
                </a:lnTo>
                <a:lnTo>
                  <a:pt x="140080" y="180212"/>
                </a:lnTo>
                <a:lnTo>
                  <a:pt x="118617" y="180212"/>
                </a:lnTo>
                <a:lnTo>
                  <a:pt x="104399" y="180453"/>
                </a:lnTo>
                <a:lnTo>
                  <a:pt x="56439" y="186412"/>
                </a:lnTo>
                <a:lnTo>
                  <a:pt x="16922" y="205724"/>
                </a:lnTo>
                <a:lnTo>
                  <a:pt x="0" y="247141"/>
                </a:lnTo>
                <a:lnTo>
                  <a:pt x="305" y="253618"/>
                </a:lnTo>
                <a:lnTo>
                  <a:pt x="17506" y="290526"/>
                </a:lnTo>
                <a:lnTo>
                  <a:pt x="55508" y="308719"/>
                </a:lnTo>
                <a:lnTo>
                  <a:pt x="80136" y="311023"/>
                </a:lnTo>
                <a:lnTo>
                  <a:pt x="90545" y="310570"/>
                </a:lnTo>
                <a:lnTo>
                  <a:pt x="127248" y="299733"/>
                </a:lnTo>
                <a:lnTo>
                  <a:pt x="149732" y="283463"/>
                </a:lnTo>
                <a:lnTo>
                  <a:pt x="201040" y="283463"/>
                </a:lnTo>
                <a:lnTo>
                  <a:pt x="201040" y="271779"/>
                </a:lnTo>
                <a:lnTo>
                  <a:pt x="83311" y="271779"/>
                </a:lnTo>
                <a:lnTo>
                  <a:pt x="75310" y="269493"/>
                </a:lnTo>
                <a:lnTo>
                  <a:pt x="63626" y="260096"/>
                </a:lnTo>
                <a:lnTo>
                  <a:pt x="60783" y="253791"/>
                </a:lnTo>
                <a:lnTo>
                  <a:pt x="60705" y="240537"/>
                </a:lnTo>
                <a:lnTo>
                  <a:pt x="61721" y="236219"/>
                </a:lnTo>
                <a:lnTo>
                  <a:pt x="63753" y="232537"/>
                </a:lnTo>
                <a:lnTo>
                  <a:pt x="65785" y="228726"/>
                </a:lnTo>
                <a:lnTo>
                  <a:pt x="102488" y="215487"/>
                </a:lnTo>
                <a:lnTo>
                  <a:pt x="109200" y="215130"/>
                </a:lnTo>
                <a:lnTo>
                  <a:pt x="201040" y="215130"/>
                </a:lnTo>
                <a:lnTo>
                  <a:pt x="201040" y="167004"/>
                </a:lnTo>
                <a:lnTo>
                  <a:pt x="200705" y="157170"/>
                </a:lnTo>
                <a:lnTo>
                  <a:pt x="199765" y="148716"/>
                </a:lnTo>
                <a:lnTo>
                  <a:pt x="199691" y="148050"/>
                </a:lnTo>
                <a:lnTo>
                  <a:pt x="197987" y="139644"/>
                </a:lnTo>
                <a:lnTo>
                  <a:pt x="195738" y="132461"/>
                </a:lnTo>
                <a:lnTo>
                  <a:pt x="195664" y="132222"/>
                </a:lnTo>
                <a:lnTo>
                  <a:pt x="195579" y="131952"/>
                </a:lnTo>
                <a:lnTo>
                  <a:pt x="195442" y="131637"/>
                </a:lnTo>
                <a:lnTo>
                  <a:pt x="195359" y="131444"/>
                </a:lnTo>
                <a:close/>
              </a:path>
              <a:path w="725169" h="311150">
                <a:moveTo>
                  <a:pt x="201040" y="283463"/>
                </a:moveTo>
                <a:lnTo>
                  <a:pt x="149732" y="283463"/>
                </a:lnTo>
                <a:lnTo>
                  <a:pt x="149732" y="301116"/>
                </a:lnTo>
                <a:lnTo>
                  <a:pt x="150494" y="302767"/>
                </a:lnTo>
                <a:lnTo>
                  <a:pt x="151891" y="303911"/>
                </a:lnTo>
                <a:lnTo>
                  <a:pt x="153288" y="305180"/>
                </a:lnTo>
                <a:lnTo>
                  <a:pt x="155575" y="305942"/>
                </a:lnTo>
                <a:lnTo>
                  <a:pt x="162305" y="306959"/>
                </a:lnTo>
                <a:lnTo>
                  <a:pt x="167766" y="307213"/>
                </a:lnTo>
                <a:lnTo>
                  <a:pt x="181990" y="307213"/>
                </a:lnTo>
                <a:lnTo>
                  <a:pt x="187325" y="306959"/>
                </a:lnTo>
                <a:lnTo>
                  <a:pt x="194309" y="305942"/>
                </a:lnTo>
                <a:lnTo>
                  <a:pt x="196976" y="305180"/>
                </a:lnTo>
                <a:lnTo>
                  <a:pt x="198627" y="303911"/>
                </a:lnTo>
                <a:lnTo>
                  <a:pt x="200278" y="302767"/>
                </a:lnTo>
                <a:lnTo>
                  <a:pt x="201040" y="301116"/>
                </a:lnTo>
                <a:lnTo>
                  <a:pt x="201040" y="283463"/>
                </a:lnTo>
                <a:close/>
              </a:path>
              <a:path w="725169" h="311150">
                <a:moveTo>
                  <a:pt x="201040" y="215130"/>
                </a:moveTo>
                <a:lnTo>
                  <a:pt x="140080" y="215130"/>
                </a:lnTo>
                <a:lnTo>
                  <a:pt x="140080" y="248412"/>
                </a:lnTo>
                <a:lnTo>
                  <a:pt x="134463" y="253791"/>
                </a:lnTo>
                <a:lnTo>
                  <a:pt x="102488" y="271779"/>
                </a:lnTo>
                <a:lnTo>
                  <a:pt x="201040" y="271779"/>
                </a:lnTo>
                <a:lnTo>
                  <a:pt x="201040" y="215130"/>
                </a:lnTo>
                <a:close/>
              </a:path>
              <a:path w="725169" h="311150">
                <a:moveTo>
                  <a:pt x="103885" y="89407"/>
                </a:moveTo>
                <a:lnTo>
                  <a:pt x="62264" y="93979"/>
                </a:lnTo>
                <a:lnTo>
                  <a:pt x="24383" y="106679"/>
                </a:lnTo>
                <a:lnTo>
                  <a:pt x="13334" y="118237"/>
                </a:lnTo>
                <a:lnTo>
                  <a:pt x="12445" y="120903"/>
                </a:lnTo>
                <a:lnTo>
                  <a:pt x="12064" y="124460"/>
                </a:lnTo>
                <a:lnTo>
                  <a:pt x="12127" y="133213"/>
                </a:lnTo>
                <a:lnTo>
                  <a:pt x="12244" y="134619"/>
                </a:lnTo>
                <a:lnTo>
                  <a:pt x="12318" y="135509"/>
                </a:lnTo>
                <a:lnTo>
                  <a:pt x="21335" y="151256"/>
                </a:lnTo>
                <a:lnTo>
                  <a:pt x="25780" y="151256"/>
                </a:lnTo>
                <a:lnTo>
                  <a:pt x="29209" y="150240"/>
                </a:lnTo>
                <a:lnTo>
                  <a:pt x="37591" y="146176"/>
                </a:lnTo>
                <a:lnTo>
                  <a:pt x="42798" y="143890"/>
                </a:lnTo>
                <a:lnTo>
                  <a:pt x="83708" y="132222"/>
                </a:lnTo>
                <a:lnTo>
                  <a:pt x="98425" y="131444"/>
                </a:lnTo>
                <a:lnTo>
                  <a:pt x="195359" y="131444"/>
                </a:lnTo>
                <a:lnTo>
                  <a:pt x="192506" y="124878"/>
                </a:lnTo>
                <a:lnTo>
                  <a:pt x="156894" y="96500"/>
                </a:lnTo>
                <a:lnTo>
                  <a:pt x="128549" y="90640"/>
                </a:lnTo>
                <a:lnTo>
                  <a:pt x="129089" y="90640"/>
                </a:lnTo>
                <a:lnTo>
                  <a:pt x="116363" y="89693"/>
                </a:lnTo>
                <a:lnTo>
                  <a:pt x="103885" y="89407"/>
                </a:lnTo>
                <a:close/>
              </a:path>
              <a:path w="725169" h="311150">
                <a:moveTo>
                  <a:pt x="290575" y="93344"/>
                </a:moveTo>
                <a:lnTo>
                  <a:pt x="271652" y="93344"/>
                </a:lnTo>
                <a:lnTo>
                  <a:pt x="264921" y="94106"/>
                </a:lnTo>
                <a:lnTo>
                  <a:pt x="254380" y="100456"/>
                </a:lnTo>
                <a:lnTo>
                  <a:pt x="254380" y="299974"/>
                </a:lnTo>
                <a:lnTo>
                  <a:pt x="274319" y="307086"/>
                </a:lnTo>
                <a:lnTo>
                  <a:pt x="296544" y="307086"/>
                </a:lnTo>
                <a:lnTo>
                  <a:pt x="316483" y="299974"/>
                </a:lnTo>
                <a:lnTo>
                  <a:pt x="316483" y="167893"/>
                </a:lnTo>
                <a:lnTo>
                  <a:pt x="322984" y="160916"/>
                </a:lnTo>
                <a:lnTo>
                  <a:pt x="357758" y="137667"/>
                </a:lnTo>
                <a:lnTo>
                  <a:pt x="459446" y="137667"/>
                </a:lnTo>
                <a:lnTo>
                  <a:pt x="457946" y="133153"/>
                </a:lnTo>
                <a:lnTo>
                  <a:pt x="454850" y="126285"/>
                </a:lnTo>
                <a:lnTo>
                  <a:pt x="453928" y="124713"/>
                </a:lnTo>
                <a:lnTo>
                  <a:pt x="307339" y="124713"/>
                </a:lnTo>
                <a:lnTo>
                  <a:pt x="307339" y="100456"/>
                </a:lnTo>
                <a:lnTo>
                  <a:pt x="297560" y="94106"/>
                </a:lnTo>
                <a:lnTo>
                  <a:pt x="290575" y="93344"/>
                </a:lnTo>
                <a:close/>
              </a:path>
              <a:path w="725169" h="311150">
                <a:moveTo>
                  <a:pt x="459446" y="137667"/>
                </a:moveTo>
                <a:lnTo>
                  <a:pt x="371855" y="137667"/>
                </a:lnTo>
                <a:lnTo>
                  <a:pt x="377316" y="138684"/>
                </a:lnTo>
                <a:lnTo>
                  <a:pt x="386714" y="143001"/>
                </a:lnTo>
                <a:lnTo>
                  <a:pt x="402589" y="176784"/>
                </a:lnTo>
                <a:lnTo>
                  <a:pt x="402589" y="299974"/>
                </a:lnTo>
                <a:lnTo>
                  <a:pt x="403097" y="301243"/>
                </a:lnTo>
                <a:lnTo>
                  <a:pt x="404113" y="302260"/>
                </a:lnTo>
                <a:lnTo>
                  <a:pt x="405129" y="303402"/>
                </a:lnTo>
                <a:lnTo>
                  <a:pt x="406780" y="304291"/>
                </a:lnTo>
                <a:lnTo>
                  <a:pt x="411352" y="305815"/>
                </a:lnTo>
                <a:lnTo>
                  <a:pt x="414527" y="306324"/>
                </a:lnTo>
                <a:lnTo>
                  <a:pt x="422528" y="307086"/>
                </a:lnTo>
                <a:lnTo>
                  <a:pt x="444626" y="307086"/>
                </a:lnTo>
                <a:lnTo>
                  <a:pt x="463041" y="302260"/>
                </a:lnTo>
                <a:lnTo>
                  <a:pt x="464057" y="301243"/>
                </a:lnTo>
                <a:lnTo>
                  <a:pt x="464565" y="299974"/>
                </a:lnTo>
                <a:lnTo>
                  <a:pt x="464559" y="176784"/>
                </a:lnTo>
                <a:lnTo>
                  <a:pt x="464368" y="169290"/>
                </a:lnTo>
                <a:lnTo>
                  <a:pt x="460375" y="140462"/>
                </a:lnTo>
                <a:lnTo>
                  <a:pt x="459446" y="137667"/>
                </a:lnTo>
                <a:close/>
              </a:path>
              <a:path w="725169" h="311150">
                <a:moveTo>
                  <a:pt x="383920" y="89407"/>
                </a:moveTo>
                <a:lnTo>
                  <a:pt x="344550" y="98171"/>
                </a:lnTo>
                <a:lnTo>
                  <a:pt x="307339" y="124713"/>
                </a:lnTo>
                <a:lnTo>
                  <a:pt x="453928" y="124713"/>
                </a:lnTo>
                <a:lnTo>
                  <a:pt x="422024" y="96138"/>
                </a:lnTo>
                <a:lnTo>
                  <a:pt x="383920" y="89407"/>
                </a:lnTo>
                <a:close/>
              </a:path>
              <a:path w="725169" h="311150">
                <a:moveTo>
                  <a:pt x="600075" y="89407"/>
                </a:moveTo>
                <a:lnTo>
                  <a:pt x="558672" y="97409"/>
                </a:lnTo>
                <a:lnTo>
                  <a:pt x="522857" y="127805"/>
                </a:lnTo>
                <a:lnTo>
                  <a:pt x="507418" y="166510"/>
                </a:lnTo>
                <a:lnTo>
                  <a:pt x="503935" y="202818"/>
                </a:lnTo>
                <a:lnTo>
                  <a:pt x="504245" y="213629"/>
                </a:lnTo>
                <a:lnTo>
                  <a:pt x="505084" y="223138"/>
                </a:lnTo>
                <a:lnTo>
                  <a:pt x="505174" y="224155"/>
                </a:lnTo>
                <a:lnTo>
                  <a:pt x="506722" y="234394"/>
                </a:lnTo>
                <a:lnTo>
                  <a:pt x="508806" y="243966"/>
                </a:lnTo>
                <a:lnTo>
                  <a:pt x="508888" y="244348"/>
                </a:lnTo>
                <a:lnTo>
                  <a:pt x="530617" y="285865"/>
                </a:lnTo>
                <a:lnTo>
                  <a:pt x="572452" y="308832"/>
                </a:lnTo>
                <a:lnTo>
                  <a:pt x="595629" y="311023"/>
                </a:lnTo>
                <a:lnTo>
                  <a:pt x="606299" y="310475"/>
                </a:lnTo>
                <a:lnTo>
                  <a:pt x="606588" y="310475"/>
                </a:lnTo>
                <a:lnTo>
                  <a:pt x="616836" y="308832"/>
                </a:lnTo>
                <a:lnTo>
                  <a:pt x="617046" y="308832"/>
                </a:lnTo>
                <a:lnTo>
                  <a:pt x="627437" y="305933"/>
                </a:lnTo>
                <a:lnTo>
                  <a:pt x="663999" y="284325"/>
                </a:lnTo>
                <a:lnTo>
                  <a:pt x="672591" y="276605"/>
                </a:lnTo>
                <a:lnTo>
                  <a:pt x="725169" y="276605"/>
                </a:lnTo>
                <a:lnTo>
                  <a:pt x="725169" y="264032"/>
                </a:lnTo>
                <a:lnTo>
                  <a:pt x="602614" y="264032"/>
                </a:lnTo>
                <a:lnTo>
                  <a:pt x="596128" y="262381"/>
                </a:lnTo>
                <a:lnTo>
                  <a:pt x="595822" y="262381"/>
                </a:lnTo>
                <a:lnTo>
                  <a:pt x="584453" y="254888"/>
                </a:lnTo>
                <a:lnTo>
                  <a:pt x="579882" y="250062"/>
                </a:lnTo>
                <a:lnTo>
                  <a:pt x="576579" y="243966"/>
                </a:lnTo>
                <a:lnTo>
                  <a:pt x="573151" y="237871"/>
                </a:lnTo>
                <a:lnTo>
                  <a:pt x="570738" y="230886"/>
                </a:lnTo>
                <a:lnTo>
                  <a:pt x="569213" y="223138"/>
                </a:lnTo>
                <a:lnTo>
                  <a:pt x="567816" y="215391"/>
                </a:lnTo>
                <a:lnTo>
                  <a:pt x="567054" y="207390"/>
                </a:lnTo>
                <a:lnTo>
                  <a:pt x="567054" y="191388"/>
                </a:lnTo>
                <a:lnTo>
                  <a:pt x="577595" y="156210"/>
                </a:lnTo>
                <a:lnTo>
                  <a:pt x="581025" y="150113"/>
                </a:lnTo>
                <a:lnTo>
                  <a:pt x="585723" y="145287"/>
                </a:lnTo>
                <a:lnTo>
                  <a:pt x="597407" y="138175"/>
                </a:lnTo>
                <a:lnTo>
                  <a:pt x="604392" y="136398"/>
                </a:lnTo>
                <a:lnTo>
                  <a:pt x="725169" y="136398"/>
                </a:lnTo>
                <a:lnTo>
                  <a:pt x="725169" y="115824"/>
                </a:lnTo>
                <a:lnTo>
                  <a:pt x="663447" y="115824"/>
                </a:lnTo>
                <a:lnTo>
                  <a:pt x="656070" y="109729"/>
                </a:lnTo>
                <a:lnTo>
                  <a:pt x="648620" y="104409"/>
                </a:lnTo>
                <a:lnTo>
                  <a:pt x="609596" y="89908"/>
                </a:lnTo>
                <a:lnTo>
                  <a:pt x="610653" y="89908"/>
                </a:lnTo>
                <a:lnTo>
                  <a:pt x="600075" y="89407"/>
                </a:lnTo>
                <a:close/>
              </a:path>
              <a:path w="725169" h="311150">
                <a:moveTo>
                  <a:pt x="725169" y="276605"/>
                </a:moveTo>
                <a:lnTo>
                  <a:pt x="672591" y="276605"/>
                </a:lnTo>
                <a:lnTo>
                  <a:pt x="672591" y="300100"/>
                </a:lnTo>
                <a:lnTo>
                  <a:pt x="689736" y="307086"/>
                </a:lnTo>
                <a:lnTo>
                  <a:pt x="708405" y="307086"/>
                </a:lnTo>
                <a:lnTo>
                  <a:pt x="715136" y="306577"/>
                </a:lnTo>
                <a:lnTo>
                  <a:pt x="717678" y="306093"/>
                </a:lnTo>
                <a:lnTo>
                  <a:pt x="718146" y="305933"/>
                </a:lnTo>
                <a:lnTo>
                  <a:pt x="719708" y="305307"/>
                </a:lnTo>
                <a:lnTo>
                  <a:pt x="721740" y="304546"/>
                </a:lnTo>
                <a:lnTo>
                  <a:pt x="723138" y="303656"/>
                </a:lnTo>
                <a:lnTo>
                  <a:pt x="723900" y="302513"/>
                </a:lnTo>
                <a:lnTo>
                  <a:pt x="724788" y="301371"/>
                </a:lnTo>
                <a:lnTo>
                  <a:pt x="725169" y="300100"/>
                </a:lnTo>
                <a:lnTo>
                  <a:pt x="725169" y="276605"/>
                </a:lnTo>
                <a:close/>
              </a:path>
              <a:path w="725169" h="311150">
                <a:moveTo>
                  <a:pt x="725169" y="136398"/>
                </a:moveTo>
                <a:lnTo>
                  <a:pt x="612394" y="136398"/>
                </a:lnTo>
                <a:lnTo>
                  <a:pt x="618990" y="136878"/>
                </a:lnTo>
                <a:lnTo>
                  <a:pt x="625443" y="138334"/>
                </a:lnTo>
                <a:lnTo>
                  <a:pt x="656923" y="160131"/>
                </a:lnTo>
                <a:lnTo>
                  <a:pt x="663447" y="167131"/>
                </a:lnTo>
                <a:lnTo>
                  <a:pt x="663447" y="232410"/>
                </a:lnTo>
                <a:lnTo>
                  <a:pt x="631825" y="259587"/>
                </a:lnTo>
                <a:lnTo>
                  <a:pt x="623696" y="262381"/>
                </a:lnTo>
                <a:lnTo>
                  <a:pt x="619632" y="263525"/>
                </a:lnTo>
                <a:lnTo>
                  <a:pt x="615441" y="264032"/>
                </a:lnTo>
                <a:lnTo>
                  <a:pt x="725169" y="264032"/>
                </a:lnTo>
                <a:lnTo>
                  <a:pt x="725169" y="136398"/>
                </a:lnTo>
                <a:close/>
              </a:path>
              <a:path w="725169" h="311150">
                <a:moveTo>
                  <a:pt x="700404" y="0"/>
                </a:moveTo>
                <a:lnTo>
                  <a:pt x="688213" y="0"/>
                </a:lnTo>
                <a:lnTo>
                  <a:pt x="683259" y="253"/>
                </a:lnTo>
                <a:lnTo>
                  <a:pt x="663447" y="8000"/>
                </a:lnTo>
                <a:lnTo>
                  <a:pt x="663447" y="115824"/>
                </a:lnTo>
                <a:lnTo>
                  <a:pt x="725169" y="115824"/>
                </a:lnTo>
                <a:lnTo>
                  <a:pt x="725169" y="8000"/>
                </a:lnTo>
                <a:lnTo>
                  <a:pt x="700404" y="0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6536" y="1887854"/>
            <a:ext cx="1390141" cy="37947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542535" y="1878583"/>
            <a:ext cx="408305" cy="313690"/>
          </a:xfrm>
          <a:custGeom>
            <a:avLst/>
            <a:gdLst/>
            <a:ahLst/>
            <a:cxnLst/>
            <a:rect l="l" t="t" r="r" b="b"/>
            <a:pathLst>
              <a:path w="408304" h="313689">
                <a:moveTo>
                  <a:pt x="120650" y="91820"/>
                </a:moveTo>
                <a:lnTo>
                  <a:pt x="79484" y="96375"/>
                </a:lnTo>
                <a:lnTo>
                  <a:pt x="38098" y="115986"/>
                </a:lnTo>
                <a:lnTo>
                  <a:pt x="11757" y="148619"/>
                </a:lnTo>
                <a:lnTo>
                  <a:pt x="474" y="192305"/>
                </a:lnTo>
                <a:lnTo>
                  <a:pt x="151" y="200660"/>
                </a:lnTo>
                <a:lnTo>
                  <a:pt x="93" y="202184"/>
                </a:lnTo>
                <a:lnTo>
                  <a:pt x="0" y="204597"/>
                </a:lnTo>
                <a:lnTo>
                  <a:pt x="159" y="209299"/>
                </a:lnTo>
                <a:lnTo>
                  <a:pt x="282" y="212949"/>
                </a:lnTo>
                <a:lnTo>
                  <a:pt x="390" y="216154"/>
                </a:lnTo>
                <a:lnTo>
                  <a:pt x="464" y="217598"/>
                </a:lnTo>
                <a:lnTo>
                  <a:pt x="1692" y="228980"/>
                </a:lnTo>
                <a:lnTo>
                  <a:pt x="1714" y="229187"/>
                </a:lnTo>
                <a:lnTo>
                  <a:pt x="15652" y="269525"/>
                </a:lnTo>
                <a:lnTo>
                  <a:pt x="44243" y="297211"/>
                </a:lnTo>
                <a:lnTo>
                  <a:pt x="87756" y="311626"/>
                </a:lnTo>
                <a:lnTo>
                  <a:pt x="115188" y="313436"/>
                </a:lnTo>
                <a:lnTo>
                  <a:pt x="127971" y="312983"/>
                </a:lnTo>
                <a:lnTo>
                  <a:pt x="129276" y="312983"/>
                </a:lnTo>
                <a:lnTo>
                  <a:pt x="168275" y="305307"/>
                </a:lnTo>
                <a:lnTo>
                  <a:pt x="205993" y="282193"/>
                </a:lnTo>
                <a:lnTo>
                  <a:pt x="216736" y="269113"/>
                </a:lnTo>
                <a:lnTo>
                  <a:pt x="117348" y="269113"/>
                </a:lnTo>
                <a:lnTo>
                  <a:pt x="110035" y="268803"/>
                </a:lnTo>
                <a:lnTo>
                  <a:pt x="75311" y="250189"/>
                </a:lnTo>
                <a:lnTo>
                  <a:pt x="64129" y="210417"/>
                </a:lnTo>
                <a:lnTo>
                  <a:pt x="64047" y="209299"/>
                </a:lnTo>
                <a:lnTo>
                  <a:pt x="63923" y="200660"/>
                </a:lnTo>
                <a:lnTo>
                  <a:pt x="64061" y="195722"/>
                </a:lnTo>
                <a:lnTo>
                  <a:pt x="64093" y="194587"/>
                </a:lnTo>
                <a:lnTo>
                  <a:pt x="64591" y="188912"/>
                </a:lnTo>
                <a:lnTo>
                  <a:pt x="64680" y="187896"/>
                </a:lnTo>
                <a:lnTo>
                  <a:pt x="64722" y="187420"/>
                </a:lnTo>
                <a:lnTo>
                  <a:pt x="81661" y="147574"/>
                </a:lnTo>
                <a:lnTo>
                  <a:pt x="109219" y="135636"/>
                </a:lnTo>
                <a:lnTo>
                  <a:pt x="220248" y="135636"/>
                </a:lnTo>
                <a:lnTo>
                  <a:pt x="214441" y="127371"/>
                </a:lnTo>
                <a:lnTo>
                  <a:pt x="182340" y="102959"/>
                </a:lnTo>
                <a:lnTo>
                  <a:pt x="135447" y="92323"/>
                </a:lnTo>
                <a:lnTo>
                  <a:pt x="136571" y="92323"/>
                </a:lnTo>
                <a:lnTo>
                  <a:pt x="120650" y="91820"/>
                </a:lnTo>
                <a:close/>
              </a:path>
              <a:path w="408304" h="313689">
                <a:moveTo>
                  <a:pt x="220230" y="135636"/>
                </a:moveTo>
                <a:lnTo>
                  <a:pt x="118363" y="135636"/>
                </a:lnTo>
                <a:lnTo>
                  <a:pt x="125839" y="135965"/>
                </a:lnTo>
                <a:lnTo>
                  <a:pt x="132635" y="136937"/>
                </a:lnTo>
                <a:lnTo>
                  <a:pt x="160527" y="154812"/>
                </a:lnTo>
                <a:lnTo>
                  <a:pt x="164718" y="160909"/>
                </a:lnTo>
                <a:lnTo>
                  <a:pt x="171707" y="194587"/>
                </a:lnTo>
                <a:lnTo>
                  <a:pt x="171791" y="195722"/>
                </a:lnTo>
                <a:lnTo>
                  <a:pt x="166624" y="238887"/>
                </a:lnTo>
                <a:lnTo>
                  <a:pt x="134874" y="267588"/>
                </a:lnTo>
                <a:lnTo>
                  <a:pt x="126746" y="269113"/>
                </a:lnTo>
                <a:lnTo>
                  <a:pt x="216736" y="269113"/>
                </a:lnTo>
                <a:lnTo>
                  <a:pt x="233965" y="224678"/>
                </a:lnTo>
                <a:lnTo>
                  <a:pt x="235687" y="204597"/>
                </a:lnTo>
                <a:lnTo>
                  <a:pt x="235780" y="202184"/>
                </a:lnTo>
                <a:lnTo>
                  <a:pt x="228853" y="154177"/>
                </a:lnTo>
                <a:lnTo>
                  <a:pt x="224970" y="144464"/>
                </a:lnTo>
                <a:lnTo>
                  <a:pt x="220230" y="135636"/>
                </a:lnTo>
                <a:close/>
              </a:path>
              <a:path w="408304" h="313689">
                <a:moveTo>
                  <a:pt x="349503" y="141859"/>
                </a:moveTo>
                <a:lnTo>
                  <a:pt x="287527" y="141859"/>
                </a:lnTo>
                <a:lnTo>
                  <a:pt x="287527" y="302387"/>
                </a:lnTo>
                <a:lnTo>
                  <a:pt x="287909" y="303656"/>
                </a:lnTo>
                <a:lnTo>
                  <a:pt x="288925" y="304673"/>
                </a:lnTo>
                <a:lnTo>
                  <a:pt x="289813" y="305815"/>
                </a:lnTo>
                <a:lnTo>
                  <a:pt x="307466" y="309499"/>
                </a:lnTo>
                <a:lnTo>
                  <a:pt x="329311" y="309499"/>
                </a:lnTo>
                <a:lnTo>
                  <a:pt x="347979" y="304673"/>
                </a:lnTo>
                <a:lnTo>
                  <a:pt x="348996" y="303656"/>
                </a:lnTo>
                <a:lnTo>
                  <a:pt x="349503" y="302387"/>
                </a:lnTo>
                <a:lnTo>
                  <a:pt x="349503" y="141859"/>
                </a:lnTo>
                <a:close/>
              </a:path>
              <a:path w="408304" h="313689">
                <a:moveTo>
                  <a:pt x="391160" y="96900"/>
                </a:moveTo>
                <a:lnTo>
                  <a:pt x="258444" y="96900"/>
                </a:lnTo>
                <a:lnTo>
                  <a:pt x="257048" y="97281"/>
                </a:lnTo>
                <a:lnTo>
                  <a:pt x="255777" y="98043"/>
                </a:lnTo>
                <a:lnTo>
                  <a:pt x="254635" y="98678"/>
                </a:lnTo>
                <a:lnTo>
                  <a:pt x="250571" y="127380"/>
                </a:lnTo>
                <a:lnTo>
                  <a:pt x="251333" y="133223"/>
                </a:lnTo>
                <a:lnTo>
                  <a:pt x="254380" y="140080"/>
                </a:lnTo>
                <a:lnTo>
                  <a:pt x="256793" y="141859"/>
                </a:lnTo>
                <a:lnTo>
                  <a:pt x="392811" y="141859"/>
                </a:lnTo>
                <a:lnTo>
                  <a:pt x="395224" y="140080"/>
                </a:lnTo>
                <a:lnTo>
                  <a:pt x="396748" y="136651"/>
                </a:lnTo>
                <a:lnTo>
                  <a:pt x="398399" y="133223"/>
                </a:lnTo>
                <a:lnTo>
                  <a:pt x="399288" y="127380"/>
                </a:lnTo>
                <a:lnTo>
                  <a:pt x="399288" y="115062"/>
                </a:lnTo>
                <a:lnTo>
                  <a:pt x="399034" y="111505"/>
                </a:lnTo>
                <a:lnTo>
                  <a:pt x="398272" y="105663"/>
                </a:lnTo>
                <a:lnTo>
                  <a:pt x="397637" y="103377"/>
                </a:lnTo>
                <a:lnTo>
                  <a:pt x="396748" y="101600"/>
                </a:lnTo>
                <a:lnTo>
                  <a:pt x="395986" y="99949"/>
                </a:lnTo>
                <a:lnTo>
                  <a:pt x="394969" y="98678"/>
                </a:lnTo>
                <a:lnTo>
                  <a:pt x="393700" y="98043"/>
                </a:lnTo>
                <a:lnTo>
                  <a:pt x="392429" y="97281"/>
                </a:lnTo>
                <a:lnTo>
                  <a:pt x="391160" y="96900"/>
                </a:lnTo>
                <a:close/>
              </a:path>
              <a:path w="408304" h="313689">
                <a:moveTo>
                  <a:pt x="371093" y="0"/>
                </a:moveTo>
                <a:lnTo>
                  <a:pt x="364743" y="0"/>
                </a:lnTo>
                <a:lnTo>
                  <a:pt x="355076" y="311"/>
                </a:lnTo>
                <a:lnTo>
                  <a:pt x="316722" y="11350"/>
                </a:lnTo>
                <a:lnTo>
                  <a:pt x="291973" y="45212"/>
                </a:lnTo>
                <a:lnTo>
                  <a:pt x="287527" y="80390"/>
                </a:lnTo>
                <a:lnTo>
                  <a:pt x="287527" y="96900"/>
                </a:lnTo>
                <a:lnTo>
                  <a:pt x="349503" y="96900"/>
                </a:lnTo>
                <a:lnTo>
                  <a:pt x="349503" y="72516"/>
                </a:lnTo>
                <a:lnTo>
                  <a:pt x="349885" y="67182"/>
                </a:lnTo>
                <a:lnTo>
                  <a:pt x="351916" y="58547"/>
                </a:lnTo>
                <a:lnTo>
                  <a:pt x="353440" y="54990"/>
                </a:lnTo>
                <a:lnTo>
                  <a:pt x="355600" y="52324"/>
                </a:lnTo>
                <a:lnTo>
                  <a:pt x="357759" y="49529"/>
                </a:lnTo>
                <a:lnTo>
                  <a:pt x="360425" y="47625"/>
                </a:lnTo>
                <a:lnTo>
                  <a:pt x="366458" y="45212"/>
                </a:lnTo>
                <a:lnTo>
                  <a:pt x="365988" y="45212"/>
                </a:lnTo>
                <a:lnTo>
                  <a:pt x="370713" y="44450"/>
                </a:lnTo>
                <a:lnTo>
                  <a:pt x="406749" y="44450"/>
                </a:lnTo>
                <a:lnTo>
                  <a:pt x="407288" y="42290"/>
                </a:lnTo>
                <a:lnTo>
                  <a:pt x="407932" y="37998"/>
                </a:lnTo>
                <a:lnTo>
                  <a:pt x="408050" y="21716"/>
                </a:lnTo>
                <a:lnTo>
                  <a:pt x="407288" y="16001"/>
                </a:lnTo>
                <a:lnTo>
                  <a:pt x="406780" y="13588"/>
                </a:lnTo>
                <a:lnTo>
                  <a:pt x="406018" y="11811"/>
                </a:lnTo>
                <a:lnTo>
                  <a:pt x="405256" y="9905"/>
                </a:lnTo>
                <a:lnTo>
                  <a:pt x="404367" y="8509"/>
                </a:lnTo>
                <a:lnTo>
                  <a:pt x="403225" y="7619"/>
                </a:lnTo>
                <a:lnTo>
                  <a:pt x="402081" y="6603"/>
                </a:lnTo>
                <a:lnTo>
                  <a:pt x="377189" y="507"/>
                </a:lnTo>
                <a:lnTo>
                  <a:pt x="371093" y="0"/>
                </a:lnTo>
                <a:close/>
              </a:path>
              <a:path w="408304" h="313689">
                <a:moveTo>
                  <a:pt x="406723" y="44450"/>
                </a:moveTo>
                <a:lnTo>
                  <a:pt x="378840" y="44450"/>
                </a:lnTo>
                <a:lnTo>
                  <a:pt x="382142" y="44703"/>
                </a:lnTo>
                <a:lnTo>
                  <a:pt x="387730" y="45719"/>
                </a:lnTo>
                <a:lnTo>
                  <a:pt x="390143" y="46354"/>
                </a:lnTo>
                <a:lnTo>
                  <a:pt x="392302" y="46862"/>
                </a:lnTo>
                <a:lnTo>
                  <a:pt x="395986" y="48005"/>
                </a:lnTo>
                <a:lnTo>
                  <a:pt x="398779" y="49022"/>
                </a:lnTo>
                <a:lnTo>
                  <a:pt x="400050" y="49275"/>
                </a:lnTo>
                <a:lnTo>
                  <a:pt x="402209" y="49275"/>
                </a:lnTo>
                <a:lnTo>
                  <a:pt x="406607" y="44703"/>
                </a:lnTo>
                <a:lnTo>
                  <a:pt x="406723" y="44450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47107" y="1880488"/>
            <a:ext cx="657225" cy="311785"/>
          </a:xfrm>
          <a:custGeom>
            <a:avLst/>
            <a:gdLst/>
            <a:ahLst/>
            <a:cxnLst/>
            <a:rect l="l" t="t" r="r" b="b"/>
            <a:pathLst>
              <a:path w="657225" h="311785">
                <a:moveTo>
                  <a:pt x="97916" y="139954"/>
                </a:moveTo>
                <a:lnTo>
                  <a:pt x="35940" y="139954"/>
                </a:lnTo>
                <a:lnTo>
                  <a:pt x="36013" y="242950"/>
                </a:lnTo>
                <a:lnTo>
                  <a:pt x="36202" y="249279"/>
                </a:lnTo>
                <a:lnTo>
                  <a:pt x="36879" y="256286"/>
                </a:lnTo>
                <a:lnTo>
                  <a:pt x="36988" y="257413"/>
                </a:lnTo>
                <a:lnTo>
                  <a:pt x="38160" y="264160"/>
                </a:lnTo>
                <a:lnTo>
                  <a:pt x="38205" y="264413"/>
                </a:lnTo>
                <a:lnTo>
                  <a:pt x="38298" y="264951"/>
                </a:lnTo>
                <a:lnTo>
                  <a:pt x="58119" y="297942"/>
                </a:lnTo>
                <a:lnTo>
                  <a:pt x="98904" y="310642"/>
                </a:lnTo>
                <a:lnTo>
                  <a:pt x="107822" y="310896"/>
                </a:lnTo>
                <a:lnTo>
                  <a:pt x="112394" y="310896"/>
                </a:lnTo>
                <a:lnTo>
                  <a:pt x="116966" y="310642"/>
                </a:lnTo>
                <a:lnTo>
                  <a:pt x="121412" y="310134"/>
                </a:lnTo>
                <a:lnTo>
                  <a:pt x="124840" y="309848"/>
                </a:lnTo>
                <a:lnTo>
                  <a:pt x="125355" y="309848"/>
                </a:lnTo>
                <a:lnTo>
                  <a:pt x="130175" y="309118"/>
                </a:lnTo>
                <a:lnTo>
                  <a:pt x="133984" y="308356"/>
                </a:lnTo>
                <a:lnTo>
                  <a:pt x="137921" y="307467"/>
                </a:lnTo>
                <a:lnTo>
                  <a:pt x="141223" y="306577"/>
                </a:lnTo>
                <a:lnTo>
                  <a:pt x="144144" y="305435"/>
                </a:lnTo>
                <a:lnTo>
                  <a:pt x="147065" y="304419"/>
                </a:lnTo>
                <a:lnTo>
                  <a:pt x="154304" y="294386"/>
                </a:lnTo>
                <a:lnTo>
                  <a:pt x="155193" y="290957"/>
                </a:lnTo>
                <a:lnTo>
                  <a:pt x="155575" y="286004"/>
                </a:lnTo>
                <a:lnTo>
                  <a:pt x="155575" y="275463"/>
                </a:lnTo>
                <a:lnTo>
                  <a:pt x="155447" y="272034"/>
                </a:lnTo>
                <a:lnTo>
                  <a:pt x="155066" y="269494"/>
                </a:lnTo>
                <a:lnTo>
                  <a:pt x="154558" y="266826"/>
                </a:lnTo>
                <a:lnTo>
                  <a:pt x="154228" y="264951"/>
                </a:lnTo>
                <a:lnTo>
                  <a:pt x="154177" y="264668"/>
                </a:lnTo>
                <a:lnTo>
                  <a:pt x="154093" y="264413"/>
                </a:lnTo>
                <a:lnTo>
                  <a:pt x="114045" y="264413"/>
                </a:lnTo>
                <a:lnTo>
                  <a:pt x="107314" y="261747"/>
                </a:lnTo>
                <a:lnTo>
                  <a:pt x="103631" y="256286"/>
                </a:lnTo>
                <a:lnTo>
                  <a:pt x="99821" y="250951"/>
                </a:lnTo>
                <a:lnTo>
                  <a:pt x="97916" y="242950"/>
                </a:lnTo>
                <a:lnTo>
                  <a:pt x="97916" y="139954"/>
                </a:lnTo>
                <a:close/>
              </a:path>
              <a:path w="657225" h="311785">
                <a:moveTo>
                  <a:pt x="149732" y="259334"/>
                </a:moveTo>
                <a:lnTo>
                  <a:pt x="147573" y="259334"/>
                </a:lnTo>
                <a:lnTo>
                  <a:pt x="146303" y="259587"/>
                </a:lnTo>
                <a:lnTo>
                  <a:pt x="141731" y="261238"/>
                </a:lnTo>
                <a:lnTo>
                  <a:pt x="137667" y="262509"/>
                </a:lnTo>
                <a:lnTo>
                  <a:pt x="135254" y="263144"/>
                </a:lnTo>
                <a:lnTo>
                  <a:pt x="130047" y="264160"/>
                </a:lnTo>
                <a:lnTo>
                  <a:pt x="127126" y="264413"/>
                </a:lnTo>
                <a:lnTo>
                  <a:pt x="154093" y="264413"/>
                </a:lnTo>
                <a:lnTo>
                  <a:pt x="153204" y="261747"/>
                </a:lnTo>
                <a:lnTo>
                  <a:pt x="152876" y="261238"/>
                </a:lnTo>
                <a:lnTo>
                  <a:pt x="152400" y="260604"/>
                </a:lnTo>
                <a:lnTo>
                  <a:pt x="150621" y="259587"/>
                </a:lnTo>
                <a:lnTo>
                  <a:pt x="149732" y="259334"/>
                </a:lnTo>
                <a:close/>
              </a:path>
              <a:path w="657225" h="311785">
                <a:moveTo>
                  <a:pt x="147446" y="94996"/>
                </a:moveTo>
                <a:lnTo>
                  <a:pt x="8127" y="94996"/>
                </a:lnTo>
                <a:lnTo>
                  <a:pt x="6730" y="95376"/>
                </a:lnTo>
                <a:lnTo>
                  <a:pt x="5460" y="96138"/>
                </a:lnTo>
                <a:lnTo>
                  <a:pt x="4317" y="96774"/>
                </a:lnTo>
                <a:lnTo>
                  <a:pt x="634" y="106680"/>
                </a:lnTo>
                <a:lnTo>
                  <a:pt x="126" y="109600"/>
                </a:lnTo>
                <a:lnTo>
                  <a:pt x="0" y="125475"/>
                </a:lnTo>
                <a:lnTo>
                  <a:pt x="762" y="131318"/>
                </a:lnTo>
                <a:lnTo>
                  <a:pt x="4063" y="138175"/>
                </a:lnTo>
                <a:lnTo>
                  <a:pt x="6476" y="139954"/>
                </a:lnTo>
                <a:lnTo>
                  <a:pt x="149097" y="139954"/>
                </a:lnTo>
                <a:lnTo>
                  <a:pt x="151510" y="138175"/>
                </a:lnTo>
                <a:lnTo>
                  <a:pt x="154812" y="131318"/>
                </a:lnTo>
                <a:lnTo>
                  <a:pt x="155575" y="125475"/>
                </a:lnTo>
                <a:lnTo>
                  <a:pt x="155575" y="113157"/>
                </a:lnTo>
                <a:lnTo>
                  <a:pt x="150113" y="96138"/>
                </a:lnTo>
                <a:lnTo>
                  <a:pt x="148843" y="95376"/>
                </a:lnTo>
                <a:lnTo>
                  <a:pt x="147446" y="94996"/>
                </a:lnTo>
                <a:close/>
              </a:path>
              <a:path w="657225" h="311785">
                <a:moveTo>
                  <a:pt x="77977" y="42037"/>
                </a:moveTo>
                <a:lnTo>
                  <a:pt x="55879" y="42037"/>
                </a:lnTo>
                <a:lnTo>
                  <a:pt x="47878" y="42799"/>
                </a:lnTo>
                <a:lnTo>
                  <a:pt x="37337" y="47244"/>
                </a:lnTo>
                <a:lnTo>
                  <a:pt x="36448" y="48387"/>
                </a:lnTo>
                <a:lnTo>
                  <a:pt x="35940" y="49657"/>
                </a:lnTo>
                <a:lnTo>
                  <a:pt x="35940" y="94996"/>
                </a:lnTo>
                <a:lnTo>
                  <a:pt x="97916" y="94996"/>
                </a:lnTo>
                <a:lnTo>
                  <a:pt x="97916" y="49657"/>
                </a:lnTo>
                <a:lnTo>
                  <a:pt x="97408" y="48387"/>
                </a:lnTo>
                <a:lnTo>
                  <a:pt x="96392" y="47244"/>
                </a:lnTo>
                <a:lnTo>
                  <a:pt x="95376" y="45974"/>
                </a:lnTo>
                <a:lnTo>
                  <a:pt x="93725" y="45085"/>
                </a:lnTo>
                <a:lnTo>
                  <a:pt x="91439" y="44196"/>
                </a:lnTo>
                <a:lnTo>
                  <a:pt x="89153" y="43434"/>
                </a:lnTo>
                <a:lnTo>
                  <a:pt x="85978" y="42799"/>
                </a:lnTo>
                <a:lnTo>
                  <a:pt x="77977" y="42037"/>
                </a:lnTo>
                <a:close/>
              </a:path>
              <a:path w="657225" h="311785">
                <a:moveTo>
                  <a:pt x="233679" y="0"/>
                </a:moveTo>
                <a:lnTo>
                  <a:pt x="211454" y="0"/>
                </a:lnTo>
                <a:lnTo>
                  <a:pt x="207517" y="508"/>
                </a:lnTo>
                <a:lnTo>
                  <a:pt x="203580" y="888"/>
                </a:lnTo>
                <a:lnTo>
                  <a:pt x="200405" y="1524"/>
                </a:lnTo>
                <a:lnTo>
                  <a:pt x="197992" y="2412"/>
                </a:lnTo>
                <a:lnTo>
                  <a:pt x="195579" y="3175"/>
                </a:lnTo>
                <a:lnTo>
                  <a:pt x="193928" y="4190"/>
                </a:lnTo>
                <a:lnTo>
                  <a:pt x="192912" y="5334"/>
                </a:lnTo>
                <a:lnTo>
                  <a:pt x="192023" y="6476"/>
                </a:lnTo>
                <a:lnTo>
                  <a:pt x="191515" y="7874"/>
                </a:lnTo>
                <a:lnTo>
                  <a:pt x="191515" y="300482"/>
                </a:lnTo>
                <a:lnTo>
                  <a:pt x="211454" y="307594"/>
                </a:lnTo>
                <a:lnTo>
                  <a:pt x="233679" y="307594"/>
                </a:lnTo>
                <a:lnTo>
                  <a:pt x="253618" y="300482"/>
                </a:lnTo>
                <a:lnTo>
                  <a:pt x="253618" y="168401"/>
                </a:lnTo>
                <a:lnTo>
                  <a:pt x="260119" y="161424"/>
                </a:lnTo>
                <a:lnTo>
                  <a:pt x="294893" y="138175"/>
                </a:lnTo>
                <a:lnTo>
                  <a:pt x="396468" y="138175"/>
                </a:lnTo>
                <a:lnTo>
                  <a:pt x="395081" y="133949"/>
                </a:lnTo>
                <a:lnTo>
                  <a:pt x="391985" y="127000"/>
                </a:lnTo>
                <a:lnTo>
                  <a:pt x="388223" y="120526"/>
                </a:lnTo>
                <a:lnTo>
                  <a:pt x="386242" y="117856"/>
                </a:lnTo>
                <a:lnTo>
                  <a:pt x="253618" y="117856"/>
                </a:lnTo>
                <a:lnTo>
                  <a:pt x="253618" y="7874"/>
                </a:lnTo>
                <a:lnTo>
                  <a:pt x="247141" y="2412"/>
                </a:lnTo>
                <a:lnTo>
                  <a:pt x="244728" y="1524"/>
                </a:lnTo>
                <a:lnTo>
                  <a:pt x="241553" y="888"/>
                </a:lnTo>
                <a:lnTo>
                  <a:pt x="237616" y="508"/>
                </a:lnTo>
                <a:lnTo>
                  <a:pt x="233679" y="0"/>
                </a:lnTo>
                <a:close/>
              </a:path>
              <a:path w="657225" h="311785">
                <a:moveTo>
                  <a:pt x="396468" y="138175"/>
                </a:moveTo>
                <a:lnTo>
                  <a:pt x="308990" y="138175"/>
                </a:lnTo>
                <a:lnTo>
                  <a:pt x="314451" y="139192"/>
                </a:lnTo>
                <a:lnTo>
                  <a:pt x="323850" y="143510"/>
                </a:lnTo>
                <a:lnTo>
                  <a:pt x="339725" y="177292"/>
                </a:lnTo>
                <a:lnTo>
                  <a:pt x="339725" y="300482"/>
                </a:lnTo>
                <a:lnTo>
                  <a:pt x="340232" y="301751"/>
                </a:lnTo>
                <a:lnTo>
                  <a:pt x="341248" y="302768"/>
                </a:lnTo>
                <a:lnTo>
                  <a:pt x="342264" y="303911"/>
                </a:lnTo>
                <a:lnTo>
                  <a:pt x="343915" y="304800"/>
                </a:lnTo>
                <a:lnTo>
                  <a:pt x="348488" y="306324"/>
                </a:lnTo>
                <a:lnTo>
                  <a:pt x="351663" y="306832"/>
                </a:lnTo>
                <a:lnTo>
                  <a:pt x="359663" y="307594"/>
                </a:lnTo>
                <a:lnTo>
                  <a:pt x="381762" y="307594"/>
                </a:lnTo>
                <a:lnTo>
                  <a:pt x="400176" y="302768"/>
                </a:lnTo>
                <a:lnTo>
                  <a:pt x="401192" y="301751"/>
                </a:lnTo>
                <a:lnTo>
                  <a:pt x="401700" y="300482"/>
                </a:lnTo>
                <a:lnTo>
                  <a:pt x="401672" y="177292"/>
                </a:lnTo>
                <a:lnTo>
                  <a:pt x="401485" y="169799"/>
                </a:lnTo>
                <a:lnTo>
                  <a:pt x="401439" y="167961"/>
                </a:lnTo>
                <a:lnTo>
                  <a:pt x="397509" y="141350"/>
                </a:lnTo>
                <a:lnTo>
                  <a:pt x="396468" y="138175"/>
                </a:lnTo>
                <a:close/>
              </a:path>
              <a:path w="657225" h="311785">
                <a:moveTo>
                  <a:pt x="321055" y="89915"/>
                </a:moveTo>
                <a:lnTo>
                  <a:pt x="278050" y="100782"/>
                </a:lnTo>
                <a:lnTo>
                  <a:pt x="253618" y="117856"/>
                </a:lnTo>
                <a:lnTo>
                  <a:pt x="386242" y="117856"/>
                </a:lnTo>
                <a:lnTo>
                  <a:pt x="350738" y="93612"/>
                </a:lnTo>
                <a:lnTo>
                  <a:pt x="342111" y="91646"/>
                </a:lnTo>
                <a:lnTo>
                  <a:pt x="342461" y="91646"/>
                </a:lnTo>
                <a:lnTo>
                  <a:pt x="331983" y="90346"/>
                </a:lnTo>
                <a:lnTo>
                  <a:pt x="332419" y="90346"/>
                </a:lnTo>
                <a:lnTo>
                  <a:pt x="321055" y="89915"/>
                </a:lnTo>
                <a:close/>
              </a:path>
              <a:path w="657225" h="311785">
                <a:moveTo>
                  <a:pt x="553084" y="89915"/>
                </a:moveTo>
                <a:lnTo>
                  <a:pt x="506094" y="97662"/>
                </a:lnTo>
                <a:lnTo>
                  <a:pt x="470662" y="120014"/>
                </a:lnTo>
                <a:lnTo>
                  <a:pt x="448437" y="155701"/>
                </a:lnTo>
                <a:lnTo>
                  <a:pt x="445186" y="166242"/>
                </a:lnTo>
                <a:lnTo>
                  <a:pt x="445103" y="166512"/>
                </a:lnTo>
                <a:lnTo>
                  <a:pt x="442722" y="177990"/>
                </a:lnTo>
                <a:lnTo>
                  <a:pt x="441293" y="190134"/>
                </a:lnTo>
                <a:lnTo>
                  <a:pt x="440859" y="201802"/>
                </a:lnTo>
                <a:lnTo>
                  <a:pt x="440816" y="202946"/>
                </a:lnTo>
                <a:lnTo>
                  <a:pt x="448055" y="250951"/>
                </a:lnTo>
                <a:lnTo>
                  <a:pt x="470312" y="284988"/>
                </a:lnTo>
                <a:lnTo>
                  <a:pt x="506983" y="304926"/>
                </a:lnTo>
                <a:lnTo>
                  <a:pt x="558418" y="311531"/>
                </a:lnTo>
                <a:lnTo>
                  <a:pt x="563877" y="311531"/>
                </a:lnTo>
                <a:lnTo>
                  <a:pt x="572734" y="311124"/>
                </a:lnTo>
                <a:lnTo>
                  <a:pt x="573369" y="311124"/>
                </a:lnTo>
                <a:lnTo>
                  <a:pt x="621918" y="303530"/>
                </a:lnTo>
                <a:lnTo>
                  <a:pt x="644016" y="292735"/>
                </a:lnTo>
                <a:lnTo>
                  <a:pt x="644778" y="291592"/>
                </a:lnTo>
                <a:lnTo>
                  <a:pt x="646414" y="269621"/>
                </a:lnTo>
                <a:lnTo>
                  <a:pt x="558746" y="269621"/>
                </a:lnTo>
                <a:lnTo>
                  <a:pt x="549259" y="268731"/>
                </a:lnTo>
                <a:lnTo>
                  <a:pt x="513079" y="250189"/>
                </a:lnTo>
                <a:lnTo>
                  <a:pt x="503935" y="223138"/>
                </a:lnTo>
                <a:lnTo>
                  <a:pt x="503935" y="214757"/>
                </a:lnTo>
                <a:lnTo>
                  <a:pt x="643763" y="214757"/>
                </a:lnTo>
                <a:lnTo>
                  <a:pt x="648462" y="213233"/>
                </a:lnTo>
                <a:lnTo>
                  <a:pt x="655192" y="206756"/>
                </a:lnTo>
                <a:lnTo>
                  <a:pt x="656843" y="201802"/>
                </a:lnTo>
                <a:lnTo>
                  <a:pt x="656843" y="186182"/>
                </a:lnTo>
                <a:lnTo>
                  <a:pt x="656597" y="179197"/>
                </a:lnTo>
                <a:lnTo>
                  <a:pt x="503935" y="179197"/>
                </a:lnTo>
                <a:lnTo>
                  <a:pt x="504316" y="172212"/>
                </a:lnTo>
                <a:lnTo>
                  <a:pt x="505322" y="166512"/>
                </a:lnTo>
                <a:lnTo>
                  <a:pt x="505370" y="166242"/>
                </a:lnTo>
                <a:lnTo>
                  <a:pt x="505459" y="165735"/>
                </a:lnTo>
                <a:lnTo>
                  <a:pt x="536828" y="130429"/>
                </a:lnTo>
                <a:lnTo>
                  <a:pt x="543687" y="129159"/>
                </a:lnTo>
                <a:lnTo>
                  <a:pt x="641821" y="129159"/>
                </a:lnTo>
                <a:lnTo>
                  <a:pt x="638339" y="124110"/>
                </a:lnTo>
                <a:lnTo>
                  <a:pt x="600328" y="97155"/>
                </a:lnTo>
                <a:lnTo>
                  <a:pt x="579262" y="91836"/>
                </a:lnTo>
                <a:lnTo>
                  <a:pt x="579715" y="91836"/>
                </a:lnTo>
                <a:lnTo>
                  <a:pt x="566630" y="90394"/>
                </a:lnTo>
                <a:lnTo>
                  <a:pt x="567155" y="90394"/>
                </a:lnTo>
                <a:lnTo>
                  <a:pt x="553084" y="89915"/>
                </a:lnTo>
                <a:close/>
              </a:path>
              <a:path w="657225" h="311785">
                <a:moveTo>
                  <a:pt x="640079" y="256286"/>
                </a:moveTo>
                <a:lnTo>
                  <a:pt x="636142" y="256286"/>
                </a:lnTo>
                <a:lnTo>
                  <a:pt x="632967" y="256921"/>
                </a:lnTo>
                <a:lnTo>
                  <a:pt x="625093" y="259714"/>
                </a:lnTo>
                <a:lnTo>
                  <a:pt x="620140" y="261238"/>
                </a:lnTo>
                <a:lnTo>
                  <a:pt x="614044" y="262889"/>
                </a:lnTo>
                <a:lnTo>
                  <a:pt x="608076" y="264668"/>
                </a:lnTo>
                <a:lnTo>
                  <a:pt x="600963" y="266192"/>
                </a:lnTo>
                <a:lnTo>
                  <a:pt x="592708" y="267588"/>
                </a:lnTo>
                <a:lnTo>
                  <a:pt x="586333" y="268495"/>
                </a:lnTo>
                <a:lnTo>
                  <a:pt x="579421" y="269128"/>
                </a:lnTo>
                <a:lnTo>
                  <a:pt x="569592" y="269621"/>
                </a:lnTo>
                <a:lnTo>
                  <a:pt x="646414" y="269621"/>
                </a:lnTo>
                <a:lnTo>
                  <a:pt x="641350" y="256539"/>
                </a:lnTo>
                <a:lnTo>
                  <a:pt x="640079" y="256286"/>
                </a:lnTo>
                <a:close/>
              </a:path>
              <a:path w="657225" h="311785">
                <a:moveTo>
                  <a:pt x="641821" y="129159"/>
                </a:moveTo>
                <a:lnTo>
                  <a:pt x="551560" y="129159"/>
                </a:lnTo>
                <a:lnTo>
                  <a:pt x="562514" y="129992"/>
                </a:lnTo>
                <a:lnTo>
                  <a:pt x="571944" y="132492"/>
                </a:lnTo>
                <a:lnTo>
                  <a:pt x="596286" y="168122"/>
                </a:lnTo>
                <a:lnTo>
                  <a:pt x="596419" y="172212"/>
                </a:lnTo>
                <a:lnTo>
                  <a:pt x="596542" y="176010"/>
                </a:lnTo>
                <a:lnTo>
                  <a:pt x="596645" y="179197"/>
                </a:lnTo>
                <a:lnTo>
                  <a:pt x="656597" y="179197"/>
                </a:lnTo>
                <a:lnTo>
                  <a:pt x="647622" y="139350"/>
                </a:lnTo>
                <a:lnTo>
                  <a:pt x="643397" y="131445"/>
                </a:lnTo>
                <a:lnTo>
                  <a:pt x="641821" y="129159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2602" y="1880488"/>
            <a:ext cx="1169797" cy="3115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3590" y="1897125"/>
            <a:ext cx="1170304" cy="29489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18070" y="2791713"/>
            <a:ext cx="483870" cy="191135"/>
          </a:xfrm>
          <a:custGeom>
            <a:avLst/>
            <a:gdLst/>
            <a:ahLst/>
            <a:cxnLst/>
            <a:rect l="l" t="t" r="r" b="b"/>
            <a:pathLst>
              <a:path w="483869" h="191135">
                <a:moveTo>
                  <a:pt x="91211" y="10540"/>
                </a:moveTo>
                <a:lnTo>
                  <a:pt x="6997" y="10540"/>
                </a:lnTo>
                <a:lnTo>
                  <a:pt x="4686" y="11302"/>
                </a:lnTo>
                <a:lnTo>
                  <a:pt x="939" y="14097"/>
                </a:lnTo>
                <a:lnTo>
                  <a:pt x="0" y="16383"/>
                </a:lnTo>
                <a:lnTo>
                  <a:pt x="0" y="145287"/>
                </a:lnTo>
                <a:lnTo>
                  <a:pt x="522" y="146558"/>
                </a:lnTo>
                <a:lnTo>
                  <a:pt x="1110" y="147700"/>
                </a:lnTo>
                <a:lnTo>
                  <a:pt x="4686" y="150368"/>
                </a:lnTo>
                <a:lnTo>
                  <a:pt x="6997" y="151130"/>
                </a:lnTo>
                <a:lnTo>
                  <a:pt x="91706" y="151130"/>
                </a:lnTo>
                <a:lnTo>
                  <a:pt x="95732" y="143763"/>
                </a:lnTo>
                <a:lnTo>
                  <a:pt x="95732" y="136144"/>
                </a:lnTo>
                <a:lnTo>
                  <a:pt x="32740" y="128777"/>
                </a:lnTo>
                <a:lnTo>
                  <a:pt x="32740" y="89154"/>
                </a:lnTo>
                <a:lnTo>
                  <a:pt x="82334" y="89154"/>
                </a:lnTo>
                <a:lnTo>
                  <a:pt x="83019" y="88900"/>
                </a:lnTo>
                <a:lnTo>
                  <a:pt x="84277" y="88137"/>
                </a:lnTo>
                <a:lnTo>
                  <a:pt x="84797" y="87630"/>
                </a:lnTo>
                <a:lnTo>
                  <a:pt x="85217" y="86740"/>
                </a:lnTo>
                <a:lnTo>
                  <a:pt x="85623" y="85979"/>
                </a:lnTo>
                <a:lnTo>
                  <a:pt x="85940" y="84836"/>
                </a:lnTo>
                <a:lnTo>
                  <a:pt x="86359" y="82042"/>
                </a:lnTo>
                <a:lnTo>
                  <a:pt x="86359" y="74422"/>
                </a:lnTo>
                <a:lnTo>
                  <a:pt x="85940" y="71627"/>
                </a:lnTo>
                <a:lnTo>
                  <a:pt x="85623" y="70485"/>
                </a:lnTo>
                <a:lnTo>
                  <a:pt x="85217" y="69723"/>
                </a:lnTo>
                <a:lnTo>
                  <a:pt x="84797" y="68834"/>
                </a:lnTo>
                <a:lnTo>
                  <a:pt x="84277" y="68199"/>
                </a:lnTo>
                <a:lnTo>
                  <a:pt x="83019" y="67437"/>
                </a:lnTo>
                <a:lnTo>
                  <a:pt x="32740" y="67437"/>
                </a:lnTo>
                <a:lnTo>
                  <a:pt x="32740" y="32893"/>
                </a:lnTo>
                <a:lnTo>
                  <a:pt x="91211" y="32893"/>
                </a:lnTo>
                <a:lnTo>
                  <a:pt x="91871" y="32765"/>
                </a:lnTo>
                <a:lnTo>
                  <a:pt x="95097" y="25654"/>
                </a:lnTo>
                <a:lnTo>
                  <a:pt x="95097" y="17907"/>
                </a:lnTo>
                <a:lnTo>
                  <a:pt x="94691" y="15112"/>
                </a:lnTo>
                <a:lnTo>
                  <a:pt x="94437" y="14097"/>
                </a:lnTo>
                <a:lnTo>
                  <a:pt x="94373" y="13843"/>
                </a:lnTo>
                <a:lnTo>
                  <a:pt x="93535" y="12064"/>
                </a:lnTo>
                <a:lnTo>
                  <a:pt x="93040" y="11430"/>
                </a:lnTo>
                <a:lnTo>
                  <a:pt x="91871" y="10668"/>
                </a:lnTo>
                <a:lnTo>
                  <a:pt x="91211" y="10540"/>
                </a:lnTo>
                <a:close/>
              </a:path>
              <a:path w="483869" h="191135">
                <a:moveTo>
                  <a:pt x="206062" y="65024"/>
                </a:moveTo>
                <a:lnTo>
                  <a:pt x="160934" y="65024"/>
                </a:lnTo>
                <a:lnTo>
                  <a:pt x="165404" y="65532"/>
                </a:lnTo>
                <a:lnTo>
                  <a:pt x="164738" y="65532"/>
                </a:lnTo>
                <a:lnTo>
                  <a:pt x="170148" y="67056"/>
                </a:lnTo>
                <a:lnTo>
                  <a:pt x="169937" y="67056"/>
                </a:lnTo>
                <a:lnTo>
                  <a:pt x="171856" y="68072"/>
                </a:lnTo>
                <a:lnTo>
                  <a:pt x="178041" y="80137"/>
                </a:lnTo>
                <a:lnTo>
                  <a:pt x="178041" y="89273"/>
                </a:lnTo>
                <a:lnTo>
                  <a:pt x="159971" y="89273"/>
                </a:lnTo>
                <a:lnTo>
                  <a:pt x="153215" y="89630"/>
                </a:lnTo>
                <a:lnTo>
                  <a:pt x="113436" y="103250"/>
                </a:lnTo>
                <a:lnTo>
                  <a:pt x="110896" y="107442"/>
                </a:lnTo>
                <a:lnTo>
                  <a:pt x="108356" y="111506"/>
                </a:lnTo>
                <a:lnTo>
                  <a:pt x="107073" y="116459"/>
                </a:lnTo>
                <a:lnTo>
                  <a:pt x="107073" y="127381"/>
                </a:lnTo>
                <a:lnTo>
                  <a:pt x="108076" y="131952"/>
                </a:lnTo>
                <a:lnTo>
                  <a:pt x="110083" y="135762"/>
                </a:lnTo>
                <a:lnTo>
                  <a:pt x="112077" y="139700"/>
                </a:lnTo>
                <a:lnTo>
                  <a:pt x="141770" y="153670"/>
                </a:lnTo>
                <a:lnTo>
                  <a:pt x="154851" y="153670"/>
                </a:lnTo>
                <a:lnTo>
                  <a:pt x="161366" y="152400"/>
                </a:lnTo>
                <a:lnTo>
                  <a:pt x="166615" y="150240"/>
                </a:lnTo>
                <a:lnTo>
                  <a:pt x="173113" y="147700"/>
                </a:lnTo>
                <a:lnTo>
                  <a:pt x="178333" y="144272"/>
                </a:lnTo>
                <a:lnTo>
                  <a:pt x="182918" y="140081"/>
                </a:lnTo>
                <a:lnTo>
                  <a:pt x="208902" y="140081"/>
                </a:lnTo>
                <a:lnTo>
                  <a:pt x="208902" y="134238"/>
                </a:lnTo>
                <a:lnTo>
                  <a:pt x="149313" y="134238"/>
                </a:lnTo>
                <a:lnTo>
                  <a:pt x="145211" y="133096"/>
                </a:lnTo>
                <a:lnTo>
                  <a:pt x="139293" y="128524"/>
                </a:lnTo>
                <a:lnTo>
                  <a:pt x="137820" y="125349"/>
                </a:lnTo>
                <a:lnTo>
                  <a:pt x="137820" y="118872"/>
                </a:lnTo>
                <a:lnTo>
                  <a:pt x="138341" y="116712"/>
                </a:lnTo>
                <a:lnTo>
                  <a:pt x="139382" y="114935"/>
                </a:lnTo>
                <a:lnTo>
                  <a:pt x="140423" y="113030"/>
                </a:lnTo>
                <a:lnTo>
                  <a:pt x="160972" y="106299"/>
                </a:lnTo>
                <a:lnTo>
                  <a:pt x="208902" y="106299"/>
                </a:lnTo>
                <a:lnTo>
                  <a:pt x="208902" y="75946"/>
                </a:lnTo>
                <a:lnTo>
                  <a:pt x="207987" y="70104"/>
                </a:lnTo>
                <a:lnTo>
                  <a:pt x="206062" y="65024"/>
                </a:lnTo>
                <a:close/>
              </a:path>
              <a:path w="483869" h="191135">
                <a:moveTo>
                  <a:pt x="208902" y="140081"/>
                </a:moveTo>
                <a:lnTo>
                  <a:pt x="182918" y="140081"/>
                </a:lnTo>
                <a:lnTo>
                  <a:pt x="182918" y="148717"/>
                </a:lnTo>
                <a:lnTo>
                  <a:pt x="183273" y="149606"/>
                </a:lnTo>
                <a:lnTo>
                  <a:pt x="184124" y="150240"/>
                </a:lnTo>
                <a:lnTo>
                  <a:pt x="184683" y="150749"/>
                </a:lnTo>
                <a:lnTo>
                  <a:pt x="185902" y="151130"/>
                </a:lnTo>
                <a:lnTo>
                  <a:pt x="189306" y="151637"/>
                </a:lnTo>
                <a:lnTo>
                  <a:pt x="201929" y="151637"/>
                </a:lnTo>
                <a:lnTo>
                  <a:pt x="205511" y="151130"/>
                </a:lnTo>
                <a:lnTo>
                  <a:pt x="206819" y="150749"/>
                </a:lnTo>
                <a:lnTo>
                  <a:pt x="207490" y="150240"/>
                </a:lnTo>
                <a:lnTo>
                  <a:pt x="208495" y="149606"/>
                </a:lnTo>
                <a:lnTo>
                  <a:pt x="208902" y="148717"/>
                </a:lnTo>
                <a:lnTo>
                  <a:pt x="208902" y="140081"/>
                </a:lnTo>
                <a:close/>
              </a:path>
              <a:path w="483869" h="191135">
                <a:moveTo>
                  <a:pt x="208902" y="106299"/>
                </a:moveTo>
                <a:lnTo>
                  <a:pt x="178041" y="106299"/>
                </a:lnTo>
                <a:lnTo>
                  <a:pt x="178041" y="122809"/>
                </a:lnTo>
                <a:lnTo>
                  <a:pt x="174218" y="126492"/>
                </a:lnTo>
                <a:lnTo>
                  <a:pt x="170446" y="129412"/>
                </a:lnTo>
                <a:lnTo>
                  <a:pt x="166738" y="131318"/>
                </a:lnTo>
                <a:lnTo>
                  <a:pt x="163029" y="133350"/>
                </a:lnTo>
                <a:lnTo>
                  <a:pt x="158965" y="134238"/>
                </a:lnTo>
                <a:lnTo>
                  <a:pt x="208902" y="134238"/>
                </a:lnTo>
                <a:lnTo>
                  <a:pt x="208902" y="106299"/>
                </a:lnTo>
                <a:close/>
              </a:path>
              <a:path w="483869" h="191135">
                <a:moveTo>
                  <a:pt x="168427" y="44323"/>
                </a:moveTo>
                <a:lnTo>
                  <a:pt x="154762" y="44323"/>
                </a:lnTo>
                <a:lnTo>
                  <a:pt x="149999" y="44704"/>
                </a:lnTo>
                <a:lnTo>
                  <a:pt x="113411" y="59817"/>
                </a:lnTo>
                <a:lnTo>
                  <a:pt x="113506" y="68072"/>
                </a:lnTo>
                <a:lnTo>
                  <a:pt x="113830" y="69850"/>
                </a:lnTo>
                <a:lnTo>
                  <a:pt x="114316" y="71247"/>
                </a:lnTo>
                <a:lnTo>
                  <a:pt x="114642" y="71882"/>
                </a:lnTo>
                <a:lnTo>
                  <a:pt x="115100" y="72898"/>
                </a:lnTo>
                <a:lnTo>
                  <a:pt x="115684" y="73533"/>
                </a:lnTo>
                <a:lnTo>
                  <a:pt x="117093" y="74549"/>
                </a:lnTo>
                <a:lnTo>
                  <a:pt x="117906" y="74802"/>
                </a:lnTo>
                <a:lnTo>
                  <a:pt x="120154" y="74802"/>
                </a:lnTo>
                <a:lnTo>
                  <a:pt x="121881" y="74295"/>
                </a:lnTo>
                <a:lnTo>
                  <a:pt x="126136" y="72262"/>
                </a:lnTo>
                <a:lnTo>
                  <a:pt x="128778" y="71247"/>
                </a:lnTo>
                <a:lnTo>
                  <a:pt x="135102" y="68707"/>
                </a:lnTo>
                <a:lnTo>
                  <a:pt x="138747" y="67563"/>
                </a:lnTo>
                <a:lnTo>
                  <a:pt x="147002" y="65532"/>
                </a:lnTo>
                <a:lnTo>
                  <a:pt x="151688" y="65024"/>
                </a:lnTo>
                <a:lnTo>
                  <a:pt x="206062" y="65024"/>
                </a:lnTo>
                <a:lnTo>
                  <a:pt x="204330" y="60451"/>
                </a:lnTo>
                <a:lnTo>
                  <a:pt x="201409" y="56514"/>
                </a:lnTo>
                <a:lnTo>
                  <a:pt x="197408" y="53467"/>
                </a:lnTo>
                <a:lnTo>
                  <a:pt x="193408" y="50292"/>
                </a:lnTo>
                <a:lnTo>
                  <a:pt x="188315" y="48006"/>
                </a:lnTo>
                <a:lnTo>
                  <a:pt x="182105" y="46609"/>
                </a:lnTo>
                <a:lnTo>
                  <a:pt x="175907" y="45085"/>
                </a:lnTo>
                <a:lnTo>
                  <a:pt x="168427" y="44323"/>
                </a:lnTo>
                <a:close/>
              </a:path>
              <a:path w="483869" h="191135">
                <a:moveTo>
                  <a:pt x="261181" y="47751"/>
                </a:moveTo>
                <a:lnTo>
                  <a:pt x="237480" y="47751"/>
                </a:lnTo>
                <a:lnTo>
                  <a:pt x="236918" y="48133"/>
                </a:lnTo>
                <a:lnTo>
                  <a:pt x="236080" y="49149"/>
                </a:lnTo>
                <a:lnTo>
                  <a:pt x="235999" y="49402"/>
                </a:lnTo>
                <a:lnTo>
                  <a:pt x="235877" y="148209"/>
                </a:lnTo>
                <a:lnTo>
                  <a:pt x="236118" y="148844"/>
                </a:lnTo>
                <a:lnTo>
                  <a:pt x="237121" y="149860"/>
                </a:lnTo>
                <a:lnTo>
                  <a:pt x="237972" y="150368"/>
                </a:lnTo>
                <a:lnTo>
                  <a:pt x="239179" y="150749"/>
                </a:lnTo>
                <a:lnTo>
                  <a:pt x="240385" y="151002"/>
                </a:lnTo>
                <a:lnTo>
                  <a:pt x="241998" y="151384"/>
                </a:lnTo>
                <a:lnTo>
                  <a:pt x="261238" y="151384"/>
                </a:lnTo>
                <a:lnTo>
                  <a:pt x="262839" y="151002"/>
                </a:lnTo>
                <a:lnTo>
                  <a:pt x="264045" y="150749"/>
                </a:lnTo>
                <a:lnTo>
                  <a:pt x="265252" y="150368"/>
                </a:lnTo>
                <a:lnTo>
                  <a:pt x="266103" y="149860"/>
                </a:lnTo>
                <a:lnTo>
                  <a:pt x="267106" y="148844"/>
                </a:lnTo>
                <a:lnTo>
                  <a:pt x="267360" y="148209"/>
                </a:lnTo>
                <a:lnTo>
                  <a:pt x="267360" y="86995"/>
                </a:lnTo>
                <a:lnTo>
                  <a:pt x="269684" y="83820"/>
                </a:lnTo>
                <a:lnTo>
                  <a:pt x="288721" y="69976"/>
                </a:lnTo>
                <a:lnTo>
                  <a:pt x="306416" y="69976"/>
                </a:lnTo>
                <a:lnTo>
                  <a:pt x="306793" y="68961"/>
                </a:lnTo>
                <a:lnTo>
                  <a:pt x="307047" y="67563"/>
                </a:lnTo>
                <a:lnTo>
                  <a:pt x="307378" y="64262"/>
                </a:lnTo>
                <a:lnTo>
                  <a:pt x="307409" y="62611"/>
                </a:lnTo>
                <a:lnTo>
                  <a:pt x="262737" y="62611"/>
                </a:lnTo>
                <a:lnTo>
                  <a:pt x="262737" y="49784"/>
                </a:lnTo>
                <a:lnTo>
                  <a:pt x="262608" y="49402"/>
                </a:lnTo>
                <a:lnTo>
                  <a:pt x="262521" y="49149"/>
                </a:lnTo>
                <a:lnTo>
                  <a:pt x="261696" y="48133"/>
                </a:lnTo>
                <a:lnTo>
                  <a:pt x="261181" y="47751"/>
                </a:lnTo>
                <a:close/>
              </a:path>
              <a:path w="483869" h="191135">
                <a:moveTo>
                  <a:pt x="306422" y="69976"/>
                </a:moveTo>
                <a:lnTo>
                  <a:pt x="292719" y="69976"/>
                </a:lnTo>
                <a:lnTo>
                  <a:pt x="295846" y="70612"/>
                </a:lnTo>
                <a:lnTo>
                  <a:pt x="298030" y="71120"/>
                </a:lnTo>
                <a:lnTo>
                  <a:pt x="299072" y="71500"/>
                </a:lnTo>
                <a:lnTo>
                  <a:pt x="300428" y="71882"/>
                </a:lnTo>
                <a:lnTo>
                  <a:pt x="301675" y="72262"/>
                </a:lnTo>
                <a:lnTo>
                  <a:pt x="304336" y="72262"/>
                </a:lnTo>
                <a:lnTo>
                  <a:pt x="305155" y="71882"/>
                </a:lnTo>
                <a:lnTo>
                  <a:pt x="305688" y="71500"/>
                </a:lnTo>
                <a:lnTo>
                  <a:pt x="306133" y="70865"/>
                </a:lnTo>
                <a:lnTo>
                  <a:pt x="306216" y="70612"/>
                </a:lnTo>
                <a:lnTo>
                  <a:pt x="306339" y="70231"/>
                </a:lnTo>
                <a:lnTo>
                  <a:pt x="306422" y="69976"/>
                </a:lnTo>
                <a:close/>
              </a:path>
              <a:path w="483869" h="191135">
                <a:moveTo>
                  <a:pt x="292719" y="69976"/>
                </a:moveTo>
                <a:lnTo>
                  <a:pt x="291972" y="69976"/>
                </a:lnTo>
                <a:lnTo>
                  <a:pt x="294716" y="70231"/>
                </a:lnTo>
                <a:lnTo>
                  <a:pt x="293970" y="70231"/>
                </a:lnTo>
                <a:lnTo>
                  <a:pt x="292719" y="69976"/>
                </a:lnTo>
                <a:close/>
              </a:path>
              <a:path w="483869" h="191135">
                <a:moveTo>
                  <a:pt x="303212" y="45847"/>
                </a:moveTo>
                <a:lnTo>
                  <a:pt x="282685" y="45847"/>
                </a:lnTo>
                <a:lnTo>
                  <a:pt x="280682" y="46609"/>
                </a:lnTo>
                <a:lnTo>
                  <a:pt x="262737" y="62611"/>
                </a:lnTo>
                <a:lnTo>
                  <a:pt x="307409" y="62611"/>
                </a:lnTo>
                <a:lnTo>
                  <a:pt x="307340" y="53339"/>
                </a:lnTo>
                <a:lnTo>
                  <a:pt x="307251" y="51815"/>
                </a:lnTo>
                <a:lnTo>
                  <a:pt x="307194" y="51308"/>
                </a:lnTo>
                <a:lnTo>
                  <a:pt x="307124" y="50673"/>
                </a:lnTo>
                <a:lnTo>
                  <a:pt x="306931" y="49784"/>
                </a:lnTo>
                <a:lnTo>
                  <a:pt x="306848" y="49402"/>
                </a:lnTo>
                <a:lnTo>
                  <a:pt x="306793" y="49149"/>
                </a:lnTo>
                <a:lnTo>
                  <a:pt x="306603" y="48513"/>
                </a:lnTo>
                <a:lnTo>
                  <a:pt x="306197" y="47751"/>
                </a:lnTo>
                <a:lnTo>
                  <a:pt x="305854" y="47244"/>
                </a:lnTo>
                <a:lnTo>
                  <a:pt x="305396" y="46989"/>
                </a:lnTo>
                <a:lnTo>
                  <a:pt x="304939" y="46609"/>
                </a:lnTo>
                <a:lnTo>
                  <a:pt x="304215" y="46227"/>
                </a:lnTo>
                <a:lnTo>
                  <a:pt x="303212" y="45847"/>
                </a:lnTo>
                <a:close/>
              </a:path>
              <a:path w="483869" h="191135">
                <a:moveTo>
                  <a:pt x="259412" y="46989"/>
                </a:moveTo>
                <a:lnTo>
                  <a:pt x="239466" y="46989"/>
                </a:lnTo>
                <a:lnTo>
                  <a:pt x="237307" y="47751"/>
                </a:lnTo>
                <a:lnTo>
                  <a:pt x="261330" y="47751"/>
                </a:lnTo>
                <a:lnTo>
                  <a:pt x="259412" y="46989"/>
                </a:lnTo>
                <a:close/>
              </a:path>
              <a:path w="483869" h="191135">
                <a:moveTo>
                  <a:pt x="257733" y="46609"/>
                </a:moveTo>
                <a:lnTo>
                  <a:pt x="241223" y="46609"/>
                </a:lnTo>
                <a:lnTo>
                  <a:pt x="239128" y="46989"/>
                </a:lnTo>
                <a:lnTo>
                  <a:pt x="259772" y="46989"/>
                </a:lnTo>
                <a:lnTo>
                  <a:pt x="257733" y="46609"/>
                </a:lnTo>
                <a:close/>
              </a:path>
              <a:path w="483869" h="191135">
                <a:moveTo>
                  <a:pt x="254241" y="46227"/>
                </a:moveTo>
                <a:lnTo>
                  <a:pt x="244640" y="46227"/>
                </a:lnTo>
                <a:lnTo>
                  <a:pt x="242068" y="46609"/>
                </a:lnTo>
                <a:lnTo>
                  <a:pt x="256851" y="46609"/>
                </a:lnTo>
                <a:lnTo>
                  <a:pt x="254241" y="46227"/>
                </a:lnTo>
                <a:close/>
              </a:path>
              <a:path w="483869" h="191135">
                <a:moveTo>
                  <a:pt x="297091" y="44576"/>
                </a:moveTo>
                <a:lnTo>
                  <a:pt x="287680" y="44576"/>
                </a:lnTo>
                <a:lnTo>
                  <a:pt x="285343" y="45085"/>
                </a:lnTo>
                <a:lnTo>
                  <a:pt x="282554" y="45847"/>
                </a:lnTo>
                <a:lnTo>
                  <a:pt x="303364" y="45847"/>
                </a:lnTo>
                <a:lnTo>
                  <a:pt x="301053" y="45338"/>
                </a:lnTo>
                <a:lnTo>
                  <a:pt x="297091" y="44576"/>
                </a:lnTo>
                <a:close/>
              </a:path>
              <a:path w="483869" h="191135">
                <a:moveTo>
                  <a:pt x="346582" y="381"/>
                </a:moveTo>
                <a:lnTo>
                  <a:pt x="327342" y="381"/>
                </a:lnTo>
                <a:lnTo>
                  <a:pt x="325729" y="762"/>
                </a:lnTo>
                <a:lnTo>
                  <a:pt x="323316" y="1524"/>
                </a:lnTo>
                <a:lnTo>
                  <a:pt x="322465" y="2032"/>
                </a:lnTo>
                <a:lnTo>
                  <a:pt x="321970" y="2667"/>
                </a:lnTo>
                <a:lnTo>
                  <a:pt x="321462" y="3175"/>
                </a:lnTo>
                <a:lnTo>
                  <a:pt x="321221" y="3810"/>
                </a:lnTo>
                <a:lnTo>
                  <a:pt x="321221" y="148209"/>
                </a:lnTo>
                <a:lnTo>
                  <a:pt x="325729" y="151002"/>
                </a:lnTo>
                <a:lnTo>
                  <a:pt x="327342" y="151384"/>
                </a:lnTo>
                <a:lnTo>
                  <a:pt x="346582" y="151384"/>
                </a:lnTo>
                <a:lnTo>
                  <a:pt x="348183" y="151002"/>
                </a:lnTo>
                <a:lnTo>
                  <a:pt x="349389" y="150749"/>
                </a:lnTo>
                <a:lnTo>
                  <a:pt x="350596" y="150368"/>
                </a:lnTo>
                <a:lnTo>
                  <a:pt x="351447" y="149860"/>
                </a:lnTo>
                <a:lnTo>
                  <a:pt x="352450" y="148844"/>
                </a:lnTo>
                <a:lnTo>
                  <a:pt x="352704" y="148209"/>
                </a:lnTo>
                <a:lnTo>
                  <a:pt x="352704" y="3810"/>
                </a:lnTo>
                <a:lnTo>
                  <a:pt x="352450" y="3175"/>
                </a:lnTo>
                <a:lnTo>
                  <a:pt x="351955" y="2667"/>
                </a:lnTo>
                <a:lnTo>
                  <a:pt x="351447" y="2032"/>
                </a:lnTo>
                <a:lnTo>
                  <a:pt x="350596" y="1524"/>
                </a:lnTo>
                <a:lnTo>
                  <a:pt x="348183" y="762"/>
                </a:lnTo>
                <a:lnTo>
                  <a:pt x="346582" y="381"/>
                </a:lnTo>
                <a:close/>
              </a:path>
              <a:path w="483869" h="191135">
                <a:moveTo>
                  <a:pt x="342582" y="0"/>
                </a:moveTo>
                <a:lnTo>
                  <a:pt x="331330" y="0"/>
                </a:lnTo>
                <a:lnTo>
                  <a:pt x="328339" y="381"/>
                </a:lnTo>
                <a:lnTo>
                  <a:pt x="345573" y="381"/>
                </a:lnTo>
                <a:lnTo>
                  <a:pt x="342582" y="0"/>
                </a:lnTo>
                <a:close/>
              </a:path>
              <a:path w="483869" h="191135">
                <a:moveTo>
                  <a:pt x="370998" y="47117"/>
                </a:moveTo>
                <a:lnTo>
                  <a:pt x="370486" y="47117"/>
                </a:lnTo>
                <a:lnTo>
                  <a:pt x="368492" y="48640"/>
                </a:lnTo>
                <a:lnTo>
                  <a:pt x="368103" y="49022"/>
                </a:lnTo>
                <a:lnTo>
                  <a:pt x="367765" y="49784"/>
                </a:lnTo>
                <a:lnTo>
                  <a:pt x="367761" y="53086"/>
                </a:lnTo>
                <a:lnTo>
                  <a:pt x="368125" y="54356"/>
                </a:lnTo>
                <a:lnTo>
                  <a:pt x="368198" y="54610"/>
                </a:lnTo>
                <a:lnTo>
                  <a:pt x="407644" y="146304"/>
                </a:lnTo>
                <a:lnTo>
                  <a:pt x="412508" y="151130"/>
                </a:lnTo>
                <a:lnTo>
                  <a:pt x="397649" y="183642"/>
                </a:lnTo>
                <a:lnTo>
                  <a:pt x="397065" y="184785"/>
                </a:lnTo>
                <a:lnTo>
                  <a:pt x="396811" y="185927"/>
                </a:lnTo>
                <a:lnTo>
                  <a:pt x="396887" y="186817"/>
                </a:lnTo>
                <a:lnTo>
                  <a:pt x="401389" y="190119"/>
                </a:lnTo>
                <a:lnTo>
                  <a:pt x="402015" y="190119"/>
                </a:lnTo>
                <a:lnTo>
                  <a:pt x="406015" y="190626"/>
                </a:lnTo>
                <a:lnTo>
                  <a:pt x="417423" y="190626"/>
                </a:lnTo>
                <a:lnTo>
                  <a:pt x="422300" y="190119"/>
                </a:lnTo>
                <a:lnTo>
                  <a:pt x="428967" y="188595"/>
                </a:lnTo>
                <a:lnTo>
                  <a:pt x="430999" y="187325"/>
                </a:lnTo>
                <a:lnTo>
                  <a:pt x="445249" y="151130"/>
                </a:lnTo>
                <a:lnTo>
                  <a:pt x="458247" y="117856"/>
                </a:lnTo>
                <a:lnTo>
                  <a:pt x="427634" y="117856"/>
                </a:lnTo>
                <a:lnTo>
                  <a:pt x="401396" y="53086"/>
                </a:lnTo>
                <a:lnTo>
                  <a:pt x="400937" y="51688"/>
                </a:lnTo>
                <a:lnTo>
                  <a:pt x="400812" y="51308"/>
                </a:lnTo>
                <a:lnTo>
                  <a:pt x="400286" y="50164"/>
                </a:lnTo>
                <a:lnTo>
                  <a:pt x="400060" y="49784"/>
                </a:lnTo>
                <a:lnTo>
                  <a:pt x="399059" y="48260"/>
                </a:lnTo>
                <a:lnTo>
                  <a:pt x="398183" y="47625"/>
                </a:lnTo>
                <a:lnTo>
                  <a:pt x="369309" y="47625"/>
                </a:lnTo>
                <a:lnTo>
                  <a:pt x="370998" y="47117"/>
                </a:lnTo>
                <a:close/>
              </a:path>
              <a:path w="483869" h="191135">
                <a:moveTo>
                  <a:pt x="455377" y="47117"/>
                </a:moveTo>
                <a:lnTo>
                  <a:pt x="455040" y="47117"/>
                </a:lnTo>
                <a:lnTo>
                  <a:pt x="453135" y="48640"/>
                </a:lnTo>
                <a:lnTo>
                  <a:pt x="452488" y="49784"/>
                </a:lnTo>
                <a:lnTo>
                  <a:pt x="452092" y="51308"/>
                </a:lnTo>
                <a:lnTo>
                  <a:pt x="451993" y="51688"/>
                </a:lnTo>
                <a:lnTo>
                  <a:pt x="428002" y="117856"/>
                </a:lnTo>
                <a:lnTo>
                  <a:pt x="458247" y="117856"/>
                </a:lnTo>
                <a:lnTo>
                  <a:pt x="482358" y="56134"/>
                </a:lnTo>
                <a:lnTo>
                  <a:pt x="482924" y="54610"/>
                </a:lnTo>
                <a:lnTo>
                  <a:pt x="483019" y="54356"/>
                </a:lnTo>
                <a:lnTo>
                  <a:pt x="483294" y="53086"/>
                </a:lnTo>
                <a:lnTo>
                  <a:pt x="483349" y="50164"/>
                </a:lnTo>
                <a:lnTo>
                  <a:pt x="482790" y="49022"/>
                </a:lnTo>
                <a:lnTo>
                  <a:pt x="480729" y="47625"/>
                </a:lnTo>
                <a:lnTo>
                  <a:pt x="454069" y="47625"/>
                </a:lnTo>
                <a:lnTo>
                  <a:pt x="455377" y="47117"/>
                </a:lnTo>
                <a:close/>
              </a:path>
              <a:path w="483869" h="191135">
                <a:moveTo>
                  <a:pt x="379729" y="46227"/>
                </a:moveTo>
                <a:lnTo>
                  <a:pt x="377780" y="46227"/>
                </a:lnTo>
                <a:lnTo>
                  <a:pt x="371843" y="46862"/>
                </a:lnTo>
                <a:lnTo>
                  <a:pt x="369309" y="47625"/>
                </a:lnTo>
                <a:lnTo>
                  <a:pt x="398183" y="47625"/>
                </a:lnTo>
                <a:lnTo>
                  <a:pt x="397014" y="47117"/>
                </a:lnTo>
                <a:lnTo>
                  <a:pt x="396244" y="46862"/>
                </a:lnTo>
                <a:lnTo>
                  <a:pt x="396671" y="46862"/>
                </a:lnTo>
                <a:lnTo>
                  <a:pt x="394233" y="46482"/>
                </a:lnTo>
                <a:lnTo>
                  <a:pt x="373456" y="46482"/>
                </a:lnTo>
                <a:lnTo>
                  <a:pt x="379729" y="46227"/>
                </a:lnTo>
                <a:close/>
              </a:path>
              <a:path w="483869" h="191135">
                <a:moveTo>
                  <a:pt x="455040" y="47117"/>
                </a:moveTo>
                <a:lnTo>
                  <a:pt x="397014" y="47117"/>
                </a:lnTo>
                <a:lnTo>
                  <a:pt x="398183" y="47625"/>
                </a:lnTo>
                <a:lnTo>
                  <a:pt x="454406" y="47625"/>
                </a:lnTo>
                <a:lnTo>
                  <a:pt x="455040" y="47117"/>
                </a:lnTo>
                <a:close/>
              </a:path>
              <a:path w="483869" h="191135">
                <a:moveTo>
                  <a:pt x="462902" y="46227"/>
                </a:moveTo>
                <a:lnTo>
                  <a:pt x="460619" y="46227"/>
                </a:lnTo>
                <a:lnTo>
                  <a:pt x="456031" y="46862"/>
                </a:lnTo>
                <a:lnTo>
                  <a:pt x="454069" y="47625"/>
                </a:lnTo>
                <a:lnTo>
                  <a:pt x="480893" y="47625"/>
                </a:lnTo>
                <a:lnTo>
                  <a:pt x="478790" y="46862"/>
                </a:lnTo>
                <a:lnTo>
                  <a:pt x="475227" y="46482"/>
                </a:lnTo>
                <a:lnTo>
                  <a:pt x="456501" y="46482"/>
                </a:lnTo>
                <a:lnTo>
                  <a:pt x="462902" y="46227"/>
                </a:lnTo>
                <a:close/>
              </a:path>
              <a:path w="483869" h="191135">
                <a:moveTo>
                  <a:pt x="390067" y="46227"/>
                </a:moveTo>
                <a:lnTo>
                  <a:pt x="379729" y="46227"/>
                </a:lnTo>
                <a:lnTo>
                  <a:pt x="373456" y="46482"/>
                </a:lnTo>
                <a:lnTo>
                  <a:pt x="394233" y="46482"/>
                </a:lnTo>
                <a:lnTo>
                  <a:pt x="390067" y="46227"/>
                </a:lnTo>
                <a:close/>
              </a:path>
              <a:path w="483869" h="191135">
                <a:moveTo>
                  <a:pt x="471068" y="46227"/>
                </a:moveTo>
                <a:lnTo>
                  <a:pt x="462902" y="46227"/>
                </a:lnTo>
                <a:lnTo>
                  <a:pt x="456501" y="46482"/>
                </a:lnTo>
                <a:lnTo>
                  <a:pt x="477011" y="46482"/>
                </a:lnTo>
                <a:lnTo>
                  <a:pt x="471068" y="46227"/>
                </a:lnTo>
                <a:close/>
              </a:path>
              <a:path w="483869" h="191135">
                <a:moveTo>
                  <a:pt x="472852" y="46227"/>
                </a:moveTo>
                <a:lnTo>
                  <a:pt x="471068" y="46227"/>
                </a:lnTo>
                <a:lnTo>
                  <a:pt x="477011" y="46482"/>
                </a:lnTo>
                <a:lnTo>
                  <a:pt x="475227" y="46482"/>
                </a:lnTo>
                <a:lnTo>
                  <a:pt x="472852" y="46227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9758" y="2795269"/>
            <a:ext cx="1086908" cy="1871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1980" y="3251327"/>
            <a:ext cx="778636" cy="1183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2211" y="3250819"/>
            <a:ext cx="525526" cy="1479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0983" y="3256407"/>
            <a:ext cx="930021" cy="14236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32251" y="3251327"/>
            <a:ext cx="850773" cy="1183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56430" y="3257677"/>
            <a:ext cx="475742" cy="13462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496180" y="3251327"/>
            <a:ext cx="325120" cy="118110"/>
          </a:xfrm>
          <a:custGeom>
            <a:avLst/>
            <a:gdLst/>
            <a:ahLst/>
            <a:cxnLst/>
            <a:rect l="l" t="t" r="r" b="b"/>
            <a:pathLst>
              <a:path w="325120" h="118110">
                <a:moveTo>
                  <a:pt x="44830" y="116586"/>
                </a:moveTo>
                <a:lnTo>
                  <a:pt x="29082" y="116586"/>
                </a:lnTo>
                <a:lnTo>
                  <a:pt x="30606" y="116967"/>
                </a:lnTo>
                <a:lnTo>
                  <a:pt x="31876" y="117094"/>
                </a:lnTo>
                <a:lnTo>
                  <a:pt x="41528" y="117094"/>
                </a:lnTo>
                <a:lnTo>
                  <a:pt x="42925" y="116967"/>
                </a:lnTo>
                <a:lnTo>
                  <a:pt x="43497" y="116967"/>
                </a:lnTo>
                <a:lnTo>
                  <a:pt x="44830" y="116586"/>
                </a:lnTo>
                <a:close/>
              </a:path>
              <a:path w="325120" h="118110">
                <a:moveTo>
                  <a:pt x="101472" y="116586"/>
                </a:moveTo>
                <a:lnTo>
                  <a:pt x="85661" y="116586"/>
                </a:lnTo>
                <a:lnTo>
                  <a:pt x="87375" y="116967"/>
                </a:lnTo>
                <a:lnTo>
                  <a:pt x="88645" y="117094"/>
                </a:lnTo>
                <a:lnTo>
                  <a:pt x="98424" y="117094"/>
                </a:lnTo>
                <a:lnTo>
                  <a:pt x="99694" y="116967"/>
                </a:lnTo>
                <a:lnTo>
                  <a:pt x="100329" y="116967"/>
                </a:lnTo>
                <a:lnTo>
                  <a:pt x="101472" y="116586"/>
                </a:lnTo>
                <a:close/>
              </a:path>
              <a:path w="325120" h="118110">
                <a:moveTo>
                  <a:pt x="27643" y="116078"/>
                </a:moveTo>
                <a:lnTo>
                  <a:pt x="27304" y="116078"/>
                </a:lnTo>
                <a:lnTo>
                  <a:pt x="28828" y="116586"/>
                </a:lnTo>
                <a:lnTo>
                  <a:pt x="28490" y="116586"/>
                </a:lnTo>
                <a:lnTo>
                  <a:pt x="27643" y="116078"/>
                </a:lnTo>
                <a:close/>
              </a:path>
              <a:path w="325120" h="118110">
                <a:moveTo>
                  <a:pt x="507" y="37592"/>
                </a:moveTo>
                <a:lnTo>
                  <a:pt x="239" y="37592"/>
                </a:lnTo>
                <a:lnTo>
                  <a:pt x="268" y="38100"/>
                </a:lnTo>
                <a:lnTo>
                  <a:pt x="380" y="40132"/>
                </a:lnTo>
                <a:lnTo>
                  <a:pt x="507" y="40767"/>
                </a:lnTo>
                <a:lnTo>
                  <a:pt x="634" y="41402"/>
                </a:lnTo>
                <a:lnTo>
                  <a:pt x="1015" y="42291"/>
                </a:lnTo>
                <a:lnTo>
                  <a:pt x="26161" y="114173"/>
                </a:lnTo>
                <a:lnTo>
                  <a:pt x="28490" y="116586"/>
                </a:lnTo>
                <a:lnTo>
                  <a:pt x="45381" y="116586"/>
                </a:lnTo>
                <a:lnTo>
                  <a:pt x="46227" y="116078"/>
                </a:lnTo>
                <a:lnTo>
                  <a:pt x="46608" y="115697"/>
                </a:lnTo>
                <a:lnTo>
                  <a:pt x="47116" y="115316"/>
                </a:lnTo>
                <a:lnTo>
                  <a:pt x="47370" y="114808"/>
                </a:lnTo>
                <a:lnTo>
                  <a:pt x="47624" y="114173"/>
                </a:lnTo>
                <a:lnTo>
                  <a:pt x="51311" y="102108"/>
                </a:lnTo>
                <a:lnTo>
                  <a:pt x="37718" y="102108"/>
                </a:lnTo>
                <a:lnTo>
                  <a:pt x="16763" y="38989"/>
                </a:lnTo>
                <a:lnTo>
                  <a:pt x="16509" y="38481"/>
                </a:lnTo>
                <a:lnTo>
                  <a:pt x="16255" y="38100"/>
                </a:lnTo>
                <a:lnTo>
                  <a:pt x="0" y="38100"/>
                </a:lnTo>
                <a:lnTo>
                  <a:pt x="507" y="37592"/>
                </a:lnTo>
                <a:close/>
              </a:path>
              <a:path w="325120" h="118110">
                <a:moveTo>
                  <a:pt x="83946" y="116078"/>
                </a:moveTo>
                <a:lnTo>
                  <a:pt x="46227" y="116078"/>
                </a:lnTo>
                <a:lnTo>
                  <a:pt x="45381" y="116586"/>
                </a:lnTo>
                <a:lnTo>
                  <a:pt x="85470" y="116586"/>
                </a:lnTo>
                <a:lnTo>
                  <a:pt x="83946" y="116078"/>
                </a:lnTo>
                <a:close/>
              </a:path>
              <a:path w="325120" h="118110">
                <a:moveTo>
                  <a:pt x="84285" y="116078"/>
                </a:moveTo>
                <a:lnTo>
                  <a:pt x="83946" y="116078"/>
                </a:lnTo>
                <a:lnTo>
                  <a:pt x="85470" y="116586"/>
                </a:lnTo>
                <a:lnTo>
                  <a:pt x="85132" y="116586"/>
                </a:lnTo>
                <a:lnTo>
                  <a:pt x="84285" y="116078"/>
                </a:lnTo>
                <a:close/>
              </a:path>
              <a:path w="325120" h="118110">
                <a:moveTo>
                  <a:pt x="79546" y="58547"/>
                </a:moveTo>
                <a:lnTo>
                  <a:pt x="64515" y="58547"/>
                </a:lnTo>
                <a:lnTo>
                  <a:pt x="82803" y="114173"/>
                </a:lnTo>
                <a:lnTo>
                  <a:pt x="85132" y="116586"/>
                </a:lnTo>
                <a:lnTo>
                  <a:pt x="102023" y="116586"/>
                </a:lnTo>
                <a:lnTo>
                  <a:pt x="108403" y="102108"/>
                </a:lnTo>
                <a:lnTo>
                  <a:pt x="93852" y="102108"/>
                </a:lnTo>
                <a:lnTo>
                  <a:pt x="93725" y="101346"/>
                </a:lnTo>
                <a:lnTo>
                  <a:pt x="79546" y="58547"/>
                </a:lnTo>
                <a:close/>
              </a:path>
              <a:path w="325120" h="118110">
                <a:moveTo>
                  <a:pt x="71246" y="36830"/>
                </a:moveTo>
                <a:lnTo>
                  <a:pt x="58927" y="36830"/>
                </a:lnTo>
                <a:lnTo>
                  <a:pt x="58102" y="37211"/>
                </a:lnTo>
                <a:lnTo>
                  <a:pt x="57911" y="37338"/>
                </a:lnTo>
                <a:lnTo>
                  <a:pt x="57784" y="37592"/>
                </a:lnTo>
                <a:lnTo>
                  <a:pt x="57276" y="38100"/>
                </a:lnTo>
                <a:lnTo>
                  <a:pt x="57149" y="38481"/>
                </a:lnTo>
                <a:lnTo>
                  <a:pt x="57022" y="38989"/>
                </a:lnTo>
                <a:lnTo>
                  <a:pt x="37845" y="101346"/>
                </a:lnTo>
                <a:lnTo>
                  <a:pt x="37718" y="102108"/>
                </a:lnTo>
                <a:lnTo>
                  <a:pt x="51311" y="102108"/>
                </a:lnTo>
                <a:lnTo>
                  <a:pt x="64388" y="59309"/>
                </a:lnTo>
                <a:lnTo>
                  <a:pt x="64515" y="58547"/>
                </a:lnTo>
                <a:lnTo>
                  <a:pt x="79546" y="58547"/>
                </a:lnTo>
                <a:lnTo>
                  <a:pt x="73067" y="38989"/>
                </a:lnTo>
                <a:lnTo>
                  <a:pt x="73024" y="38862"/>
                </a:lnTo>
                <a:lnTo>
                  <a:pt x="72929" y="38481"/>
                </a:lnTo>
                <a:lnTo>
                  <a:pt x="72813" y="38100"/>
                </a:lnTo>
                <a:lnTo>
                  <a:pt x="72389" y="37592"/>
                </a:lnTo>
                <a:lnTo>
                  <a:pt x="72262" y="37338"/>
                </a:lnTo>
                <a:lnTo>
                  <a:pt x="72072" y="37211"/>
                </a:lnTo>
                <a:lnTo>
                  <a:pt x="71246" y="36830"/>
                </a:lnTo>
                <a:close/>
              </a:path>
              <a:path w="325120" h="118110">
                <a:moveTo>
                  <a:pt x="128142" y="36449"/>
                </a:moveTo>
                <a:lnTo>
                  <a:pt x="118618" y="36449"/>
                </a:lnTo>
                <a:lnTo>
                  <a:pt x="116458" y="36830"/>
                </a:lnTo>
                <a:lnTo>
                  <a:pt x="114426" y="38989"/>
                </a:lnTo>
                <a:lnTo>
                  <a:pt x="93979" y="101346"/>
                </a:lnTo>
                <a:lnTo>
                  <a:pt x="93852" y="102108"/>
                </a:lnTo>
                <a:lnTo>
                  <a:pt x="108403" y="102108"/>
                </a:lnTo>
                <a:lnTo>
                  <a:pt x="129539" y="42291"/>
                </a:lnTo>
                <a:lnTo>
                  <a:pt x="129920" y="41402"/>
                </a:lnTo>
                <a:lnTo>
                  <a:pt x="130047" y="40767"/>
                </a:lnTo>
                <a:lnTo>
                  <a:pt x="130174" y="40132"/>
                </a:lnTo>
                <a:lnTo>
                  <a:pt x="130301" y="39624"/>
                </a:lnTo>
                <a:lnTo>
                  <a:pt x="130338" y="38100"/>
                </a:lnTo>
                <a:lnTo>
                  <a:pt x="130555" y="38100"/>
                </a:lnTo>
                <a:lnTo>
                  <a:pt x="129793" y="37338"/>
                </a:lnTo>
                <a:lnTo>
                  <a:pt x="129603" y="37211"/>
                </a:lnTo>
                <a:lnTo>
                  <a:pt x="128904" y="36830"/>
                </a:lnTo>
                <a:lnTo>
                  <a:pt x="128142" y="36449"/>
                </a:lnTo>
                <a:close/>
              </a:path>
              <a:path w="325120" h="118110">
                <a:moveTo>
                  <a:pt x="14731" y="36830"/>
                </a:moveTo>
                <a:lnTo>
                  <a:pt x="1333" y="36830"/>
                </a:lnTo>
                <a:lnTo>
                  <a:pt x="761" y="37211"/>
                </a:lnTo>
                <a:lnTo>
                  <a:pt x="507" y="37592"/>
                </a:lnTo>
                <a:lnTo>
                  <a:pt x="0" y="38100"/>
                </a:lnTo>
                <a:lnTo>
                  <a:pt x="16255" y="38100"/>
                </a:lnTo>
                <a:lnTo>
                  <a:pt x="15747" y="37338"/>
                </a:lnTo>
                <a:lnTo>
                  <a:pt x="15557" y="37211"/>
                </a:lnTo>
                <a:lnTo>
                  <a:pt x="14731" y="36830"/>
                </a:lnTo>
                <a:close/>
              </a:path>
              <a:path w="325120" h="118110">
                <a:moveTo>
                  <a:pt x="57784" y="37592"/>
                </a:moveTo>
                <a:lnTo>
                  <a:pt x="15917" y="37592"/>
                </a:lnTo>
                <a:lnTo>
                  <a:pt x="16255" y="38100"/>
                </a:lnTo>
                <a:lnTo>
                  <a:pt x="57276" y="38100"/>
                </a:lnTo>
                <a:lnTo>
                  <a:pt x="57784" y="37592"/>
                </a:lnTo>
                <a:close/>
              </a:path>
              <a:path w="325120" h="118110">
                <a:moveTo>
                  <a:pt x="115146" y="37592"/>
                </a:moveTo>
                <a:lnTo>
                  <a:pt x="72389" y="37592"/>
                </a:lnTo>
                <a:lnTo>
                  <a:pt x="72897" y="38100"/>
                </a:lnTo>
                <a:lnTo>
                  <a:pt x="114807" y="38100"/>
                </a:lnTo>
                <a:lnTo>
                  <a:pt x="115146" y="37592"/>
                </a:lnTo>
                <a:close/>
              </a:path>
              <a:path w="325120" h="118110">
                <a:moveTo>
                  <a:pt x="130265" y="37592"/>
                </a:moveTo>
                <a:lnTo>
                  <a:pt x="130047" y="37592"/>
                </a:lnTo>
                <a:lnTo>
                  <a:pt x="130555" y="38100"/>
                </a:lnTo>
                <a:lnTo>
                  <a:pt x="130338" y="38100"/>
                </a:lnTo>
                <a:lnTo>
                  <a:pt x="130265" y="37592"/>
                </a:lnTo>
                <a:close/>
              </a:path>
              <a:path w="325120" h="118110">
                <a:moveTo>
                  <a:pt x="12445" y="36449"/>
                </a:moveTo>
                <a:lnTo>
                  <a:pt x="2730" y="36449"/>
                </a:lnTo>
                <a:lnTo>
                  <a:pt x="1777" y="36830"/>
                </a:lnTo>
                <a:lnTo>
                  <a:pt x="15112" y="36830"/>
                </a:lnTo>
                <a:lnTo>
                  <a:pt x="12445" y="36449"/>
                </a:lnTo>
                <a:close/>
              </a:path>
              <a:path w="325120" h="118110">
                <a:moveTo>
                  <a:pt x="68960" y="36449"/>
                </a:moveTo>
                <a:lnTo>
                  <a:pt x="60960" y="36449"/>
                </a:lnTo>
                <a:lnTo>
                  <a:pt x="58673" y="36830"/>
                </a:lnTo>
                <a:lnTo>
                  <a:pt x="71627" y="36830"/>
                </a:lnTo>
                <a:lnTo>
                  <a:pt x="68960" y="36449"/>
                </a:lnTo>
                <a:close/>
              </a:path>
              <a:path w="325120" h="118110">
                <a:moveTo>
                  <a:pt x="158622" y="36449"/>
                </a:moveTo>
                <a:lnTo>
                  <a:pt x="150875" y="36449"/>
                </a:lnTo>
                <a:lnTo>
                  <a:pt x="149859" y="36576"/>
                </a:lnTo>
                <a:lnTo>
                  <a:pt x="149097" y="36830"/>
                </a:lnTo>
                <a:lnTo>
                  <a:pt x="148462" y="36957"/>
                </a:lnTo>
                <a:lnTo>
                  <a:pt x="147827" y="37211"/>
                </a:lnTo>
                <a:lnTo>
                  <a:pt x="147446" y="37465"/>
                </a:lnTo>
                <a:lnTo>
                  <a:pt x="146938" y="38227"/>
                </a:lnTo>
                <a:lnTo>
                  <a:pt x="146811" y="38481"/>
                </a:lnTo>
                <a:lnTo>
                  <a:pt x="146811" y="115062"/>
                </a:lnTo>
                <a:lnTo>
                  <a:pt x="146938" y="115443"/>
                </a:lnTo>
                <a:lnTo>
                  <a:pt x="147192" y="115697"/>
                </a:lnTo>
                <a:lnTo>
                  <a:pt x="147446" y="116078"/>
                </a:lnTo>
                <a:lnTo>
                  <a:pt x="147827" y="116332"/>
                </a:lnTo>
                <a:lnTo>
                  <a:pt x="148462" y="116586"/>
                </a:lnTo>
                <a:lnTo>
                  <a:pt x="149097" y="116713"/>
                </a:lnTo>
                <a:lnTo>
                  <a:pt x="149859" y="116967"/>
                </a:lnTo>
                <a:lnTo>
                  <a:pt x="150875" y="117094"/>
                </a:lnTo>
                <a:lnTo>
                  <a:pt x="158622" y="117094"/>
                </a:lnTo>
                <a:lnTo>
                  <a:pt x="162305" y="115697"/>
                </a:lnTo>
                <a:lnTo>
                  <a:pt x="162559" y="115443"/>
                </a:lnTo>
                <a:lnTo>
                  <a:pt x="162559" y="38227"/>
                </a:lnTo>
                <a:lnTo>
                  <a:pt x="162051" y="37465"/>
                </a:lnTo>
                <a:lnTo>
                  <a:pt x="161670" y="37211"/>
                </a:lnTo>
                <a:lnTo>
                  <a:pt x="161035" y="36957"/>
                </a:lnTo>
                <a:lnTo>
                  <a:pt x="159638" y="36576"/>
                </a:lnTo>
                <a:lnTo>
                  <a:pt x="158622" y="36449"/>
                </a:lnTo>
                <a:close/>
              </a:path>
              <a:path w="325120" h="118110">
                <a:moveTo>
                  <a:pt x="158495" y="5080"/>
                </a:moveTo>
                <a:lnTo>
                  <a:pt x="151002" y="5080"/>
                </a:lnTo>
                <a:lnTo>
                  <a:pt x="148462" y="5715"/>
                </a:lnTo>
                <a:lnTo>
                  <a:pt x="147065" y="6858"/>
                </a:lnTo>
                <a:lnTo>
                  <a:pt x="145668" y="8128"/>
                </a:lnTo>
                <a:lnTo>
                  <a:pt x="144906" y="10287"/>
                </a:lnTo>
                <a:lnTo>
                  <a:pt x="144906" y="16764"/>
                </a:lnTo>
                <a:lnTo>
                  <a:pt x="145668" y="18923"/>
                </a:lnTo>
                <a:lnTo>
                  <a:pt x="147065" y="20066"/>
                </a:lnTo>
                <a:lnTo>
                  <a:pt x="148335" y="21209"/>
                </a:lnTo>
                <a:lnTo>
                  <a:pt x="150875" y="21717"/>
                </a:lnTo>
                <a:lnTo>
                  <a:pt x="158368" y="21717"/>
                </a:lnTo>
                <a:lnTo>
                  <a:pt x="164464" y="10287"/>
                </a:lnTo>
                <a:lnTo>
                  <a:pt x="163867" y="8128"/>
                </a:lnTo>
                <a:lnTo>
                  <a:pt x="162432" y="6858"/>
                </a:lnTo>
                <a:lnTo>
                  <a:pt x="161035" y="5715"/>
                </a:lnTo>
                <a:lnTo>
                  <a:pt x="158495" y="5080"/>
                </a:lnTo>
                <a:close/>
              </a:path>
              <a:path w="325120" h="118110">
                <a:moveTo>
                  <a:pt x="207517" y="48260"/>
                </a:moveTo>
                <a:lnTo>
                  <a:pt x="191769" y="48260"/>
                </a:lnTo>
                <a:lnTo>
                  <a:pt x="191769" y="96901"/>
                </a:lnTo>
                <a:lnTo>
                  <a:pt x="208264" y="117475"/>
                </a:lnTo>
                <a:lnTo>
                  <a:pt x="207708" y="117475"/>
                </a:lnTo>
                <a:lnTo>
                  <a:pt x="212470" y="118110"/>
                </a:lnTo>
                <a:lnTo>
                  <a:pt x="219963" y="118110"/>
                </a:lnTo>
                <a:lnTo>
                  <a:pt x="221360" y="117856"/>
                </a:lnTo>
                <a:lnTo>
                  <a:pt x="222186" y="117856"/>
                </a:lnTo>
                <a:lnTo>
                  <a:pt x="232536" y="112903"/>
                </a:lnTo>
                <a:lnTo>
                  <a:pt x="232790" y="112014"/>
                </a:lnTo>
                <a:lnTo>
                  <a:pt x="232663" y="106553"/>
                </a:lnTo>
                <a:lnTo>
                  <a:pt x="232613" y="106299"/>
                </a:lnTo>
                <a:lnTo>
                  <a:pt x="215137" y="106299"/>
                </a:lnTo>
                <a:lnTo>
                  <a:pt x="211962" y="104902"/>
                </a:lnTo>
                <a:lnTo>
                  <a:pt x="208406" y="99568"/>
                </a:lnTo>
                <a:lnTo>
                  <a:pt x="207517" y="95631"/>
                </a:lnTo>
                <a:lnTo>
                  <a:pt x="207517" y="48260"/>
                </a:lnTo>
                <a:close/>
              </a:path>
              <a:path w="325120" h="118110">
                <a:moveTo>
                  <a:pt x="230885" y="103886"/>
                </a:moveTo>
                <a:lnTo>
                  <a:pt x="229933" y="103886"/>
                </a:lnTo>
                <a:lnTo>
                  <a:pt x="228345" y="104521"/>
                </a:lnTo>
                <a:lnTo>
                  <a:pt x="227583" y="104775"/>
                </a:lnTo>
                <a:lnTo>
                  <a:pt x="221742" y="106299"/>
                </a:lnTo>
                <a:lnTo>
                  <a:pt x="232613" y="106299"/>
                </a:lnTo>
                <a:lnTo>
                  <a:pt x="232486" y="105664"/>
                </a:lnTo>
                <a:lnTo>
                  <a:pt x="232384" y="105156"/>
                </a:lnTo>
                <a:lnTo>
                  <a:pt x="232282" y="104902"/>
                </a:lnTo>
                <a:lnTo>
                  <a:pt x="232155" y="104521"/>
                </a:lnTo>
                <a:lnTo>
                  <a:pt x="231901" y="104267"/>
                </a:lnTo>
                <a:lnTo>
                  <a:pt x="230885" y="103886"/>
                </a:lnTo>
                <a:close/>
              </a:path>
              <a:path w="325120" h="118110">
                <a:moveTo>
                  <a:pt x="231393" y="37211"/>
                </a:moveTo>
                <a:lnTo>
                  <a:pt x="177926" y="37211"/>
                </a:lnTo>
                <a:lnTo>
                  <a:pt x="177672" y="37592"/>
                </a:lnTo>
                <a:lnTo>
                  <a:pt x="177418" y="38100"/>
                </a:lnTo>
                <a:lnTo>
                  <a:pt x="177164" y="38481"/>
                </a:lnTo>
                <a:lnTo>
                  <a:pt x="176910" y="39116"/>
                </a:lnTo>
                <a:lnTo>
                  <a:pt x="176783" y="45974"/>
                </a:lnTo>
                <a:lnTo>
                  <a:pt x="177418" y="46863"/>
                </a:lnTo>
                <a:lnTo>
                  <a:pt x="177926" y="47879"/>
                </a:lnTo>
                <a:lnTo>
                  <a:pt x="178688" y="48260"/>
                </a:lnTo>
                <a:lnTo>
                  <a:pt x="230631" y="48260"/>
                </a:lnTo>
                <a:lnTo>
                  <a:pt x="231393" y="47879"/>
                </a:lnTo>
                <a:lnTo>
                  <a:pt x="232028" y="46863"/>
                </a:lnTo>
                <a:lnTo>
                  <a:pt x="232536" y="45974"/>
                </a:lnTo>
                <a:lnTo>
                  <a:pt x="232917" y="44577"/>
                </a:lnTo>
                <a:lnTo>
                  <a:pt x="232790" y="40640"/>
                </a:lnTo>
                <a:lnTo>
                  <a:pt x="232525" y="39116"/>
                </a:lnTo>
                <a:lnTo>
                  <a:pt x="232409" y="38481"/>
                </a:lnTo>
                <a:lnTo>
                  <a:pt x="232028" y="38100"/>
                </a:lnTo>
                <a:lnTo>
                  <a:pt x="231774" y="37592"/>
                </a:lnTo>
                <a:lnTo>
                  <a:pt x="231393" y="37211"/>
                </a:lnTo>
                <a:close/>
              </a:path>
              <a:path w="325120" h="118110">
                <a:moveTo>
                  <a:pt x="230631" y="36830"/>
                </a:moveTo>
                <a:lnTo>
                  <a:pt x="178815" y="36830"/>
                </a:lnTo>
                <a:lnTo>
                  <a:pt x="178244" y="37211"/>
                </a:lnTo>
                <a:lnTo>
                  <a:pt x="231203" y="37211"/>
                </a:lnTo>
                <a:lnTo>
                  <a:pt x="230631" y="36830"/>
                </a:lnTo>
                <a:close/>
              </a:path>
              <a:path w="325120" h="118110">
                <a:moveTo>
                  <a:pt x="203580" y="16256"/>
                </a:moveTo>
                <a:lnTo>
                  <a:pt x="195833" y="16256"/>
                </a:lnTo>
                <a:lnTo>
                  <a:pt x="193928" y="16510"/>
                </a:lnTo>
                <a:lnTo>
                  <a:pt x="193293" y="16764"/>
                </a:lnTo>
                <a:lnTo>
                  <a:pt x="192277" y="17272"/>
                </a:lnTo>
                <a:lnTo>
                  <a:pt x="192150" y="17653"/>
                </a:lnTo>
                <a:lnTo>
                  <a:pt x="191896" y="18034"/>
                </a:lnTo>
                <a:lnTo>
                  <a:pt x="191769" y="36830"/>
                </a:lnTo>
                <a:lnTo>
                  <a:pt x="207518" y="36830"/>
                </a:lnTo>
                <a:lnTo>
                  <a:pt x="205358" y="16510"/>
                </a:lnTo>
                <a:lnTo>
                  <a:pt x="205612" y="16510"/>
                </a:lnTo>
                <a:lnTo>
                  <a:pt x="203580" y="16256"/>
                </a:lnTo>
                <a:close/>
              </a:path>
              <a:path w="325120" h="118110">
                <a:moveTo>
                  <a:pt x="264159" y="0"/>
                </a:moveTo>
                <a:lnTo>
                  <a:pt x="252729" y="0"/>
                </a:lnTo>
                <a:lnTo>
                  <a:pt x="251459" y="508"/>
                </a:lnTo>
                <a:lnTo>
                  <a:pt x="251078" y="762"/>
                </a:lnTo>
                <a:lnTo>
                  <a:pt x="250824" y="1143"/>
                </a:lnTo>
                <a:lnTo>
                  <a:pt x="250570" y="1397"/>
                </a:lnTo>
                <a:lnTo>
                  <a:pt x="250570" y="115443"/>
                </a:lnTo>
                <a:lnTo>
                  <a:pt x="250824" y="115697"/>
                </a:lnTo>
                <a:lnTo>
                  <a:pt x="251078" y="116078"/>
                </a:lnTo>
                <a:lnTo>
                  <a:pt x="251459" y="116332"/>
                </a:lnTo>
                <a:lnTo>
                  <a:pt x="252094" y="116586"/>
                </a:lnTo>
                <a:lnTo>
                  <a:pt x="252729" y="116713"/>
                </a:lnTo>
                <a:lnTo>
                  <a:pt x="253491" y="116967"/>
                </a:lnTo>
                <a:lnTo>
                  <a:pt x="254507" y="117094"/>
                </a:lnTo>
                <a:lnTo>
                  <a:pt x="262254" y="117094"/>
                </a:lnTo>
                <a:lnTo>
                  <a:pt x="265937" y="115697"/>
                </a:lnTo>
                <a:lnTo>
                  <a:pt x="266191" y="115443"/>
                </a:lnTo>
                <a:lnTo>
                  <a:pt x="266318" y="61722"/>
                </a:lnTo>
                <a:lnTo>
                  <a:pt x="270636" y="56896"/>
                </a:lnTo>
                <a:lnTo>
                  <a:pt x="274827" y="53340"/>
                </a:lnTo>
                <a:lnTo>
                  <a:pt x="278764" y="50927"/>
                </a:lnTo>
                <a:lnTo>
                  <a:pt x="282701" y="48387"/>
                </a:lnTo>
                <a:lnTo>
                  <a:pt x="285140" y="47625"/>
                </a:lnTo>
                <a:lnTo>
                  <a:pt x="266318" y="47625"/>
                </a:lnTo>
                <a:lnTo>
                  <a:pt x="266191" y="1397"/>
                </a:lnTo>
                <a:lnTo>
                  <a:pt x="265937" y="1143"/>
                </a:lnTo>
                <a:lnTo>
                  <a:pt x="265683" y="762"/>
                </a:lnTo>
                <a:lnTo>
                  <a:pt x="265302" y="508"/>
                </a:lnTo>
                <a:lnTo>
                  <a:pt x="264667" y="254"/>
                </a:lnTo>
                <a:lnTo>
                  <a:pt x="264159" y="0"/>
                </a:lnTo>
                <a:close/>
              </a:path>
              <a:path w="325120" h="118110">
                <a:moveTo>
                  <a:pt x="320201" y="47117"/>
                </a:moveTo>
                <a:lnTo>
                  <a:pt x="293750" y="47117"/>
                </a:lnTo>
                <a:lnTo>
                  <a:pt x="296417" y="47625"/>
                </a:lnTo>
                <a:lnTo>
                  <a:pt x="298830" y="48641"/>
                </a:lnTo>
                <a:lnTo>
                  <a:pt x="301116" y="49657"/>
                </a:lnTo>
                <a:lnTo>
                  <a:pt x="303021" y="51181"/>
                </a:lnTo>
                <a:lnTo>
                  <a:pt x="304418" y="53086"/>
                </a:lnTo>
                <a:lnTo>
                  <a:pt x="305942" y="54991"/>
                </a:lnTo>
                <a:lnTo>
                  <a:pt x="309117" y="115443"/>
                </a:lnTo>
                <a:lnTo>
                  <a:pt x="309371" y="115697"/>
                </a:lnTo>
                <a:lnTo>
                  <a:pt x="313054" y="117094"/>
                </a:lnTo>
                <a:lnTo>
                  <a:pt x="320801" y="117094"/>
                </a:lnTo>
                <a:lnTo>
                  <a:pt x="321817" y="116967"/>
                </a:lnTo>
                <a:lnTo>
                  <a:pt x="322579" y="116713"/>
                </a:lnTo>
                <a:lnTo>
                  <a:pt x="323214" y="116586"/>
                </a:lnTo>
                <a:lnTo>
                  <a:pt x="323722" y="116332"/>
                </a:lnTo>
                <a:lnTo>
                  <a:pt x="324103" y="116078"/>
                </a:lnTo>
                <a:lnTo>
                  <a:pt x="324357" y="115697"/>
                </a:lnTo>
                <a:lnTo>
                  <a:pt x="324611" y="115443"/>
                </a:lnTo>
                <a:lnTo>
                  <a:pt x="324587" y="61722"/>
                </a:lnTo>
                <a:lnTo>
                  <a:pt x="324230" y="58420"/>
                </a:lnTo>
                <a:lnTo>
                  <a:pt x="322300" y="51181"/>
                </a:lnTo>
                <a:lnTo>
                  <a:pt x="322198" y="50800"/>
                </a:lnTo>
                <a:lnTo>
                  <a:pt x="320420" y="47371"/>
                </a:lnTo>
                <a:lnTo>
                  <a:pt x="320201" y="47117"/>
                </a:lnTo>
                <a:close/>
              </a:path>
              <a:path w="325120" h="118110">
                <a:moveTo>
                  <a:pt x="299719" y="35179"/>
                </a:moveTo>
                <a:lnTo>
                  <a:pt x="289305" y="35179"/>
                </a:lnTo>
                <a:lnTo>
                  <a:pt x="284606" y="36195"/>
                </a:lnTo>
                <a:lnTo>
                  <a:pt x="275462" y="40259"/>
                </a:lnTo>
                <a:lnTo>
                  <a:pt x="270890" y="43434"/>
                </a:lnTo>
                <a:lnTo>
                  <a:pt x="266318" y="47625"/>
                </a:lnTo>
                <a:lnTo>
                  <a:pt x="285140" y="47625"/>
                </a:lnTo>
                <a:lnTo>
                  <a:pt x="286765" y="47117"/>
                </a:lnTo>
                <a:lnTo>
                  <a:pt x="320201" y="47117"/>
                </a:lnTo>
                <a:lnTo>
                  <a:pt x="318007" y="44577"/>
                </a:lnTo>
                <a:lnTo>
                  <a:pt x="315594" y="41656"/>
                </a:lnTo>
                <a:lnTo>
                  <a:pt x="312419" y="39370"/>
                </a:lnTo>
                <a:lnTo>
                  <a:pt x="308482" y="37719"/>
                </a:lnTo>
                <a:lnTo>
                  <a:pt x="304545" y="35941"/>
                </a:lnTo>
                <a:lnTo>
                  <a:pt x="299719" y="35179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84801" y="3251327"/>
            <a:ext cx="246379" cy="1183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3935" y="3527805"/>
            <a:ext cx="283603" cy="11925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7826" y="3528695"/>
            <a:ext cx="1532102" cy="11836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47620" y="3533775"/>
            <a:ext cx="744046" cy="14236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356228" y="3533775"/>
            <a:ext cx="115824" cy="11214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47617" y="3528314"/>
            <a:ext cx="835521" cy="11874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55540" y="3527933"/>
            <a:ext cx="846582" cy="11912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16648" y="3795014"/>
            <a:ext cx="782510" cy="14770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71294" y="3795014"/>
            <a:ext cx="166957" cy="14770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95576" y="3795014"/>
            <a:ext cx="581660" cy="11874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354198" y="3795395"/>
            <a:ext cx="756031" cy="14097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182492" y="3800475"/>
            <a:ext cx="87121" cy="11303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24478" y="3794505"/>
            <a:ext cx="624320" cy="11925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016755" y="3830573"/>
            <a:ext cx="69596" cy="83185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4162806" y="3795013"/>
            <a:ext cx="492759" cy="147955"/>
          </a:xfrm>
          <a:custGeom>
            <a:avLst/>
            <a:gdLst/>
            <a:ahLst/>
            <a:cxnLst/>
            <a:rect l="l" t="t" r="r" b="b"/>
            <a:pathLst>
              <a:path w="492760" h="147954">
                <a:moveTo>
                  <a:pt x="77851" y="82550"/>
                </a:moveTo>
                <a:lnTo>
                  <a:pt x="67310" y="43815"/>
                </a:lnTo>
                <a:lnTo>
                  <a:pt x="61849" y="39941"/>
                </a:lnTo>
                <a:lnTo>
                  <a:pt x="61849" y="73660"/>
                </a:lnTo>
                <a:lnTo>
                  <a:pt x="61849" y="81153"/>
                </a:lnTo>
                <a:lnTo>
                  <a:pt x="43688" y="106807"/>
                </a:lnTo>
                <a:lnTo>
                  <a:pt x="35560" y="106807"/>
                </a:lnTo>
                <a:lnTo>
                  <a:pt x="31496" y="105537"/>
                </a:lnTo>
                <a:lnTo>
                  <a:pt x="27686" y="102997"/>
                </a:lnTo>
                <a:lnTo>
                  <a:pt x="23876" y="100584"/>
                </a:lnTo>
                <a:lnTo>
                  <a:pt x="19812" y="97028"/>
                </a:lnTo>
                <a:lnTo>
                  <a:pt x="15494" y="92329"/>
                </a:lnTo>
                <a:lnTo>
                  <a:pt x="15494" y="62230"/>
                </a:lnTo>
                <a:lnTo>
                  <a:pt x="17907" y="59563"/>
                </a:lnTo>
                <a:lnTo>
                  <a:pt x="20320" y="57150"/>
                </a:lnTo>
                <a:lnTo>
                  <a:pt x="22313" y="55499"/>
                </a:lnTo>
                <a:lnTo>
                  <a:pt x="24638" y="53467"/>
                </a:lnTo>
                <a:lnTo>
                  <a:pt x="38735" y="47498"/>
                </a:lnTo>
                <a:lnTo>
                  <a:pt x="44831" y="47498"/>
                </a:lnTo>
                <a:lnTo>
                  <a:pt x="48133" y="48260"/>
                </a:lnTo>
                <a:lnTo>
                  <a:pt x="50927" y="50038"/>
                </a:lnTo>
                <a:lnTo>
                  <a:pt x="53594" y="51689"/>
                </a:lnTo>
                <a:lnTo>
                  <a:pt x="61849" y="73660"/>
                </a:lnTo>
                <a:lnTo>
                  <a:pt x="61849" y="39941"/>
                </a:lnTo>
                <a:lnTo>
                  <a:pt x="55118" y="36576"/>
                </a:lnTo>
                <a:lnTo>
                  <a:pt x="49911" y="35560"/>
                </a:lnTo>
                <a:lnTo>
                  <a:pt x="40894" y="35560"/>
                </a:lnTo>
                <a:lnTo>
                  <a:pt x="38227" y="35814"/>
                </a:lnTo>
                <a:lnTo>
                  <a:pt x="35687" y="36449"/>
                </a:lnTo>
                <a:lnTo>
                  <a:pt x="33121" y="36969"/>
                </a:lnTo>
                <a:lnTo>
                  <a:pt x="33502" y="36830"/>
                </a:lnTo>
                <a:lnTo>
                  <a:pt x="32778" y="36830"/>
                </a:lnTo>
                <a:lnTo>
                  <a:pt x="32778" y="37084"/>
                </a:lnTo>
                <a:lnTo>
                  <a:pt x="30607" y="37846"/>
                </a:lnTo>
                <a:lnTo>
                  <a:pt x="13589" y="49530"/>
                </a:lnTo>
                <a:lnTo>
                  <a:pt x="13589" y="38862"/>
                </a:lnTo>
                <a:lnTo>
                  <a:pt x="13462" y="38354"/>
                </a:lnTo>
                <a:lnTo>
                  <a:pt x="13208" y="38100"/>
                </a:lnTo>
                <a:lnTo>
                  <a:pt x="13081" y="37846"/>
                </a:lnTo>
                <a:lnTo>
                  <a:pt x="12700" y="37465"/>
                </a:lnTo>
                <a:lnTo>
                  <a:pt x="12065" y="37338"/>
                </a:lnTo>
                <a:lnTo>
                  <a:pt x="11557" y="37084"/>
                </a:lnTo>
                <a:lnTo>
                  <a:pt x="10782" y="36957"/>
                </a:lnTo>
                <a:lnTo>
                  <a:pt x="11671" y="37084"/>
                </a:lnTo>
                <a:lnTo>
                  <a:pt x="32512" y="37084"/>
                </a:lnTo>
                <a:lnTo>
                  <a:pt x="32778" y="37084"/>
                </a:lnTo>
                <a:lnTo>
                  <a:pt x="32778" y="36830"/>
                </a:lnTo>
                <a:lnTo>
                  <a:pt x="10020" y="36830"/>
                </a:lnTo>
                <a:lnTo>
                  <a:pt x="3556" y="36830"/>
                </a:lnTo>
                <a:lnTo>
                  <a:pt x="1905" y="37084"/>
                </a:lnTo>
                <a:lnTo>
                  <a:pt x="1397" y="37338"/>
                </a:lnTo>
                <a:lnTo>
                  <a:pt x="762" y="37465"/>
                </a:lnTo>
                <a:lnTo>
                  <a:pt x="381" y="37846"/>
                </a:lnTo>
                <a:lnTo>
                  <a:pt x="254" y="38100"/>
                </a:lnTo>
                <a:lnTo>
                  <a:pt x="0" y="38354"/>
                </a:lnTo>
                <a:lnTo>
                  <a:pt x="0" y="145796"/>
                </a:lnTo>
                <a:lnTo>
                  <a:pt x="508" y="146558"/>
                </a:lnTo>
                <a:lnTo>
                  <a:pt x="889" y="146812"/>
                </a:lnTo>
                <a:lnTo>
                  <a:pt x="1828" y="147193"/>
                </a:lnTo>
                <a:lnTo>
                  <a:pt x="2032" y="147193"/>
                </a:lnTo>
                <a:lnTo>
                  <a:pt x="3352" y="147574"/>
                </a:lnTo>
                <a:lnTo>
                  <a:pt x="3937" y="147574"/>
                </a:lnTo>
                <a:lnTo>
                  <a:pt x="4953" y="147701"/>
                </a:lnTo>
                <a:lnTo>
                  <a:pt x="10541" y="147701"/>
                </a:lnTo>
                <a:lnTo>
                  <a:pt x="11557" y="147574"/>
                </a:lnTo>
                <a:lnTo>
                  <a:pt x="12192" y="147574"/>
                </a:lnTo>
                <a:lnTo>
                  <a:pt x="13335" y="147193"/>
                </a:lnTo>
                <a:lnTo>
                  <a:pt x="13525" y="147193"/>
                </a:lnTo>
                <a:lnTo>
                  <a:pt x="14478" y="146812"/>
                </a:lnTo>
                <a:lnTo>
                  <a:pt x="14859" y="146558"/>
                </a:lnTo>
                <a:lnTo>
                  <a:pt x="15367" y="145796"/>
                </a:lnTo>
                <a:lnTo>
                  <a:pt x="15494" y="107188"/>
                </a:lnTo>
                <a:lnTo>
                  <a:pt x="17780" y="109093"/>
                </a:lnTo>
                <a:lnTo>
                  <a:pt x="19812" y="110871"/>
                </a:lnTo>
                <a:lnTo>
                  <a:pt x="21844" y="112268"/>
                </a:lnTo>
                <a:lnTo>
                  <a:pt x="23876" y="113792"/>
                </a:lnTo>
                <a:lnTo>
                  <a:pt x="25908" y="114935"/>
                </a:lnTo>
                <a:lnTo>
                  <a:pt x="27940" y="115951"/>
                </a:lnTo>
                <a:lnTo>
                  <a:pt x="29972" y="116840"/>
                </a:lnTo>
                <a:lnTo>
                  <a:pt x="32486" y="117729"/>
                </a:lnTo>
                <a:lnTo>
                  <a:pt x="32804" y="117729"/>
                </a:lnTo>
                <a:lnTo>
                  <a:pt x="34163" y="117983"/>
                </a:lnTo>
                <a:lnTo>
                  <a:pt x="36322" y="118491"/>
                </a:lnTo>
                <a:lnTo>
                  <a:pt x="38608" y="118745"/>
                </a:lnTo>
                <a:lnTo>
                  <a:pt x="47117" y="118745"/>
                </a:lnTo>
                <a:lnTo>
                  <a:pt x="68757" y="106807"/>
                </a:lnTo>
                <a:lnTo>
                  <a:pt x="71501" y="103505"/>
                </a:lnTo>
                <a:lnTo>
                  <a:pt x="73914" y="99060"/>
                </a:lnTo>
                <a:lnTo>
                  <a:pt x="75565" y="93853"/>
                </a:lnTo>
                <a:lnTo>
                  <a:pt x="77089" y="88519"/>
                </a:lnTo>
                <a:lnTo>
                  <a:pt x="77851" y="82550"/>
                </a:lnTo>
                <a:close/>
              </a:path>
              <a:path w="492760" h="147954">
                <a:moveTo>
                  <a:pt x="112903" y="1778"/>
                </a:moveTo>
                <a:lnTo>
                  <a:pt x="112649" y="1524"/>
                </a:lnTo>
                <a:lnTo>
                  <a:pt x="112395" y="1143"/>
                </a:lnTo>
                <a:lnTo>
                  <a:pt x="112014" y="889"/>
                </a:lnTo>
                <a:lnTo>
                  <a:pt x="111379" y="635"/>
                </a:lnTo>
                <a:lnTo>
                  <a:pt x="110871" y="381"/>
                </a:lnTo>
                <a:lnTo>
                  <a:pt x="111125" y="381"/>
                </a:lnTo>
                <a:lnTo>
                  <a:pt x="108064" y="0"/>
                </a:lnTo>
                <a:lnTo>
                  <a:pt x="102489" y="0"/>
                </a:lnTo>
                <a:lnTo>
                  <a:pt x="99568" y="381"/>
                </a:lnTo>
                <a:lnTo>
                  <a:pt x="99060" y="635"/>
                </a:lnTo>
                <a:lnTo>
                  <a:pt x="98425" y="889"/>
                </a:lnTo>
                <a:lnTo>
                  <a:pt x="98044" y="1143"/>
                </a:lnTo>
                <a:lnTo>
                  <a:pt x="97790" y="1524"/>
                </a:lnTo>
                <a:lnTo>
                  <a:pt x="97536" y="1778"/>
                </a:lnTo>
                <a:lnTo>
                  <a:pt x="97536" y="115824"/>
                </a:lnTo>
                <a:lnTo>
                  <a:pt x="97790" y="116078"/>
                </a:lnTo>
                <a:lnTo>
                  <a:pt x="98044" y="116459"/>
                </a:lnTo>
                <a:lnTo>
                  <a:pt x="98425" y="116713"/>
                </a:lnTo>
                <a:lnTo>
                  <a:pt x="99364" y="117094"/>
                </a:lnTo>
                <a:lnTo>
                  <a:pt x="99568" y="117094"/>
                </a:lnTo>
                <a:lnTo>
                  <a:pt x="100888" y="117475"/>
                </a:lnTo>
                <a:lnTo>
                  <a:pt x="101473" y="117475"/>
                </a:lnTo>
                <a:lnTo>
                  <a:pt x="102489" y="117602"/>
                </a:lnTo>
                <a:lnTo>
                  <a:pt x="108077" y="117602"/>
                </a:lnTo>
                <a:lnTo>
                  <a:pt x="109093" y="117475"/>
                </a:lnTo>
                <a:lnTo>
                  <a:pt x="109728" y="117475"/>
                </a:lnTo>
                <a:lnTo>
                  <a:pt x="110871" y="117094"/>
                </a:lnTo>
                <a:lnTo>
                  <a:pt x="111061" y="117094"/>
                </a:lnTo>
                <a:lnTo>
                  <a:pt x="112014" y="116713"/>
                </a:lnTo>
                <a:lnTo>
                  <a:pt x="112395" y="116459"/>
                </a:lnTo>
                <a:lnTo>
                  <a:pt x="112649" y="116078"/>
                </a:lnTo>
                <a:lnTo>
                  <a:pt x="112903" y="115824"/>
                </a:lnTo>
                <a:lnTo>
                  <a:pt x="112903" y="1778"/>
                </a:lnTo>
                <a:close/>
              </a:path>
              <a:path w="492760" h="147954">
                <a:moveTo>
                  <a:pt x="202438" y="59309"/>
                </a:moveTo>
                <a:lnTo>
                  <a:pt x="201930" y="55245"/>
                </a:lnTo>
                <a:lnTo>
                  <a:pt x="200660" y="51689"/>
                </a:lnTo>
                <a:lnTo>
                  <a:pt x="199517" y="48133"/>
                </a:lnTo>
                <a:lnTo>
                  <a:pt x="198602" y="46736"/>
                </a:lnTo>
                <a:lnTo>
                  <a:pt x="197612" y="45212"/>
                </a:lnTo>
                <a:lnTo>
                  <a:pt x="192278" y="40386"/>
                </a:lnTo>
                <a:lnTo>
                  <a:pt x="188849" y="38608"/>
                </a:lnTo>
                <a:lnTo>
                  <a:pt x="184531" y="37338"/>
                </a:lnTo>
                <a:lnTo>
                  <a:pt x="180340" y="36195"/>
                </a:lnTo>
                <a:lnTo>
                  <a:pt x="175133" y="35560"/>
                </a:lnTo>
                <a:lnTo>
                  <a:pt x="165735" y="35560"/>
                </a:lnTo>
                <a:lnTo>
                  <a:pt x="143383" y="41021"/>
                </a:lnTo>
                <a:lnTo>
                  <a:pt x="141224" y="42037"/>
                </a:lnTo>
                <a:lnTo>
                  <a:pt x="137287" y="45974"/>
                </a:lnTo>
                <a:lnTo>
                  <a:pt x="137287" y="52197"/>
                </a:lnTo>
                <a:lnTo>
                  <a:pt x="137541" y="52832"/>
                </a:lnTo>
                <a:lnTo>
                  <a:pt x="137795" y="53213"/>
                </a:lnTo>
                <a:lnTo>
                  <a:pt x="138049" y="53721"/>
                </a:lnTo>
                <a:lnTo>
                  <a:pt x="138557" y="54229"/>
                </a:lnTo>
                <a:lnTo>
                  <a:pt x="138811" y="54229"/>
                </a:lnTo>
                <a:lnTo>
                  <a:pt x="139382" y="54610"/>
                </a:lnTo>
                <a:lnTo>
                  <a:pt x="140843" y="54610"/>
                </a:lnTo>
                <a:lnTo>
                  <a:pt x="141986" y="54229"/>
                </a:lnTo>
                <a:lnTo>
                  <a:pt x="143510" y="53340"/>
                </a:lnTo>
                <a:lnTo>
                  <a:pt x="147066" y="51689"/>
                </a:lnTo>
                <a:lnTo>
                  <a:pt x="149352" y="50673"/>
                </a:lnTo>
                <a:lnTo>
                  <a:pt x="154305" y="48768"/>
                </a:lnTo>
                <a:lnTo>
                  <a:pt x="160401" y="47244"/>
                </a:lnTo>
                <a:lnTo>
                  <a:pt x="163830" y="46736"/>
                </a:lnTo>
                <a:lnTo>
                  <a:pt x="171196" y="46736"/>
                </a:lnTo>
                <a:lnTo>
                  <a:pt x="175247" y="47244"/>
                </a:lnTo>
                <a:lnTo>
                  <a:pt x="174637" y="47244"/>
                </a:lnTo>
                <a:lnTo>
                  <a:pt x="179463" y="48768"/>
                </a:lnTo>
                <a:lnTo>
                  <a:pt x="179285" y="48768"/>
                </a:lnTo>
                <a:lnTo>
                  <a:pt x="181102" y="49784"/>
                </a:lnTo>
                <a:lnTo>
                  <a:pt x="184150" y="52832"/>
                </a:lnTo>
                <a:lnTo>
                  <a:pt x="185293" y="54610"/>
                </a:lnTo>
                <a:lnTo>
                  <a:pt x="185928" y="56896"/>
                </a:lnTo>
                <a:lnTo>
                  <a:pt x="186702" y="59309"/>
                </a:lnTo>
                <a:lnTo>
                  <a:pt x="187071" y="61722"/>
                </a:lnTo>
                <a:lnTo>
                  <a:pt x="187071" y="70485"/>
                </a:lnTo>
                <a:lnTo>
                  <a:pt x="187071" y="80518"/>
                </a:lnTo>
                <a:lnTo>
                  <a:pt x="187071" y="96520"/>
                </a:lnTo>
                <a:lnTo>
                  <a:pt x="183134" y="100330"/>
                </a:lnTo>
                <a:lnTo>
                  <a:pt x="179578" y="103251"/>
                </a:lnTo>
                <a:lnTo>
                  <a:pt x="176022" y="105029"/>
                </a:lnTo>
                <a:lnTo>
                  <a:pt x="172593" y="106934"/>
                </a:lnTo>
                <a:lnTo>
                  <a:pt x="168783" y="107823"/>
                </a:lnTo>
                <a:lnTo>
                  <a:pt x="159639" y="107823"/>
                </a:lnTo>
                <a:lnTo>
                  <a:pt x="155829" y="106680"/>
                </a:lnTo>
                <a:lnTo>
                  <a:pt x="153035" y="104394"/>
                </a:lnTo>
                <a:lnTo>
                  <a:pt x="150241" y="101981"/>
                </a:lnTo>
                <a:lnTo>
                  <a:pt x="148844" y="98933"/>
                </a:lnTo>
                <a:lnTo>
                  <a:pt x="148844" y="92710"/>
                </a:lnTo>
                <a:lnTo>
                  <a:pt x="169418" y="80518"/>
                </a:lnTo>
                <a:lnTo>
                  <a:pt x="187071" y="80518"/>
                </a:lnTo>
                <a:lnTo>
                  <a:pt x="187071" y="70485"/>
                </a:lnTo>
                <a:lnTo>
                  <a:pt x="168783" y="70485"/>
                </a:lnTo>
                <a:lnTo>
                  <a:pt x="162814" y="70993"/>
                </a:lnTo>
                <a:lnTo>
                  <a:pt x="132842" y="91440"/>
                </a:lnTo>
                <a:lnTo>
                  <a:pt x="132842" y="99314"/>
                </a:lnTo>
                <a:lnTo>
                  <a:pt x="146812" y="116205"/>
                </a:lnTo>
                <a:lnTo>
                  <a:pt x="146989" y="116205"/>
                </a:lnTo>
                <a:lnTo>
                  <a:pt x="153797" y="118110"/>
                </a:lnTo>
                <a:lnTo>
                  <a:pt x="157734" y="118745"/>
                </a:lnTo>
                <a:lnTo>
                  <a:pt x="167386" y="118745"/>
                </a:lnTo>
                <a:lnTo>
                  <a:pt x="172212" y="117729"/>
                </a:lnTo>
                <a:lnTo>
                  <a:pt x="176657" y="115697"/>
                </a:lnTo>
                <a:lnTo>
                  <a:pt x="181229" y="113792"/>
                </a:lnTo>
                <a:lnTo>
                  <a:pt x="185420" y="110998"/>
                </a:lnTo>
                <a:lnTo>
                  <a:pt x="188823" y="107823"/>
                </a:lnTo>
                <a:lnTo>
                  <a:pt x="189103" y="107569"/>
                </a:lnTo>
                <a:lnTo>
                  <a:pt x="189103" y="115697"/>
                </a:lnTo>
                <a:lnTo>
                  <a:pt x="189357" y="116205"/>
                </a:lnTo>
                <a:lnTo>
                  <a:pt x="189738" y="116586"/>
                </a:lnTo>
                <a:lnTo>
                  <a:pt x="190411" y="117094"/>
                </a:lnTo>
                <a:lnTo>
                  <a:pt x="189852" y="117094"/>
                </a:lnTo>
                <a:lnTo>
                  <a:pt x="192786" y="117475"/>
                </a:lnTo>
                <a:lnTo>
                  <a:pt x="195567" y="117729"/>
                </a:lnTo>
                <a:lnTo>
                  <a:pt x="196215" y="117729"/>
                </a:lnTo>
                <a:lnTo>
                  <a:pt x="198755" y="117475"/>
                </a:lnTo>
                <a:lnTo>
                  <a:pt x="201422" y="117094"/>
                </a:lnTo>
                <a:lnTo>
                  <a:pt x="200990" y="117094"/>
                </a:lnTo>
                <a:lnTo>
                  <a:pt x="202184" y="116205"/>
                </a:lnTo>
                <a:lnTo>
                  <a:pt x="202438" y="115697"/>
                </a:lnTo>
                <a:lnTo>
                  <a:pt x="202438" y="107569"/>
                </a:lnTo>
                <a:lnTo>
                  <a:pt x="202438" y="80518"/>
                </a:lnTo>
                <a:lnTo>
                  <a:pt x="202438" y="59309"/>
                </a:lnTo>
                <a:close/>
              </a:path>
              <a:path w="492760" h="147954">
                <a:moveTo>
                  <a:pt x="291795" y="40894"/>
                </a:moveTo>
                <a:lnTo>
                  <a:pt x="291719" y="38100"/>
                </a:lnTo>
                <a:lnTo>
                  <a:pt x="290703" y="37338"/>
                </a:lnTo>
                <a:lnTo>
                  <a:pt x="289814" y="37084"/>
                </a:lnTo>
                <a:lnTo>
                  <a:pt x="278765" y="37084"/>
                </a:lnTo>
                <a:lnTo>
                  <a:pt x="277876" y="37338"/>
                </a:lnTo>
                <a:lnTo>
                  <a:pt x="276860" y="37846"/>
                </a:lnTo>
                <a:lnTo>
                  <a:pt x="276352" y="38608"/>
                </a:lnTo>
                <a:lnTo>
                  <a:pt x="252603" y="100711"/>
                </a:lnTo>
                <a:lnTo>
                  <a:pt x="252349" y="100711"/>
                </a:lnTo>
                <a:lnTo>
                  <a:pt x="228219" y="40005"/>
                </a:lnTo>
                <a:lnTo>
                  <a:pt x="227330" y="38227"/>
                </a:lnTo>
                <a:lnTo>
                  <a:pt x="226568" y="37465"/>
                </a:lnTo>
                <a:lnTo>
                  <a:pt x="225933" y="37338"/>
                </a:lnTo>
                <a:lnTo>
                  <a:pt x="225298" y="37084"/>
                </a:lnTo>
                <a:lnTo>
                  <a:pt x="224396" y="36957"/>
                </a:lnTo>
                <a:lnTo>
                  <a:pt x="225412" y="37084"/>
                </a:lnTo>
                <a:lnTo>
                  <a:pt x="278765" y="37084"/>
                </a:lnTo>
                <a:lnTo>
                  <a:pt x="280797" y="36830"/>
                </a:lnTo>
                <a:lnTo>
                  <a:pt x="223507" y="36830"/>
                </a:lnTo>
                <a:lnTo>
                  <a:pt x="215519" y="36830"/>
                </a:lnTo>
                <a:lnTo>
                  <a:pt x="213360" y="37084"/>
                </a:lnTo>
                <a:lnTo>
                  <a:pt x="212471" y="37338"/>
                </a:lnTo>
                <a:lnTo>
                  <a:pt x="211455" y="38100"/>
                </a:lnTo>
                <a:lnTo>
                  <a:pt x="211201" y="38608"/>
                </a:lnTo>
                <a:lnTo>
                  <a:pt x="211201" y="40005"/>
                </a:lnTo>
                <a:lnTo>
                  <a:pt x="211455" y="40894"/>
                </a:lnTo>
                <a:lnTo>
                  <a:pt x="211848" y="41783"/>
                </a:lnTo>
                <a:lnTo>
                  <a:pt x="242189" y="114427"/>
                </a:lnTo>
                <a:lnTo>
                  <a:pt x="242697" y="115443"/>
                </a:lnTo>
                <a:lnTo>
                  <a:pt x="243713" y="116459"/>
                </a:lnTo>
                <a:lnTo>
                  <a:pt x="244348" y="116840"/>
                </a:lnTo>
                <a:lnTo>
                  <a:pt x="244856" y="117094"/>
                </a:lnTo>
                <a:lnTo>
                  <a:pt x="233172" y="143383"/>
                </a:lnTo>
                <a:lnTo>
                  <a:pt x="232791" y="144145"/>
                </a:lnTo>
                <a:lnTo>
                  <a:pt x="232791" y="146050"/>
                </a:lnTo>
                <a:lnTo>
                  <a:pt x="235699" y="147574"/>
                </a:lnTo>
                <a:lnTo>
                  <a:pt x="236855" y="147574"/>
                </a:lnTo>
                <a:lnTo>
                  <a:pt x="238252" y="147701"/>
                </a:lnTo>
                <a:lnTo>
                  <a:pt x="242951" y="147701"/>
                </a:lnTo>
                <a:lnTo>
                  <a:pt x="244157" y="147574"/>
                </a:lnTo>
                <a:lnTo>
                  <a:pt x="244983" y="147574"/>
                </a:lnTo>
                <a:lnTo>
                  <a:pt x="246507" y="147066"/>
                </a:lnTo>
                <a:lnTo>
                  <a:pt x="247396" y="146812"/>
                </a:lnTo>
                <a:lnTo>
                  <a:pt x="248412" y="146558"/>
                </a:lnTo>
                <a:lnTo>
                  <a:pt x="249428" y="145796"/>
                </a:lnTo>
                <a:lnTo>
                  <a:pt x="249809" y="144907"/>
                </a:lnTo>
                <a:lnTo>
                  <a:pt x="260985" y="117094"/>
                </a:lnTo>
                <a:lnTo>
                  <a:pt x="267614" y="100711"/>
                </a:lnTo>
                <a:lnTo>
                  <a:pt x="291350" y="42037"/>
                </a:lnTo>
                <a:lnTo>
                  <a:pt x="291795" y="40894"/>
                </a:lnTo>
                <a:close/>
              </a:path>
              <a:path w="492760" h="147954">
                <a:moveTo>
                  <a:pt x="377063" y="66421"/>
                </a:moveTo>
                <a:lnTo>
                  <a:pt x="376415" y="62484"/>
                </a:lnTo>
                <a:lnTo>
                  <a:pt x="376301" y="61722"/>
                </a:lnTo>
                <a:lnTo>
                  <a:pt x="373621" y="53467"/>
                </a:lnTo>
                <a:lnTo>
                  <a:pt x="373507" y="53086"/>
                </a:lnTo>
                <a:lnTo>
                  <a:pt x="371348" y="49276"/>
                </a:lnTo>
                <a:lnTo>
                  <a:pt x="368541" y="46355"/>
                </a:lnTo>
                <a:lnTo>
                  <a:pt x="365252" y="42799"/>
                </a:lnTo>
                <a:lnTo>
                  <a:pt x="361632" y="40386"/>
                </a:lnTo>
                <a:lnTo>
                  <a:pt x="361442" y="40309"/>
                </a:lnTo>
                <a:lnTo>
                  <a:pt x="361442" y="69723"/>
                </a:lnTo>
                <a:lnTo>
                  <a:pt x="315214" y="69723"/>
                </a:lnTo>
                <a:lnTo>
                  <a:pt x="315341" y="66675"/>
                </a:lnTo>
                <a:lnTo>
                  <a:pt x="315849" y="63754"/>
                </a:lnTo>
                <a:lnTo>
                  <a:pt x="316992" y="60833"/>
                </a:lnTo>
                <a:lnTo>
                  <a:pt x="318008" y="58039"/>
                </a:lnTo>
                <a:lnTo>
                  <a:pt x="319532" y="55626"/>
                </a:lnTo>
                <a:lnTo>
                  <a:pt x="321564" y="53467"/>
                </a:lnTo>
                <a:lnTo>
                  <a:pt x="323469" y="51308"/>
                </a:lnTo>
                <a:lnTo>
                  <a:pt x="325882" y="49657"/>
                </a:lnTo>
                <a:lnTo>
                  <a:pt x="328536" y="48387"/>
                </a:lnTo>
                <a:lnTo>
                  <a:pt x="331724" y="46990"/>
                </a:lnTo>
                <a:lnTo>
                  <a:pt x="335153" y="46355"/>
                </a:lnTo>
                <a:lnTo>
                  <a:pt x="346456" y="46355"/>
                </a:lnTo>
                <a:lnTo>
                  <a:pt x="352171" y="48387"/>
                </a:lnTo>
                <a:lnTo>
                  <a:pt x="359791" y="56769"/>
                </a:lnTo>
                <a:lnTo>
                  <a:pt x="361327" y="61722"/>
                </a:lnTo>
                <a:lnTo>
                  <a:pt x="361442" y="69723"/>
                </a:lnTo>
                <a:lnTo>
                  <a:pt x="361442" y="40309"/>
                </a:lnTo>
                <a:lnTo>
                  <a:pt x="357047" y="38481"/>
                </a:lnTo>
                <a:lnTo>
                  <a:pt x="352044" y="36449"/>
                </a:lnTo>
                <a:lnTo>
                  <a:pt x="346456" y="35560"/>
                </a:lnTo>
                <a:lnTo>
                  <a:pt x="333502" y="35560"/>
                </a:lnTo>
                <a:lnTo>
                  <a:pt x="327914" y="36449"/>
                </a:lnTo>
                <a:lnTo>
                  <a:pt x="322961" y="38481"/>
                </a:lnTo>
                <a:lnTo>
                  <a:pt x="317881" y="40386"/>
                </a:lnTo>
                <a:lnTo>
                  <a:pt x="299085" y="70993"/>
                </a:lnTo>
                <a:lnTo>
                  <a:pt x="299085" y="84328"/>
                </a:lnTo>
                <a:lnTo>
                  <a:pt x="328422" y="117856"/>
                </a:lnTo>
                <a:lnTo>
                  <a:pt x="334518" y="118745"/>
                </a:lnTo>
                <a:lnTo>
                  <a:pt x="345440" y="118745"/>
                </a:lnTo>
                <a:lnTo>
                  <a:pt x="372618" y="111506"/>
                </a:lnTo>
                <a:lnTo>
                  <a:pt x="372872" y="111252"/>
                </a:lnTo>
                <a:lnTo>
                  <a:pt x="372999" y="110871"/>
                </a:lnTo>
                <a:lnTo>
                  <a:pt x="373126" y="110363"/>
                </a:lnTo>
                <a:lnTo>
                  <a:pt x="373126" y="107442"/>
                </a:lnTo>
                <a:lnTo>
                  <a:pt x="373037" y="103124"/>
                </a:lnTo>
                <a:lnTo>
                  <a:pt x="372872" y="102870"/>
                </a:lnTo>
                <a:lnTo>
                  <a:pt x="372783" y="102616"/>
                </a:lnTo>
                <a:lnTo>
                  <a:pt x="372618" y="102362"/>
                </a:lnTo>
                <a:lnTo>
                  <a:pt x="372110" y="101981"/>
                </a:lnTo>
                <a:lnTo>
                  <a:pt x="369062" y="101981"/>
                </a:lnTo>
                <a:lnTo>
                  <a:pt x="367538" y="102616"/>
                </a:lnTo>
                <a:lnTo>
                  <a:pt x="366141" y="103124"/>
                </a:lnTo>
                <a:lnTo>
                  <a:pt x="364236" y="103886"/>
                </a:lnTo>
                <a:lnTo>
                  <a:pt x="361950" y="104521"/>
                </a:lnTo>
                <a:lnTo>
                  <a:pt x="359537" y="105283"/>
                </a:lnTo>
                <a:lnTo>
                  <a:pt x="356870" y="105918"/>
                </a:lnTo>
                <a:lnTo>
                  <a:pt x="350520" y="107188"/>
                </a:lnTo>
                <a:lnTo>
                  <a:pt x="346964" y="107442"/>
                </a:lnTo>
                <a:lnTo>
                  <a:pt x="337820" y="107442"/>
                </a:lnTo>
                <a:lnTo>
                  <a:pt x="316611" y="91313"/>
                </a:lnTo>
                <a:lnTo>
                  <a:pt x="315595" y="87884"/>
                </a:lnTo>
                <a:lnTo>
                  <a:pt x="315239" y="84328"/>
                </a:lnTo>
                <a:lnTo>
                  <a:pt x="315214" y="79883"/>
                </a:lnTo>
                <a:lnTo>
                  <a:pt x="372618" y="79883"/>
                </a:lnTo>
                <a:lnTo>
                  <a:pt x="374015" y="79502"/>
                </a:lnTo>
                <a:lnTo>
                  <a:pt x="375158" y="78486"/>
                </a:lnTo>
                <a:lnTo>
                  <a:pt x="376428" y="77597"/>
                </a:lnTo>
                <a:lnTo>
                  <a:pt x="377063" y="76073"/>
                </a:lnTo>
                <a:lnTo>
                  <a:pt x="377063" y="69723"/>
                </a:lnTo>
                <a:lnTo>
                  <a:pt x="377063" y="66421"/>
                </a:lnTo>
                <a:close/>
              </a:path>
              <a:path w="492760" h="147954">
                <a:moveTo>
                  <a:pt x="443992" y="36830"/>
                </a:moveTo>
                <a:lnTo>
                  <a:pt x="443103" y="36576"/>
                </a:lnTo>
                <a:lnTo>
                  <a:pt x="442087" y="36322"/>
                </a:lnTo>
                <a:lnTo>
                  <a:pt x="440944" y="36068"/>
                </a:lnTo>
                <a:lnTo>
                  <a:pt x="440372" y="36068"/>
                </a:lnTo>
                <a:lnTo>
                  <a:pt x="438658" y="35687"/>
                </a:lnTo>
                <a:lnTo>
                  <a:pt x="431292" y="35687"/>
                </a:lnTo>
                <a:lnTo>
                  <a:pt x="429526" y="36195"/>
                </a:lnTo>
                <a:lnTo>
                  <a:pt x="429069" y="36322"/>
                </a:lnTo>
                <a:lnTo>
                  <a:pt x="428917" y="36322"/>
                </a:lnTo>
                <a:lnTo>
                  <a:pt x="427736" y="36576"/>
                </a:lnTo>
                <a:lnTo>
                  <a:pt x="427101" y="36830"/>
                </a:lnTo>
                <a:lnTo>
                  <a:pt x="443992" y="36830"/>
                </a:lnTo>
                <a:close/>
              </a:path>
              <a:path w="492760" h="147954">
                <a:moveTo>
                  <a:pt x="446938" y="48768"/>
                </a:moveTo>
                <a:lnTo>
                  <a:pt x="444601" y="37084"/>
                </a:lnTo>
                <a:lnTo>
                  <a:pt x="426453" y="37084"/>
                </a:lnTo>
                <a:lnTo>
                  <a:pt x="425831" y="37338"/>
                </a:lnTo>
                <a:lnTo>
                  <a:pt x="424053" y="38481"/>
                </a:lnTo>
                <a:lnTo>
                  <a:pt x="422275" y="39497"/>
                </a:lnTo>
                <a:lnTo>
                  <a:pt x="411721" y="50292"/>
                </a:lnTo>
                <a:lnTo>
                  <a:pt x="411607" y="38862"/>
                </a:lnTo>
                <a:lnTo>
                  <a:pt x="411607" y="38481"/>
                </a:lnTo>
                <a:lnTo>
                  <a:pt x="411353" y="38227"/>
                </a:lnTo>
                <a:lnTo>
                  <a:pt x="411264" y="37973"/>
                </a:lnTo>
                <a:lnTo>
                  <a:pt x="411416" y="37973"/>
                </a:lnTo>
                <a:lnTo>
                  <a:pt x="410845" y="37592"/>
                </a:lnTo>
                <a:lnTo>
                  <a:pt x="409829" y="37084"/>
                </a:lnTo>
                <a:lnTo>
                  <a:pt x="409054" y="36957"/>
                </a:lnTo>
                <a:lnTo>
                  <a:pt x="409943" y="37084"/>
                </a:lnTo>
                <a:lnTo>
                  <a:pt x="426453" y="37084"/>
                </a:lnTo>
                <a:lnTo>
                  <a:pt x="427101" y="36830"/>
                </a:lnTo>
                <a:lnTo>
                  <a:pt x="408292" y="36830"/>
                </a:lnTo>
                <a:lnTo>
                  <a:pt x="401320" y="36830"/>
                </a:lnTo>
                <a:lnTo>
                  <a:pt x="399669" y="37084"/>
                </a:lnTo>
                <a:lnTo>
                  <a:pt x="399161" y="37338"/>
                </a:lnTo>
                <a:lnTo>
                  <a:pt x="398526" y="37592"/>
                </a:lnTo>
                <a:lnTo>
                  <a:pt x="397954" y="37973"/>
                </a:lnTo>
                <a:lnTo>
                  <a:pt x="398094" y="37973"/>
                </a:lnTo>
                <a:lnTo>
                  <a:pt x="398018" y="38227"/>
                </a:lnTo>
                <a:lnTo>
                  <a:pt x="397764" y="38481"/>
                </a:lnTo>
                <a:lnTo>
                  <a:pt x="397637" y="38862"/>
                </a:lnTo>
                <a:lnTo>
                  <a:pt x="397637" y="115443"/>
                </a:lnTo>
                <a:lnTo>
                  <a:pt x="397764" y="115824"/>
                </a:lnTo>
                <a:lnTo>
                  <a:pt x="398018" y="116078"/>
                </a:lnTo>
                <a:lnTo>
                  <a:pt x="398272" y="116459"/>
                </a:lnTo>
                <a:lnTo>
                  <a:pt x="398653" y="116713"/>
                </a:lnTo>
                <a:lnTo>
                  <a:pt x="399605" y="117094"/>
                </a:lnTo>
                <a:lnTo>
                  <a:pt x="399796" y="117094"/>
                </a:lnTo>
                <a:lnTo>
                  <a:pt x="401116" y="117475"/>
                </a:lnTo>
                <a:lnTo>
                  <a:pt x="401701" y="117475"/>
                </a:lnTo>
                <a:lnTo>
                  <a:pt x="402717" y="117602"/>
                </a:lnTo>
                <a:lnTo>
                  <a:pt x="408305" y="117602"/>
                </a:lnTo>
                <a:lnTo>
                  <a:pt x="409321" y="117475"/>
                </a:lnTo>
                <a:lnTo>
                  <a:pt x="409956" y="117475"/>
                </a:lnTo>
                <a:lnTo>
                  <a:pt x="411099" y="117094"/>
                </a:lnTo>
                <a:lnTo>
                  <a:pt x="411289" y="117094"/>
                </a:lnTo>
                <a:lnTo>
                  <a:pt x="412242" y="116713"/>
                </a:lnTo>
                <a:lnTo>
                  <a:pt x="412623" y="116459"/>
                </a:lnTo>
                <a:lnTo>
                  <a:pt x="412877" y="116078"/>
                </a:lnTo>
                <a:lnTo>
                  <a:pt x="413131" y="115824"/>
                </a:lnTo>
                <a:lnTo>
                  <a:pt x="413258" y="65151"/>
                </a:lnTo>
                <a:lnTo>
                  <a:pt x="429260" y="49530"/>
                </a:lnTo>
                <a:lnTo>
                  <a:pt x="431088" y="48768"/>
                </a:lnTo>
                <a:lnTo>
                  <a:pt x="436372" y="48768"/>
                </a:lnTo>
                <a:lnTo>
                  <a:pt x="438086" y="49149"/>
                </a:lnTo>
                <a:lnTo>
                  <a:pt x="438658" y="49149"/>
                </a:lnTo>
                <a:lnTo>
                  <a:pt x="441947" y="50038"/>
                </a:lnTo>
                <a:lnTo>
                  <a:pt x="443103" y="50419"/>
                </a:lnTo>
                <a:lnTo>
                  <a:pt x="443738" y="50673"/>
                </a:lnTo>
                <a:lnTo>
                  <a:pt x="445770" y="50673"/>
                </a:lnTo>
                <a:lnTo>
                  <a:pt x="446405" y="50038"/>
                </a:lnTo>
                <a:lnTo>
                  <a:pt x="446697" y="49530"/>
                </a:lnTo>
                <a:lnTo>
                  <a:pt x="446849" y="49149"/>
                </a:lnTo>
                <a:lnTo>
                  <a:pt x="446938" y="48768"/>
                </a:lnTo>
                <a:close/>
              </a:path>
              <a:path w="492760" h="147954">
                <a:moveTo>
                  <a:pt x="492252" y="73533"/>
                </a:moveTo>
                <a:lnTo>
                  <a:pt x="491871" y="71247"/>
                </a:lnTo>
                <a:lnTo>
                  <a:pt x="491109" y="69596"/>
                </a:lnTo>
                <a:lnTo>
                  <a:pt x="490728" y="69342"/>
                </a:lnTo>
                <a:lnTo>
                  <a:pt x="489839" y="68961"/>
                </a:lnTo>
                <a:lnTo>
                  <a:pt x="448437" y="68961"/>
                </a:lnTo>
                <a:lnTo>
                  <a:pt x="447548" y="69342"/>
                </a:lnTo>
                <a:lnTo>
                  <a:pt x="447040" y="70231"/>
                </a:lnTo>
                <a:lnTo>
                  <a:pt x="446405" y="70993"/>
                </a:lnTo>
                <a:lnTo>
                  <a:pt x="446151" y="72517"/>
                </a:lnTo>
                <a:lnTo>
                  <a:pt x="446151" y="76708"/>
                </a:lnTo>
                <a:lnTo>
                  <a:pt x="446405" y="78232"/>
                </a:lnTo>
                <a:lnTo>
                  <a:pt x="447040" y="79121"/>
                </a:lnTo>
                <a:lnTo>
                  <a:pt x="447548" y="80010"/>
                </a:lnTo>
                <a:lnTo>
                  <a:pt x="448437" y="80391"/>
                </a:lnTo>
                <a:lnTo>
                  <a:pt x="489966" y="80391"/>
                </a:lnTo>
                <a:lnTo>
                  <a:pt x="490855" y="80010"/>
                </a:lnTo>
                <a:lnTo>
                  <a:pt x="491363" y="79121"/>
                </a:lnTo>
                <a:lnTo>
                  <a:pt x="491998" y="78359"/>
                </a:lnTo>
                <a:lnTo>
                  <a:pt x="492252" y="76835"/>
                </a:lnTo>
                <a:lnTo>
                  <a:pt x="492252" y="74676"/>
                </a:lnTo>
                <a:lnTo>
                  <a:pt x="492252" y="73533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09003" y="4070858"/>
            <a:ext cx="749758" cy="11874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432052" y="4070477"/>
            <a:ext cx="556005" cy="11912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052954" y="4070858"/>
            <a:ext cx="733044" cy="14782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850769" y="4070858"/>
            <a:ext cx="675385" cy="14782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92576" y="4076319"/>
            <a:ext cx="373507" cy="11328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036440" y="4070858"/>
            <a:ext cx="783324" cy="11874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15213" y="4347083"/>
            <a:ext cx="715365" cy="14744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400175" y="4382261"/>
            <a:ext cx="70865" cy="8318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46225" y="4382261"/>
            <a:ext cx="428879" cy="83185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5934455" y="2791713"/>
            <a:ext cx="374650" cy="153670"/>
          </a:xfrm>
          <a:custGeom>
            <a:avLst/>
            <a:gdLst/>
            <a:ahLst/>
            <a:cxnLst/>
            <a:rect l="l" t="t" r="r" b="b"/>
            <a:pathLst>
              <a:path w="374650" h="153669">
                <a:moveTo>
                  <a:pt x="78994" y="33909"/>
                </a:moveTo>
                <a:lnTo>
                  <a:pt x="45720" y="33909"/>
                </a:lnTo>
                <a:lnTo>
                  <a:pt x="45720" y="147955"/>
                </a:lnTo>
                <a:lnTo>
                  <a:pt x="54356" y="151511"/>
                </a:lnTo>
                <a:lnTo>
                  <a:pt x="70358" y="151511"/>
                </a:lnTo>
                <a:lnTo>
                  <a:pt x="78994" y="147955"/>
                </a:lnTo>
                <a:lnTo>
                  <a:pt x="78994" y="33909"/>
                </a:lnTo>
                <a:close/>
              </a:path>
              <a:path w="374650" h="153669">
                <a:moveTo>
                  <a:pt x="120650" y="10540"/>
                </a:moveTo>
                <a:lnTo>
                  <a:pt x="4064" y="10540"/>
                </a:lnTo>
                <a:lnTo>
                  <a:pt x="3302" y="10795"/>
                </a:lnTo>
                <a:lnTo>
                  <a:pt x="2794" y="11175"/>
                </a:lnTo>
                <a:lnTo>
                  <a:pt x="2159" y="11557"/>
                </a:lnTo>
                <a:lnTo>
                  <a:pt x="0" y="20065"/>
                </a:lnTo>
                <a:lnTo>
                  <a:pt x="0" y="24384"/>
                </a:lnTo>
                <a:lnTo>
                  <a:pt x="136" y="26162"/>
                </a:lnTo>
                <a:lnTo>
                  <a:pt x="254" y="27686"/>
                </a:lnTo>
                <a:lnTo>
                  <a:pt x="4064" y="33909"/>
                </a:lnTo>
                <a:lnTo>
                  <a:pt x="120650" y="33909"/>
                </a:lnTo>
                <a:lnTo>
                  <a:pt x="123444" y="31242"/>
                </a:lnTo>
                <a:lnTo>
                  <a:pt x="123952" y="30352"/>
                </a:lnTo>
                <a:lnTo>
                  <a:pt x="124206" y="29083"/>
                </a:lnTo>
                <a:lnTo>
                  <a:pt x="124714" y="26162"/>
                </a:lnTo>
                <a:lnTo>
                  <a:pt x="124714" y="18287"/>
                </a:lnTo>
                <a:lnTo>
                  <a:pt x="124206" y="15239"/>
                </a:lnTo>
                <a:lnTo>
                  <a:pt x="123952" y="13970"/>
                </a:lnTo>
                <a:lnTo>
                  <a:pt x="123444" y="13081"/>
                </a:lnTo>
                <a:lnTo>
                  <a:pt x="123063" y="12192"/>
                </a:lnTo>
                <a:lnTo>
                  <a:pt x="122555" y="11557"/>
                </a:lnTo>
                <a:lnTo>
                  <a:pt x="121285" y="10795"/>
                </a:lnTo>
                <a:lnTo>
                  <a:pt x="120650" y="10540"/>
                </a:lnTo>
                <a:close/>
              </a:path>
              <a:path w="374650" h="153669">
                <a:moveTo>
                  <a:pt x="163322" y="381"/>
                </a:moveTo>
                <a:lnTo>
                  <a:pt x="144018" y="381"/>
                </a:lnTo>
                <a:lnTo>
                  <a:pt x="142367" y="762"/>
                </a:lnTo>
                <a:lnTo>
                  <a:pt x="141097" y="1143"/>
                </a:lnTo>
                <a:lnTo>
                  <a:pt x="139954" y="1524"/>
                </a:lnTo>
                <a:lnTo>
                  <a:pt x="139065" y="2032"/>
                </a:lnTo>
                <a:lnTo>
                  <a:pt x="138557" y="2667"/>
                </a:lnTo>
                <a:lnTo>
                  <a:pt x="138049" y="3175"/>
                </a:lnTo>
                <a:lnTo>
                  <a:pt x="137795" y="3810"/>
                </a:lnTo>
                <a:lnTo>
                  <a:pt x="137795" y="148209"/>
                </a:lnTo>
                <a:lnTo>
                  <a:pt x="142367" y="151002"/>
                </a:lnTo>
                <a:lnTo>
                  <a:pt x="144018" y="151384"/>
                </a:lnTo>
                <a:lnTo>
                  <a:pt x="163322" y="151384"/>
                </a:lnTo>
                <a:lnTo>
                  <a:pt x="164973" y="151002"/>
                </a:lnTo>
                <a:lnTo>
                  <a:pt x="166243" y="150749"/>
                </a:lnTo>
                <a:lnTo>
                  <a:pt x="167386" y="150368"/>
                </a:lnTo>
                <a:lnTo>
                  <a:pt x="168275" y="149860"/>
                </a:lnTo>
                <a:lnTo>
                  <a:pt x="169291" y="148844"/>
                </a:lnTo>
                <a:lnTo>
                  <a:pt x="169545" y="148209"/>
                </a:lnTo>
                <a:lnTo>
                  <a:pt x="169545" y="83058"/>
                </a:lnTo>
                <a:lnTo>
                  <a:pt x="173990" y="78105"/>
                </a:lnTo>
                <a:lnTo>
                  <a:pt x="178308" y="74422"/>
                </a:lnTo>
                <a:lnTo>
                  <a:pt x="182372" y="71882"/>
                </a:lnTo>
                <a:lnTo>
                  <a:pt x="186563" y="69342"/>
                </a:lnTo>
                <a:lnTo>
                  <a:pt x="190627" y="68072"/>
                </a:lnTo>
                <a:lnTo>
                  <a:pt x="242582" y="68072"/>
                </a:lnTo>
                <a:lnTo>
                  <a:pt x="241554" y="64643"/>
                </a:lnTo>
                <a:lnTo>
                  <a:pt x="239268" y="60325"/>
                </a:lnTo>
                <a:lnTo>
                  <a:pt x="237468" y="58165"/>
                </a:lnTo>
                <a:lnTo>
                  <a:pt x="169545" y="58165"/>
                </a:lnTo>
                <a:lnTo>
                  <a:pt x="169545" y="3810"/>
                </a:lnTo>
                <a:lnTo>
                  <a:pt x="169291" y="3175"/>
                </a:lnTo>
                <a:lnTo>
                  <a:pt x="168783" y="2667"/>
                </a:lnTo>
                <a:lnTo>
                  <a:pt x="168275" y="2032"/>
                </a:lnTo>
                <a:lnTo>
                  <a:pt x="167386" y="1524"/>
                </a:lnTo>
                <a:lnTo>
                  <a:pt x="166243" y="1143"/>
                </a:lnTo>
                <a:lnTo>
                  <a:pt x="164973" y="762"/>
                </a:lnTo>
                <a:lnTo>
                  <a:pt x="163322" y="381"/>
                </a:lnTo>
                <a:close/>
              </a:path>
              <a:path w="374650" h="153669">
                <a:moveTo>
                  <a:pt x="242582" y="68072"/>
                </a:moveTo>
                <a:lnTo>
                  <a:pt x="197866" y="68072"/>
                </a:lnTo>
                <a:lnTo>
                  <a:pt x="200660" y="68707"/>
                </a:lnTo>
                <a:lnTo>
                  <a:pt x="203073" y="69723"/>
                </a:lnTo>
                <a:lnTo>
                  <a:pt x="205359" y="70738"/>
                </a:lnTo>
                <a:lnTo>
                  <a:pt x="207391" y="72262"/>
                </a:lnTo>
                <a:lnTo>
                  <a:pt x="210439" y="76073"/>
                </a:lnTo>
                <a:lnTo>
                  <a:pt x="211455" y="78105"/>
                </a:lnTo>
                <a:lnTo>
                  <a:pt x="211582" y="78359"/>
                </a:lnTo>
                <a:lnTo>
                  <a:pt x="213106" y="83693"/>
                </a:lnTo>
                <a:lnTo>
                  <a:pt x="213487" y="87375"/>
                </a:lnTo>
                <a:lnTo>
                  <a:pt x="213487" y="148209"/>
                </a:lnTo>
                <a:lnTo>
                  <a:pt x="213741" y="148844"/>
                </a:lnTo>
                <a:lnTo>
                  <a:pt x="214757" y="149860"/>
                </a:lnTo>
                <a:lnTo>
                  <a:pt x="215646" y="150368"/>
                </a:lnTo>
                <a:lnTo>
                  <a:pt x="216789" y="150749"/>
                </a:lnTo>
                <a:lnTo>
                  <a:pt x="219583" y="151384"/>
                </a:lnTo>
                <a:lnTo>
                  <a:pt x="239141" y="151384"/>
                </a:lnTo>
                <a:lnTo>
                  <a:pt x="240665" y="151002"/>
                </a:lnTo>
                <a:lnTo>
                  <a:pt x="241935" y="150749"/>
                </a:lnTo>
                <a:lnTo>
                  <a:pt x="243078" y="150368"/>
                </a:lnTo>
                <a:lnTo>
                  <a:pt x="243967" y="149860"/>
                </a:lnTo>
                <a:lnTo>
                  <a:pt x="244983" y="148844"/>
                </a:lnTo>
                <a:lnTo>
                  <a:pt x="245237" y="148209"/>
                </a:lnTo>
                <a:lnTo>
                  <a:pt x="245237" y="80899"/>
                </a:lnTo>
                <a:lnTo>
                  <a:pt x="244475" y="74675"/>
                </a:lnTo>
                <a:lnTo>
                  <a:pt x="243078" y="69723"/>
                </a:lnTo>
                <a:lnTo>
                  <a:pt x="242582" y="68072"/>
                </a:lnTo>
                <a:close/>
              </a:path>
              <a:path w="374650" h="153669">
                <a:moveTo>
                  <a:pt x="211582" y="44323"/>
                </a:moveTo>
                <a:lnTo>
                  <a:pt x="197866" y="44323"/>
                </a:lnTo>
                <a:lnTo>
                  <a:pt x="191897" y="45465"/>
                </a:lnTo>
                <a:lnTo>
                  <a:pt x="180594" y="50037"/>
                </a:lnTo>
                <a:lnTo>
                  <a:pt x="175006" y="53467"/>
                </a:lnTo>
                <a:lnTo>
                  <a:pt x="169545" y="58165"/>
                </a:lnTo>
                <a:lnTo>
                  <a:pt x="237468" y="58165"/>
                </a:lnTo>
                <a:lnTo>
                  <a:pt x="211582" y="44323"/>
                </a:lnTo>
                <a:close/>
              </a:path>
              <a:path w="374650" h="153669">
                <a:moveTo>
                  <a:pt x="159385" y="0"/>
                </a:moveTo>
                <a:lnTo>
                  <a:pt x="147955" y="0"/>
                </a:lnTo>
                <a:lnTo>
                  <a:pt x="145097" y="381"/>
                </a:lnTo>
                <a:lnTo>
                  <a:pt x="162432" y="381"/>
                </a:lnTo>
                <a:lnTo>
                  <a:pt x="159385" y="0"/>
                </a:lnTo>
                <a:close/>
              </a:path>
              <a:path w="374650" h="153669">
                <a:moveTo>
                  <a:pt x="330581" y="44323"/>
                </a:moveTo>
                <a:lnTo>
                  <a:pt x="312293" y="44323"/>
                </a:lnTo>
                <a:lnTo>
                  <a:pt x="304292" y="45593"/>
                </a:lnTo>
                <a:lnTo>
                  <a:pt x="290068" y="50673"/>
                </a:lnTo>
                <a:lnTo>
                  <a:pt x="284099" y="54356"/>
                </a:lnTo>
                <a:lnTo>
                  <a:pt x="279146" y="59182"/>
                </a:lnTo>
                <a:lnTo>
                  <a:pt x="274066" y="64008"/>
                </a:lnTo>
                <a:lnTo>
                  <a:pt x="270383" y="69850"/>
                </a:lnTo>
                <a:lnTo>
                  <a:pt x="267716" y="76708"/>
                </a:lnTo>
                <a:lnTo>
                  <a:pt x="265176" y="83693"/>
                </a:lnTo>
                <a:lnTo>
                  <a:pt x="263779" y="91439"/>
                </a:lnTo>
                <a:lnTo>
                  <a:pt x="263779" y="109093"/>
                </a:lnTo>
                <a:lnTo>
                  <a:pt x="265049" y="116967"/>
                </a:lnTo>
                <a:lnTo>
                  <a:pt x="267493" y="123444"/>
                </a:lnTo>
                <a:lnTo>
                  <a:pt x="269728" y="129667"/>
                </a:lnTo>
                <a:lnTo>
                  <a:pt x="270088" y="130556"/>
                </a:lnTo>
                <a:lnTo>
                  <a:pt x="273812" y="136017"/>
                </a:lnTo>
                <a:lnTo>
                  <a:pt x="278892" y="140462"/>
                </a:lnTo>
                <a:lnTo>
                  <a:pt x="283845" y="144907"/>
                </a:lnTo>
                <a:lnTo>
                  <a:pt x="323977" y="153670"/>
                </a:lnTo>
                <a:lnTo>
                  <a:pt x="329438" y="153670"/>
                </a:lnTo>
                <a:lnTo>
                  <a:pt x="334645" y="153288"/>
                </a:lnTo>
                <a:lnTo>
                  <a:pt x="339598" y="152654"/>
                </a:lnTo>
                <a:lnTo>
                  <a:pt x="344424" y="152146"/>
                </a:lnTo>
                <a:lnTo>
                  <a:pt x="348742" y="151384"/>
                </a:lnTo>
                <a:lnTo>
                  <a:pt x="352552" y="150495"/>
                </a:lnTo>
                <a:lnTo>
                  <a:pt x="356362" y="149733"/>
                </a:lnTo>
                <a:lnTo>
                  <a:pt x="359410" y="148844"/>
                </a:lnTo>
                <a:lnTo>
                  <a:pt x="361823" y="147955"/>
                </a:lnTo>
                <a:lnTo>
                  <a:pt x="364363" y="147065"/>
                </a:lnTo>
                <a:lnTo>
                  <a:pt x="368427" y="142367"/>
                </a:lnTo>
                <a:lnTo>
                  <a:pt x="368427" y="132969"/>
                </a:lnTo>
                <a:lnTo>
                  <a:pt x="321437" y="132969"/>
                </a:lnTo>
                <a:lnTo>
                  <a:pt x="316738" y="132334"/>
                </a:lnTo>
                <a:lnTo>
                  <a:pt x="312801" y="131190"/>
                </a:lnTo>
                <a:lnTo>
                  <a:pt x="308864" y="129921"/>
                </a:lnTo>
                <a:lnTo>
                  <a:pt x="305689" y="128143"/>
                </a:lnTo>
                <a:lnTo>
                  <a:pt x="303276" y="125730"/>
                </a:lnTo>
                <a:lnTo>
                  <a:pt x="300736" y="123444"/>
                </a:lnTo>
                <a:lnTo>
                  <a:pt x="298958" y="120523"/>
                </a:lnTo>
                <a:lnTo>
                  <a:pt x="297815" y="117221"/>
                </a:lnTo>
                <a:lnTo>
                  <a:pt x="296672" y="113792"/>
                </a:lnTo>
                <a:lnTo>
                  <a:pt x="296037" y="110109"/>
                </a:lnTo>
                <a:lnTo>
                  <a:pt x="296037" y="105918"/>
                </a:lnTo>
                <a:lnTo>
                  <a:pt x="367538" y="105918"/>
                </a:lnTo>
                <a:lnTo>
                  <a:pt x="369951" y="105156"/>
                </a:lnTo>
                <a:lnTo>
                  <a:pt x="371602" y="103505"/>
                </a:lnTo>
                <a:lnTo>
                  <a:pt x="373380" y="101981"/>
                </a:lnTo>
                <a:lnTo>
                  <a:pt x="374269" y="99440"/>
                </a:lnTo>
                <a:lnTo>
                  <a:pt x="374269" y="88392"/>
                </a:lnTo>
                <a:lnTo>
                  <a:pt x="296037" y="88392"/>
                </a:lnTo>
                <a:lnTo>
                  <a:pt x="296291" y="84962"/>
                </a:lnTo>
                <a:lnTo>
                  <a:pt x="296926" y="81661"/>
                </a:lnTo>
                <a:lnTo>
                  <a:pt x="297942" y="78739"/>
                </a:lnTo>
                <a:lnTo>
                  <a:pt x="298958" y="75692"/>
                </a:lnTo>
                <a:lnTo>
                  <a:pt x="316357" y="63626"/>
                </a:lnTo>
                <a:lnTo>
                  <a:pt x="366990" y="63626"/>
                </a:lnTo>
                <a:lnTo>
                  <a:pt x="366014" y="62102"/>
                </a:lnTo>
                <a:lnTo>
                  <a:pt x="361696" y="57912"/>
                </a:lnTo>
                <a:lnTo>
                  <a:pt x="357505" y="53594"/>
                </a:lnTo>
                <a:lnTo>
                  <a:pt x="352044" y="50292"/>
                </a:lnTo>
                <a:lnTo>
                  <a:pt x="338582" y="45465"/>
                </a:lnTo>
                <a:lnTo>
                  <a:pt x="330581" y="44323"/>
                </a:lnTo>
                <a:close/>
              </a:path>
              <a:path w="374650" h="153669">
                <a:moveTo>
                  <a:pt x="365633" y="126364"/>
                </a:moveTo>
                <a:lnTo>
                  <a:pt x="363601" y="126364"/>
                </a:lnTo>
                <a:lnTo>
                  <a:pt x="361950" y="126746"/>
                </a:lnTo>
                <a:lnTo>
                  <a:pt x="359638" y="127508"/>
                </a:lnTo>
                <a:lnTo>
                  <a:pt x="358013" y="128015"/>
                </a:lnTo>
                <a:lnTo>
                  <a:pt x="332359" y="132969"/>
                </a:lnTo>
                <a:lnTo>
                  <a:pt x="368427" y="132969"/>
                </a:lnTo>
                <a:lnTo>
                  <a:pt x="368427" y="128777"/>
                </a:lnTo>
                <a:lnTo>
                  <a:pt x="367665" y="127508"/>
                </a:lnTo>
                <a:lnTo>
                  <a:pt x="367284" y="127000"/>
                </a:lnTo>
                <a:lnTo>
                  <a:pt x="366268" y="126492"/>
                </a:lnTo>
                <a:lnTo>
                  <a:pt x="365633" y="126364"/>
                </a:lnTo>
                <a:close/>
              </a:path>
              <a:path w="374650" h="153669">
                <a:moveTo>
                  <a:pt x="366990" y="63626"/>
                </a:moveTo>
                <a:lnTo>
                  <a:pt x="328422" y="63626"/>
                </a:lnTo>
                <a:lnTo>
                  <a:pt x="334264" y="65912"/>
                </a:lnTo>
                <a:lnTo>
                  <a:pt x="342011" y="74675"/>
                </a:lnTo>
                <a:lnTo>
                  <a:pt x="343789" y="80645"/>
                </a:lnTo>
                <a:lnTo>
                  <a:pt x="343755" y="81661"/>
                </a:lnTo>
                <a:lnTo>
                  <a:pt x="343647" y="84962"/>
                </a:lnTo>
                <a:lnTo>
                  <a:pt x="343535" y="88392"/>
                </a:lnTo>
                <a:lnTo>
                  <a:pt x="374269" y="88392"/>
                </a:lnTo>
                <a:lnTo>
                  <a:pt x="374269" y="84962"/>
                </a:lnTo>
                <a:lnTo>
                  <a:pt x="373253" y="78739"/>
                </a:lnTo>
                <a:lnTo>
                  <a:pt x="369189" y="67056"/>
                </a:lnTo>
                <a:lnTo>
                  <a:pt x="366990" y="63626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83528" y="2791713"/>
            <a:ext cx="572389" cy="153670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7035800" y="2802254"/>
            <a:ext cx="296545" cy="143510"/>
          </a:xfrm>
          <a:custGeom>
            <a:avLst/>
            <a:gdLst/>
            <a:ahLst/>
            <a:cxnLst/>
            <a:rect l="l" t="t" r="r" b="b"/>
            <a:pathLst>
              <a:path w="296545" h="143510">
                <a:moveTo>
                  <a:pt x="91948" y="0"/>
                </a:moveTo>
                <a:lnTo>
                  <a:pt x="6984" y="0"/>
                </a:lnTo>
                <a:lnTo>
                  <a:pt x="4699" y="762"/>
                </a:lnTo>
                <a:lnTo>
                  <a:pt x="889" y="3556"/>
                </a:lnTo>
                <a:lnTo>
                  <a:pt x="493" y="4572"/>
                </a:lnTo>
                <a:lnTo>
                  <a:pt x="0" y="5969"/>
                </a:lnTo>
                <a:lnTo>
                  <a:pt x="0" y="134747"/>
                </a:lnTo>
                <a:lnTo>
                  <a:pt x="493" y="136017"/>
                </a:lnTo>
                <a:lnTo>
                  <a:pt x="1062" y="137160"/>
                </a:lnTo>
                <a:lnTo>
                  <a:pt x="4699" y="139827"/>
                </a:lnTo>
                <a:lnTo>
                  <a:pt x="6984" y="140589"/>
                </a:lnTo>
                <a:lnTo>
                  <a:pt x="92455" y="140589"/>
                </a:lnTo>
                <a:lnTo>
                  <a:pt x="96393" y="124079"/>
                </a:lnTo>
                <a:lnTo>
                  <a:pt x="96139" y="122682"/>
                </a:lnTo>
                <a:lnTo>
                  <a:pt x="33020" y="118237"/>
                </a:lnTo>
                <a:lnTo>
                  <a:pt x="33020" y="78613"/>
                </a:lnTo>
                <a:lnTo>
                  <a:pt x="83057" y="78613"/>
                </a:lnTo>
                <a:lnTo>
                  <a:pt x="83693" y="78359"/>
                </a:lnTo>
                <a:lnTo>
                  <a:pt x="87122" y="71501"/>
                </a:lnTo>
                <a:lnTo>
                  <a:pt x="87122" y="63881"/>
                </a:lnTo>
                <a:lnTo>
                  <a:pt x="83693" y="56896"/>
                </a:lnTo>
                <a:lnTo>
                  <a:pt x="33020" y="56896"/>
                </a:lnTo>
                <a:lnTo>
                  <a:pt x="33020" y="22352"/>
                </a:lnTo>
                <a:lnTo>
                  <a:pt x="91948" y="22352"/>
                </a:lnTo>
                <a:lnTo>
                  <a:pt x="92709" y="22225"/>
                </a:lnTo>
                <a:lnTo>
                  <a:pt x="95757" y="16510"/>
                </a:lnTo>
                <a:lnTo>
                  <a:pt x="95757" y="5969"/>
                </a:lnTo>
                <a:lnTo>
                  <a:pt x="95503" y="4572"/>
                </a:lnTo>
                <a:lnTo>
                  <a:pt x="95199" y="3556"/>
                </a:lnTo>
                <a:lnTo>
                  <a:pt x="95123" y="3302"/>
                </a:lnTo>
                <a:lnTo>
                  <a:pt x="94360" y="1524"/>
                </a:lnTo>
                <a:lnTo>
                  <a:pt x="93852" y="889"/>
                </a:lnTo>
                <a:lnTo>
                  <a:pt x="93218" y="508"/>
                </a:lnTo>
                <a:lnTo>
                  <a:pt x="92709" y="127"/>
                </a:lnTo>
                <a:lnTo>
                  <a:pt x="91948" y="0"/>
                </a:lnTo>
                <a:close/>
              </a:path>
              <a:path w="296545" h="143510">
                <a:moveTo>
                  <a:pt x="145573" y="37211"/>
                </a:moveTo>
                <a:lnTo>
                  <a:pt x="121602" y="37211"/>
                </a:lnTo>
                <a:lnTo>
                  <a:pt x="121030" y="37592"/>
                </a:lnTo>
                <a:lnTo>
                  <a:pt x="120269" y="38608"/>
                </a:lnTo>
                <a:lnTo>
                  <a:pt x="120167" y="38862"/>
                </a:lnTo>
                <a:lnTo>
                  <a:pt x="120015" y="39370"/>
                </a:lnTo>
                <a:lnTo>
                  <a:pt x="120015" y="137668"/>
                </a:lnTo>
                <a:lnTo>
                  <a:pt x="124586" y="140462"/>
                </a:lnTo>
                <a:lnTo>
                  <a:pt x="126238" y="140843"/>
                </a:lnTo>
                <a:lnTo>
                  <a:pt x="145542" y="140843"/>
                </a:lnTo>
                <a:lnTo>
                  <a:pt x="147193" y="140462"/>
                </a:lnTo>
                <a:lnTo>
                  <a:pt x="148463" y="140208"/>
                </a:lnTo>
                <a:lnTo>
                  <a:pt x="149605" y="139827"/>
                </a:lnTo>
                <a:lnTo>
                  <a:pt x="150495" y="139319"/>
                </a:lnTo>
                <a:lnTo>
                  <a:pt x="151510" y="138303"/>
                </a:lnTo>
                <a:lnTo>
                  <a:pt x="151765" y="137668"/>
                </a:lnTo>
                <a:lnTo>
                  <a:pt x="151765" y="76454"/>
                </a:lnTo>
                <a:lnTo>
                  <a:pt x="154177" y="73279"/>
                </a:lnTo>
                <a:lnTo>
                  <a:pt x="171221" y="59817"/>
                </a:lnTo>
                <a:lnTo>
                  <a:pt x="170688" y="59817"/>
                </a:lnTo>
                <a:lnTo>
                  <a:pt x="173354" y="59436"/>
                </a:lnTo>
                <a:lnTo>
                  <a:pt x="191225" y="59436"/>
                </a:lnTo>
                <a:lnTo>
                  <a:pt x="191516" y="58420"/>
                </a:lnTo>
                <a:lnTo>
                  <a:pt x="191770" y="57023"/>
                </a:lnTo>
                <a:lnTo>
                  <a:pt x="192024" y="55372"/>
                </a:lnTo>
                <a:lnTo>
                  <a:pt x="192150" y="53721"/>
                </a:lnTo>
                <a:lnTo>
                  <a:pt x="192195" y="52070"/>
                </a:lnTo>
                <a:lnTo>
                  <a:pt x="147066" y="52070"/>
                </a:lnTo>
                <a:lnTo>
                  <a:pt x="146939" y="38608"/>
                </a:lnTo>
                <a:lnTo>
                  <a:pt x="146430" y="38100"/>
                </a:lnTo>
                <a:lnTo>
                  <a:pt x="146050" y="37592"/>
                </a:lnTo>
                <a:lnTo>
                  <a:pt x="145573" y="37211"/>
                </a:lnTo>
                <a:close/>
              </a:path>
              <a:path w="296545" h="143510">
                <a:moveTo>
                  <a:pt x="191214" y="59436"/>
                </a:moveTo>
                <a:lnTo>
                  <a:pt x="177482" y="59436"/>
                </a:lnTo>
                <a:lnTo>
                  <a:pt x="179197" y="59817"/>
                </a:lnTo>
                <a:lnTo>
                  <a:pt x="180467" y="60071"/>
                </a:lnTo>
                <a:lnTo>
                  <a:pt x="182752" y="60579"/>
                </a:lnTo>
                <a:lnTo>
                  <a:pt x="183769" y="60960"/>
                </a:lnTo>
                <a:lnTo>
                  <a:pt x="186435" y="61722"/>
                </a:lnTo>
                <a:lnTo>
                  <a:pt x="189102" y="61722"/>
                </a:lnTo>
                <a:lnTo>
                  <a:pt x="189865" y="61341"/>
                </a:lnTo>
                <a:lnTo>
                  <a:pt x="190500" y="60960"/>
                </a:lnTo>
                <a:lnTo>
                  <a:pt x="190880" y="60325"/>
                </a:lnTo>
                <a:lnTo>
                  <a:pt x="191214" y="59436"/>
                </a:lnTo>
                <a:close/>
              </a:path>
              <a:path w="296545" h="143510">
                <a:moveTo>
                  <a:pt x="181736" y="34036"/>
                </a:moveTo>
                <a:lnTo>
                  <a:pt x="172339" y="34036"/>
                </a:lnTo>
                <a:lnTo>
                  <a:pt x="169925" y="34544"/>
                </a:lnTo>
                <a:lnTo>
                  <a:pt x="167030" y="35306"/>
                </a:lnTo>
                <a:lnTo>
                  <a:pt x="167186" y="35306"/>
                </a:lnTo>
                <a:lnTo>
                  <a:pt x="165226" y="36068"/>
                </a:lnTo>
                <a:lnTo>
                  <a:pt x="147066" y="52070"/>
                </a:lnTo>
                <a:lnTo>
                  <a:pt x="192195" y="52070"/>
                </a:lnTo>
                <a:lnTo>
                  <a:pt x="191516" y="38608"/>
                </a:lnTo>
                <a:lnTo>
                  <a:pt x="191414" y="38100"/>
                </a:lnTo>
                <a:lnTo>
                  <a:pt x="191134" y="37592"/>
                </a:lnTo>
                <a:lnTo>
                  <a:pt x="191007" y="37211"/>
                </a:lnTo>
                <a:lnTo>
                  <a:pt x="190626" y="36703"/>
                </a:lnTo>
                <a:lnTo>
                  <a:pt x="190119" y="36449"/>
                </a:lnTo>
                <a:lnTo>
                  <a:pt x="189738" y="36068"/>
                </a:lnTo>
                <a:lnTo>
                  <a:pt x="188975" y="35687"/>
                </a:lnTo>
                <a:lnTo>
                  <a:pt x="187959" y="35306"/>
                </a:lnTo>
                <a:lnTo>
                  <a:pt x="185800" y="34798"/>
                </a:lnTo>
                <a:lnTo>
                  <a:pt x="181736" y="34036"/>
                </a:lnTo>
                <a:close/>
              </a:path>
              <a:path w="296545" h="143510">
                <a:moveTo>
                  <a:pt x="143721" y="36449"/>
                </a:moveTo>
                <a:lnTo>
                  <a:pt x="123613" y="36449"/>
                </a:lnTo>
                <a:lnTo>
                  <a:pt x="122935" y="36703"/>
                </a:lnTo>
                <a:lnTo>
                  <a:pt x="121412" y="37211"/>
                </a:lnTo>
                <a:lnTo>
                  <a:pt x="145753" y="37211"/>
                </a:lnTo>
                <a:lnTo>
                  <a:pt x="143721" y="36449"/>
                </a:lnTo>
                <a:close/>
              </a:path>
              <a:path w="296545" h="143510">
                <a:moveTo>
                  <a:pt x="142113" y="36068"/>
                </a:moveTo>
                <a:lnTo>
                  <a:pt x="125475" y="36068"/>
                </a:lnTo>
                <a:lnTo>
                  <a:pt x="123190" y="36449"/>
                </a:lnTo>
                <a:lnTo>
                  <a:pt x="144017" y="36449"/>
                </a:lnTo>
                <a:lnTo>
                  <a:pt x="142113" y="36068"/>
                </a:lnTo>
                <a:close/>
              </a:path>
              <a:path w="296545" h="143510">
                <a:moveTo>
                  <a:pt x="138556" y="35687"/>
                </a:moveTo>
                <a:lnTo>
                  <a:pt x="128904" y="35687"/>
                </a:lnTo>
                <a:lnTo>
                  <a:pt x="126238" y="36068"/>
                </a:lnTo>
                <a:lnTo>
                  <a:pt x="141223" y="36068"/>
                </a:lnTo>
                <a:lnTo>
                  <a:pt x="138556" y="35687"/>
                </a:lnTo>
                <a:close/>
              </a:path>
              <a:path w="296545" h="143510">
                <a:moveTo>
                  <a:pt x="293750" y="54737"/>
                </a:moveTo>
                <a:lnTo>
                  <a:pt x="251142" y="54737"/>
                </a:lnTo>
                <a:lnTo>
                  <a:pt x="254253" y="55626"/>
                </a:lnTo>
                <a:lnTo>
                  <a:pt x="257513" y="56515"/>
                </a:lnTo>
                <a:lnTo>
                  <a:pt x="257287" y="56515"/>
                </a:lnTo>
                <a:lnTo>
                  <a:pt x="264032" y="63500"/>
                </a:lnTo>
                <a:lnTo>
                  <a:pt x="264117" y="63754"/>
                </a:lnTo>
                <a:lnTo>
                  <a:pt x="264202" y="64008"/>
                </a:lnTo>
                <a:lnTo>
                  <a:pt x="264287" y="64262"/>
                </a:lnTo>
                <a:lnTo>
                  <a:pt x="264414" y="64643"/>
                </a:lnTo>
                <a:lnTo>
                  <a:pt x="265049" y="66929"/>
                </a:lnTo>
                <a:lnTo>
                  <a:pt x="265429" y="69596"/>
                </a:lnTo>
                <a:lnTo>
                  <a:pt x="265429" y="78732"/>
                </a:lnTo>
                <a:lnTo>
                  <a:pt x="247219" y="78732"/>
                </a:lnTo>
                <a:lnTo>
                  <a:pt x="240395" y="79089"/>
                </a:lnTo>
                <a:lnTo>
                  <a:pt x="200278" y="92710"/>
                </a:lnTo>
                <a:lnTo>
                  <a:pt x="197739" y="96901"/>
                </a:lnTo>
                <a:lnTo>
                  <a:pt x="195199" y="100965"/>
                </a:lnTo>
                <a:lnTo>
                  <a:pt x="193801" y="105918"/>
                </a:lnTo>
                <a:lnTo>
                  <a:pt x="193801" y="116840"/>
                </a:lnTo>
                <a:lnTo>
                  <a:pt x="194818" y="121412"/>
                </a:lnTo>
                <a:lnTo>
                  <a:pt x="196850" y="125222"/>
                </a:lnTo>
                <a:lnTo>
                  <a:pt x="198881" y="129159"/>
                </a:lnTo>
                <a:lnTo>
                  <a:pt x="228853" y="143129"/>
                </a:lnTo>
                <a:lnTo>
                  <a:pt x="242061" y="143129"/>
                </a:lnTo>
                <a:lnTo>
                  <a:pt x="248666" y="141859"/>
                </a:lnTo>
                <a:lnTo>
                  <a:pt x="253893" y="139700"/>
                </a:lnTo>
                <a:lnTo>
                  <a:pt x="255502" y="139065"/>
                </a:lnTo>
                <a:lnTo>
                  <a:pt x="260476" y="137160"/>
                </a:lnTo>
                <a:lnTo>
                  <a:pt x="265683" y="133731"/>
                </a:lnTo>
                <a:lnTo>
                  <a:pt x="270382" y="129540"/>
                </a:lnTo>
                <a:lnTo>
                  <a:pt x="296545" y="129540"/>
                </a:lnTo>
                <a:lnTo>
                  <a:pt x="296545" y="123698"/>
                </a:lnTo>
                <a:lnTo>
                  <a:pt x="236474" y="123698"/>
                </a:lnTo>
                <a:lnTo>
                  <a:pt x="232282" y="122555"/>
                </a:lnTo>
                <a:lnTo>
                  <a:pt x="229361" y="120269"/>
                </a:lnTo>
                <a:lnTo>
                  <a:pt x="226314" y="117983"/>
                </a:lnTo>
                <a:lnTo>
                  <a:pt x="224917" y="114808"/>
                </a:lnTo>
                <a:lnTo>
                  <a:pt x="224917" y="108331"/>
                </a:lnTo>
                <a:lnTo>
                  <a:pt x="225425" y="106172"/>
                </a:lnTo>
                <a:lnTo>
                  <a:pt x="226441" y="104394"/>
                </a:lnTo>
                <a:lnTo>
                  <a:pt x="227456" y="102489"/>
                </a:lnTo>
                <a:lnTo>
                  <a:pt x="248157" y="95758"/>
                </a:lnTo>
                <a:lnTo>
                  <a:pt x="296545" y="95758"/>
                </a:lnTo>
                <a:lnTo>
                  <a:pt x="296429" y="64643"/>
                </a:lnTo>
                <a:lnTo>
                  <a:pt x="295655" y="59563"/>
                </a:lnTo>
                <a:lnTo>
                  <a:pt x="293851" y="54991"/>
                </a:lnTo>
                <a:lnTo>
                  <a:pt x="293750" y="54737"/>
                </a:lnTo>
                <a:close/>
              </a:path>
              <a:path w="296545" h="143510">
                <a:moveTo>
                  <a:pt x="296545" y="129540"/>
                </a:moveTo>
                <a:lnTo>
                  <a:pt x="270382" y="129540"/>
                </a:lnTo>
                <a:lnTo>
                  <a:pt x="270382" y="138176"/>
                </a:lnTo>
                <a:lnTo>
                  <a:pt x="270764" y="139065"/>
                </a:lnTo>
                <a:lnTo>
                  <a:pt x="272160" y="140208"/>
                </a:lnTo>
                <a:lnTo>
                  <a:pt x="273303" y="140589"/>
                </a:lnTo>
                <a:lnTo>
                  <a:pt x="276859" y="141097"/>
                </a:lnTo>
                <a:lnTo>
                  <a:pt x="289559" y="141097"/>
                </a:lnTo>
                <a:lnTo>
                  <a:pt x="293116" y="140589"/>
                </a:lnTo>
                <a:lnTo>
                  <a:pt x="294513" y="140208"/>
                </a:lnTo>
                <a:lnTo>
                  <a:pt x="295122" y="139700"/>
                </a:lnTo>
                <a:lnTo>
                  <a:pt x="296164" y="139065"/>
                </a:lnTo>
                <a:lnTo>
                  <a:pt x="296545" y="138176"/>
                </a:lnTo>
                <a:lnTo>
                  <a:pt x="296545" y="129540"/>
                </a:lnTo>
                <a:close/>
              </a:path>
              <a:path w="296545" h="143510">
                <a:moveTo>
                  <a:pt x="296545" y="95758"/>
                </a:moveTo>
                <a:lnTo>
                  <a:pt x="265429" y="95758"/>
                </a:lnTo>
                <a:lnTo>
                  <a:pt x="265429" y="112268"/>
                </a:lnTo>
                <a:lnTo>
                  <a:pt x="261620" y="115951"/>
                </a:lnTo>
                <a:lnTo>
                  <a:pt x="257809" y="118872"/>
                </a:lnTo>
                <a:lnTo>
                  <a:pt x="254000" y="120777"/>
                </a:lnTo>
                <a:lnTo>
                  <a:pt x="250317" y="122809"/>
                </a:lnTo>
                <a:lnTo>
                  <a:pt x="246252" y="123698"/>
                </a:lnTo>
                <a:lnTo>
                  <a:pt x="296545" y="123698"/>
                </a:lnTo>
                <a:lnTo>
                  <a:pt x="296545" y="95758"/>
                </a:lnTo>
                <a:close/>
              </a:path>
              <a:path w="296545" h="143510">
                <a:moveTo>
                  <a:pt x="255777" y="33782"/>
                </a:moveTo>
                <a:lnTo>
                  <a:pt x="241934" y="33782"/>
                </a:lnTo>
                <a:lnTo>
                  <a:pt x="237108" y="34163"/>
                </a:lnTo>
                <a:lnTo>
                  <a:pt x="209296" y="41021"/>
                </a:lnTo>
                <a:lnTo>
                  <a:pt x="206248" y="42291"/>
                </a:lnTo>
                <a:lnTo>
                  <a:pt x="200278" y="49276"/>
                </a:lnTo>
                <a:lnTo>
                  <a:pt x="200336" y="57531"/>
                </a:lnTo>
                <a:lnTo>
                  <a:pt x="204724" y="64262"/>
                </a:lnTo>
                <a:lnTo>
                  <a:pt x="207009" y="64262"/>
                </a:lnTo>
                <a:lnTo>
                  <a:pt x="208788" y="63754"/>
                </a:lnTo>
                <a:lnTo>
                  <a:pt x="213105" y="61722"/>
                </a:lnTo>
                <a:lnTo>
                  <a:pt x="215773" y="60706"/>
                </a:lnTo>
                <a:lnTo>
                  <a:pt x="222123" y="58166"/>
                </a:lnTo>
                <a:lnTo>
                  <a:pt x="225805" y="57023"/>
                </a:lnTo>
                <a:lnTo>
                  <a:pt x="234188" y="54991"/>
                </a:lnTo>
                <a:lnTo>
                  <a:pt x="238886" y="54483"/>
                </a:lnTo>
                <a:lnTo>
                  <a:pt x="293657" y="54483"/>
                </a:lnTo>
                <a:lnTo>
                  <a:pt x="291973" y="49911"/>
                </a:lnTo>
                <a:lnTo>
                  <a:pt x="289051" y="45974"/>
                </a:lnTo>
                <a:lnTo>
                  <a:pt x="284988" y="42926"/>
                </a:lnTo>
                <a:lnTo>
                  <a:pt x="280924" y="39751"/>
                </a:lnTo>
                <a:lnTo>
                  <a:pt x="275844" y="37465"/>
                </a:lnTo>
                <a:lnTo>
                  <a:pt x="269494" y="36068"/>
                </a:lnTo>
                <a:lnTo>
                  <a:pt x="263271" y="34544"/>
                </a:lnTo>
                <a:lnTo>
                  <a:pt x="255777" y="33782"/>
                </a:lnTo>
                <a:close/>
              </a:path>
              <a:path w="296545" h="143510">
                <a:moveTo>
                  <a:pt x="293657" y="54483"/>
                </a:moveTo>
                <a:lnTo>
                  <a:pt x="248157" y="54483"/>
                </a:lnTo>
                <a:lnTo>
                  <a:pt x="252729" y="54991"/>
                </a:lnTo>
                <a:lnTo>
                  <a:pt x="252031" y="54991"/>
                </a:lnTo>
                <a:lnTo>
                  <a:pt x="251142" y="54737"/>
                </a:lnTo>
                <a:lnTo>
                  <a:pt x="293750" y="54737"/>
                </a:lnTo>
                <a:lnTo>
                  <a:pt x="293657" y="54483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949315" y="3258820"/>
            <a:ext cx="116586" cy="10960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129528" y="3251327"/>
            <a:ext cx="242188" cy="118364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6441185" y="3251327"/>
            <a:ext cx="258445" cy="118745"/>
          </a:xfrm>
          <a:custGeom>
            <a:avLst/>
            <a:gdLst/>
            <a:ahLst/>
            <a:cxnLst/>
            <a:rect l="l" t="t" r="r" b="b"/>
            <a:pathLst>
              <a:path w="258445" h="118745">
                <a:moveTo>
                  <a:pt x="13335" y="0"/>
                </a:moveTo>
                <a:lnTo>
                  <a:pt x="2031" y="0"/>
                </a:lnTo>
                <a:lnTo>
                  <a:pt x="1524" y="254"/>
                </a:lnTo>
                <a:lnTo>
                  <a:pt x="888" y="508"/>
                </a:lnTo>
                <a:lnTo>
                  <a:pt x="508" y="762"/>
                </a:lnTo>
                <a:lnTo>
                  <a:pt x="253" y="1143"/>
                </a:lnTo>
                <a:lnTo>
                  <a:pt x="0" y="1397"/>
                </a:lnTo>
                <a:lnTo>
                  <a:pt x="0" y="115443"/>
                </a:lnTo>
                <a:lnTo>
                  <a:pt x="253" y="115697"/>
                </a:lnTo>
                <a:lnTo>
                  <a:pt x="508" y="116078"/>
                </a:lnTo>
                <a:lnTo>
                  <a:pt x="888" y="116332"/>
                </a:lnTo>
                <a:lnTo>
                  <a:pt x="1524" y="116586"/>
                </a:lnTo>
                <a:lnTo>
                  <a:pt x="2921" y="116967"/>
                </a:lnTo>
                <a:lnTo>
                  <a:pt x="3937" y="117094"/>
                </a:lnTo>
                <a:lnTo>
                  <a:pt x="11556" y="117094"/>
                </a:lnTo>
                <a:lnTo>
                  <a:pt x="12573" y="116967"/>
                </a:lnTo>
                <a:lnTo>
                  <a:pt x="13335" y="116713"/>
                </a:lnTo>
                <a:lnTo>
                  <a:pt x="13842" y="116586"/>
                </a:lnTo>
                <a:lnTo>
                  <a:pt x="14477" y="116332"/>
                </a:lnTo>
                <a:lnTo>
                  <a:pt x="14859" y="116078"/>
                </a:lnTo>
                <a:lnTo>
                  <a:pt x="15112" y="115697"/>
                </a:lnTo>
                <a:lnTo>
                  <a:pt x="15366" y="115443"/>
                </a:lnTo>
                <a:lnTo>
                  <a:pt x="15366" y="1397"/>
                </a:lnTo>
                <a:lnTo>
                  <a:pt x="15112" y="1143"/>
                </a:lnTo>
                <a:lnTo>
                  <a:pt x="14859" y="762"/>
                </a:lnTo>
                <a:lnTo>
                  <a:pt x="14477" y="508"/>
                </a:lnTo>
                <a:lnTo>
                  <a:pt x="13842" y="254"/>
                </a:lnTo>
                <a:lnTo>
                  <a:pt x="13335" y="0"/>
                </a:lnTo>
                <a:close/>
              </a:path>
              <a:path w="258445" h="118745">
                <a:moveTo>
                  <a:pt x="101069" y="46355"/>
                </a:moveTo>
                <a:lnTo>
                  <a:pt x="73660" y="46355"/>
                </a:lnTo>
                <a:lnTo>
                  <a:pt x="76708" y="46736"/>
                </a:lnTo>
                <a:lnTo>
                  <a:pt x="81936" y="48387"/>
                </a:lnTo>
                <a:lnTo>
                  <a:pt x="81759" y="48387"/>
                </a:lnTo>
                <a:lnTo>
                  <a:pt x="83565" y="49403"/>
                </a:lnTo>
                <a:lnTo>
                  <a:pt x="86613" y="52451"/>
                </a:lnTo>
                <a:lnTo>
                  <a:pt x="87757" y="54229"/>
                </a:lnTo>
                <a:lnTo>
                  <a:pt x="88391" y="56515"/>
                </a:lnTo>
                <a:lnTo>
                  <a:pt x="89173" y="58928"/>
                </a:lnTo>
                <a:lnTo>
                  <a:pt x="89535" y="61341"/>
                </a:lnTo>
                <a:lnTo>
                  <a:pt x="89535" y="70104"/>
                </a:lnTo>
                <a:lnTo>
                  <a:pt x="71246" y="70104"/>
                </a:lnTo>
                <a:lnTo>
                  <a:pt x="65278" y="70612"/>
                </a:lnTo>
                <a:lnTo>
                  <a:pt x="35305" y="91059"/>
                </a:lnTo>
                <a:lnTo>
                  <a:pt x="35305" y="98933"/>
                </a:lnTo>
                <a:lnTo>
                  <a:pt x="35946" y="101600"/>
                </a:lnTo>
                <a:lnTo>
                  <a:pt x="36067" y="102108"/>
                </a:lnTo>
                <a:lnTo>
                  <a:pt x="49275" y="115824"/>
                </a:lnTo>
                <a:lnTo>
                  <a:pt x="49466" y="115824"/>
                </a:lnTo>
                <a:lnTo>
                  <a:pt x="52117" y="116586"/>
                </a:lnTo>
                <a:lnTo>
                  <a:pt x="56261" y="117729"/>
                </a:lnTo>
                <a:lnTo>
                  <a:pt x="60198" y="118364"/>
                </a:lnTo>
                <a:lnTo>
                  <a:pt x="69849" y="118364"/>
                </a:lnTo>
                <a:lnTo>
                  <a:pt x="74675" y="117348"/>
                </a:lnTo>
                <a:lnTo>
                  <a:pt x="79120" y="115316"/>
                </a:lnTo>
                <a:lnTo>
                  <a:pt x="83692" y="113411"/>
                </a:lnTo>
                <a:lnTo>
                  <a:pt x="87884" y="110617"/>
                </a:lnTo>
                <a:lnTo>
                  <a:pt x="91294" y="107442"/>
                </a:lnTo>
                <a:lnTo>
                  <a:pt x="62103" y="107442"/>
                </a:lnTo>
                <a:lnTo>
                  <a:pt x="58292" y="106299"/>
                </a:lnTo>
                <a:lnTo>
                  <a:pt x="55499" y="104013"/>
                </a:lnTo>
                <a:lnTo>
                  <a:pt x="52704" y="101600"/>
                </a:lnTo>
                <a:lnTo>
                  <a:pt x="51308" y="98552"/>
                </a:lnTo>
                <a:lnTo>
                  <a:pt x="51308" y="92329"/>
                </a:lnTo>
                <a:lnTo>
                  <a:pt x="71882" y="80137"/>
                </a:lnTo>
                <a:lnTo>
                  <a:pt x="104902" y="80137"/>
                </a:lnTo>
                <a:lnTo>
                  <a:pt x="104902" y="58928"/>
                </a:lnTo>
                <a:lnTo>
                  <a:pt x="104393" y="54864"/>
                </a:lnTo>
                <a:lnTo>
                  <a:pt x="103123" y="51308"/>
                </a:lnTo>
                <a:lnTo>
                  <a:pt x="101981" y="47752"/>
                </a:lnTo>
                <a:lnTo>
                  <a:pt x="101069" y="46355"/>
                </a:lnTo>
                <a:close/>
              </a:path>
              <a:path w="258445" h="118745">
                <a:moveTo>
                  <a:pt x="102108" y="116967"/>
                </a:moveTo>
                <a:lnTo>
                  <a:pt x="94361" y="116967"/>
                </a:lnTo>
                <a:lnTo>
                  <a:pt x="95249" y="117094"/>
                </a:lnTo>
                <a:lnTo>
                  <a:pt x="101218" y="117094"/>
                </a:lnTo>
                <a:lnTo>
                  <a:pt x="102108" y="116967"/>
                </a:lnTo>
                <a:close/>
              </a:path>
              <a:path w="258445" h="118745">
                <a:moveTo>
                  <a:pt x="104902" y="107188"/>
                </a:moveTo>
                <a:lnTo>
                  <a:pt x="91566" y="107188"/>
                </a:lnTo>
                <a:lnTo>
                  <a:pt x="91566" y="115316"/>
                </a:lnTo>
                <a:lnTo>
                  <a:pt x="91820" y="115824"/>
                </a:lnTo>
                <a:lnTo>
                  <a:pt x="92202" y="116205"/>
                </a:lnTo>
                <a:lnTo>
                  <a:pt x="92710" y="116586"/>
                </a:lnTo>
                <a:lnTo>
                  <a:pt x="93662" y="116967"/>
                </a:lnTo>
                <a:lnTo>
                  <a:pt x="102679" y="116967"/>
                </a:lnTo>
                <a:lnTo>
                  <a:pt x="103632" y="116586"/>
                </a:lnTo>
                <a:lnTo>
                  <a:pt x="104647" y="115824"/>
                </a:lnTo>
                <a:lnTo>
                  <a:pt x="104902" y="115316"/>
                </a:lnTo>
                <a:lnTo>
                  <a:pt x="104902" y="107188"/>
                </a:lnTo>
                <a:close/>
              </a:path>
              <a:path w="258445" h="118745">
                <a:moveTo>
                  <a:pt x="104902" y="80137"/>
                </a:moveTo>
                <a:lnTo>
                  <a:pt x="89535" y="80137"/>
                </a:lnTo>
                <a:lnTo>
                  <a:pt x="89535" y="96139"/>
                </a:lnTo>
                <a:lnTo>
                  <a:pt x="85597" y="99949"/>
                </a:lnTo>
                <a:lnTo>
                  <a:pt x="82041" y="102870"/>
                </a:lnTo>
                <a:lnTo>
                  <a:pt x="78486" y="104648"/>
                </a:lnTo>
                <a:lnTo>
                  <a:pt x="75057" y="106553"/>
                </a:lnTo>
                <a:lnTo>
                  <a:pt x="71246" y="107442"/>
                </a:lnTo>
                <a:lnTo>
                  <a:pt x="91294" y="107442"/>
                </a:lnTo>
                <a:lnTo>
                  <a:pt x="91566" y="107188"/>
                </a:lnTo>
                <a:lnTo>
                  <a:pt x="104902" y="107188"/>
                </a:lnTo>
                <a:lnTo>
                  <a:pt x="104902" y="80137"/>
                </a:lnTo>
                <a:close/>
              </a:path>
              <a:path w="258445" h="118745">
                <a:moveTo>
                  <a:pt x="77596" y="35179"/>
                </a:moveTo>
                <a:lnTo>
                  <a:pt x="68198" y="35179"/>
                </a:lnTo>
                <a:lnTo>
                  <a:pt x="65023" y="35433"/>
                </a:lnTo>
                <a:lnTo>
                  <a:pt x="45847" y="40640"/>
                </a:lnTo>
                <a:lnTo>
                  <a:pt x="43687" y="41656"/>
                </a:lnTo>
                <a:lnTo>
                  <a:pt x="39750" y="45593"/>
                </a:lnTo>
                <a:lnTo>
                  <a:pt x="39750" y="51816"/>
                </a:lnTo>
                <a:lnTo>
                  <a:pt x="40004" y="52451"/>
                </a:lnTo>
                <a:lnTo>
                  <a:pt x="40322" y="52959"/>
                </a:lnTo>
                <a:lnTo>
                  <a:pt x="40512" y="53340"/>
                </a:lnTo>
                <a:lnTo>
                  <a:pt x="41020" y="53848"/>
                </a:lnTo>
                <a:lnTo>
                  <a:pt x="41275" y="53848"/>
                </a:lnTo>
                <a:lnTo>
                  <a:pt x="41846" y="54229"/>
                </a:lnTo>
                <a:lnTo>
                  <a:pt x="43306" y="54229"/>
                </a:lnTo>
                <a:lnTo>
                  <a:pt x="44450" y="53848"/>
                </a:lnTo>
                <a:lnTo>
                  <a:pt x="45974" y="52959"/>
                </a:lnTo>
                <a:lnTo>
                  <a:pt x="49529" y="51308"/>
                </a:lnTo>
                <a:lnTo>
                  <a:pt x="51815" y="50292"/>
                </a:lnTo>
                <a:lnTo>
                  <a:pt x="56768" y="48387"/>
                </a:lnTo>
                <a:lnTo>
                  <a:pt x="62864" y="46863"/>
                </a:lnTo>
                <a:lnTo>
                  <a:pt x="66293" y="46355"/>
                </a:lnTo>
                <a:lnTo>
                  <a:pt x="101069" y="46355"/>
                </a:lnTo>
                <a:lnTo>
                  <a:pt x="100075" y="44831"/>
                </a:lnTo>
                <a:lnTo>
                  <a:pt x="94741" y="40005"/>
                </a:lnTo>
                <a:lnTo>
                  <a:pt x="91312" y="38227"/>
                </a:lnTo>
                <a:lnTo>
                  <a:pt x="86994" y="36957"/>
                </a:lnTo>
                <a:lnTo>
                  <a:pt x="82804" y="35814"/>
                </a:lnTo>
                <a:lnTo>
                  <a:pt x="77596" y="35179"/>
                </a:lnTo>
                <a:close/>
              </a:path>
              <a:path w="258445" h="118745">
                <a:moveTo>
                  <a:pt x="147192" y="48260"/>
                </a:moveTo>
                <a:lnTo>
                  <a:pt x="131571" y="48260"/>
                </a:lnTo>
                <a:lnTo>
                  <a:pt x="131571" y="96901"/>
                </a:lnTo>
                <a:lnTo>
                  <a:pt x="147812" y="117475"/>
                </a:lnTo>
                <a:lnTo>
                  <a:pt x="147256" y="117475"/>
                </a:lnTo>
                <a:lnTo>
                  <a:pt x="152018" y="118110"/>
                </a:lnTo>
                <a:lnTo>
                  <a:pt x="159258" y="118110"/>
                </a:lnTo>
                <a:lnTo>
                  <a:pt x="160782" y="117856"/>
                </a:lnTo>
                <a:lnTo>
                  <a:pt x="161480" y="117856"/>
                </a:lnTo>
                <a:lnTo>
                  <a:pt x="171780" y="106299"/>
                </a:lnTo>
                <a:lnTo>
                  <a:pt x="154559" y="106299"/>
                </a:lnTo>
                <a:lnTo>
                  <a:pt x="151511" y="104902"/>
                </a:lnTo>
                <a:lnTo>
                  <a:pt x="149733" y="102235"/>
                </a:lnTo>
                <a:lnTo>
                  <a:pt x="148082" y="99568"/>
                </a:lnTo>
                <a:lnTo>
                  <a:pt x="147192" y="95631"/>
                </a:lnTo>
                <a:lnTo>
                  <a:pt x="147192" y="48260"/>
                </a:lnTo>
                <a:close/>
              </a:path>
              <a:path w="258445" h="118745">
                <a:moveTo>
                  <a:pt x="170052" y="103886"/>
                </a:moveTo>
                <a:lnTo>
                  <a:pt x="169100" y="103886"/>
                </a:lnTo>
                <a:lnTo>
                  <a:pt x="167512" y="104521"/>
                </a:lnTo>
                <a:lnTo>
                  <a:pt x="166750" y="104775"/>
                </a:lnTo>
                <a:lnTo>
                  <a:pt x="165862" y="105156"/>
                </a:lnTo>
                <a:lnTo>
                  <a:pt x="164972" y="105410"/>
                </a:lnTo>
                <a:lnTo>
                  <a:pt x="162940" y="105918"/>
                </a:lnTo>
                <a:lnTo>
                  <a:pt x="161226" y="106299"/>
                </a:lnTo>
                <a:lnTo>
                  <a:pt x="171780" y="106299"/>
                </a:lnTo>
                <a:lnTo>
                  <a:pt x="171704" y="105918"/>
                </a:lnTo>
                <a:lnTo>
                  <a:pt x="171602" y="105410"/>
                </a:lnTo>
                <a:lnTo>
                  <a:pt x="171551" y="105156"/>
                </a:lnTo>
                <a:lnTo>
                  <a:pt x="171449" y="104902"/>
                </a:lnTo>
                <a:lnTo>
                  <a:pt x="171195" y="104521"/>
                </a:lnTo>
                <a:lnTo>
                  <a:pt x="171068" y="104267"/>
                </a:lnTo>
                <a:lnTo>
                  <a:pt x="170052" y="103886"/>
                </a:lnTo>
                <a:close/>
              </a:path>
              <a:path w="258445" h="118745">
                <a:moveTo>
                  <a:pt x="170561" y="37211"/>
                </a:moveTo>
                <a:lnTo>
                  <a:pt x="118110" y="37211"/>
                </a:lnTo>
                <a:lnTo>
                  <a:pt x="117729" y="37592"/>
                </a:lnTo>
                <a:lnTo>
                  <a:pt x="117474" y="38100"/>
                </a:lnTo>
                <a:lnTo>
                  <a:pt x="117220" y="38481"/>
                </a:lnTo>
                <a:lnTo>
                  <a:pt x="117093" y="39116"/>
                </a:lnTo>
                <a:lnTo>
                  <a:pt x="116839" y="39878"/>
                </a:lnTo>
                <a:lnTo>
                  <a:pt x="116712" y="40640"/>
                </a:lnTo>
                <a:lnTo>
                  <a:pt x="118871" y="48260"/>
                </a:lnTo>
                <a:lnTo>
                  <a:pt x="169798" y="48260"/>
                </a:lnTo>
                <a:lnTo>
                  <a:pt x="170561" y="47879"/>
                </a:lnTo>
                <a:lnTo>
                  <a:pt x="171195" y="46863"/>
                </a:lnTo>
                <a:lnTo>
                  <a:pt x="171704" y="45974"/>
                </a:lnTo>
                <a:lnTo>
                  <a:pt x="172085" y="44577"/>
                </a:lnTo>
                <a:lnTo>
                  <a:pt x="171958" y="40640"/>
                </a:lnTo>
                <a:lnTo>
                  <a:pt x="171831" y="39878"/>
                </a:lnTo>
                <a:lnTo>
                  <a:pt x="171704" y="39116"/>
                </a:lnTo>
                <a:lnTo>
                  <a:pt x="171449" y="38481"/>
                </a:lnTo>
                <a:lnTo>
                  <a:pt x="171195" y="38100"/>
                </a:lnTo>
                <a:lnTo>
                  <a:pt x="170941" y="37592"/>
                </a:lnTo>
                <a:lnTo>
                  <a:pt x="170561" y="37211"/>
                </a:lnTo>
                <a:close/>
              </a:path>
              <a:path w="258445" h="118745">
                <a:moveTo>
                  <a:pt x="169798" y="36830"/>
                </a:moveTo>
                <a:lnTo>
                  <a:pt x="118871" y="36830"/>
                </a:lnTo>
                <a:lnTo>
                  <a:pt x="118300" y="37211"/>
                </a:lnTo>
                <a:lnTo>
                  <a:pt x="170370" y="37211"/>
                </a:lnTo>
                <a:lnTo>
                  <a:pt x="169798" y="36830"/>
                </a:lnTo>
                <a:close/>
              </a:path>
              <a:path w="258445" h="118745">
                <a:moveTo>
                  <a:pt x="143256" y="16256"/>
                </a:moveTo>
                <a:lnTo>
                  <a:pt x="135636" y="16256"/>
                </a:lnTo>
                <a:lnTo>
                  <a:pt x="133731" y="16510"/>
                </a:lnTo>
                <a:lnTo>
                  <a:pt x="133222" y="16764"/>
                </a:lnTo>
                <a:lnTo>
                  <a:pt x="132587" y="17018"/>
                </a:lnTo>
                <a:lnTo>
                  <a:pt x="132207" y="17272"/>
                </a:lnTo>
                <a:lnTo>
                  <a:pt x="131698" y="18034"/>
                </a:lnTo>
                <a:lnTo>
                  <a:pt x="131571" y="36830"/>
                </a:lnTo>
                <a:lnTo>
                  <a:pt x="147193" y="36830"/>
                </a:lnTo>
                <a:lnTo>
                  <a:pt x="147065" y="18034"/>
                </a:lnTo>
                <a:lnTo>
                  <a:pt x="146558" y="17272"/>
                </a:lnTo>
                <a:lnTo>
                  <a:pt x="146177" y="17018"/>
                </a:lnTo>
                <a:lnTo>
                  <a:pt x="145541" y="16764"/>
                </a:lnTo>
                <a:lnTo>
                  <a:pt x="145034" y="16510"/>
                </a:lnTo>
                <a:lnTo>
                  <a:pt x="143256" y="16256"/>
                </a:lnTo>
                <a:close/>
              </a:path>
              <a:path w="258445" h="118745">
                <a:moveTo>
                  <a:pt x="227584" y="35179"/>
                </a:moveTo>
                <a:lnTo>
                  <a:pt x="214630" y="35179"/>
                </a:lnTo>
                <a:lnTo>
                  <a:pt x="209041" y="36068"/>
                </a:lnTo>
                <a:lnTo>
                  <a:pt x="204088" y="38100"/>
                </a:lnTo>
                <a:lnTo>
                  <a:pt x="199009" y="40005"/>
                </a:lnTo>
                <a:lnTo>
                  <a:pt x="180212" y="70612"/>
                </a:lnTo>
                <a:lnTo>
                  <a:pt x="180212" y="83947"/>
                </a:lnTo>
                <a:lnTo>
                  <a:pt x="209549" y="117475"/>
                </a:lnTo>
                <a:lnTo>
                  <a:pt x="215645" y="118364"/>
                </a:lnTo>
                <a:lnTo>
                  <a:pt x="226567" y="118364"/>
                </a:lnTo>
                <a:lnTo>
                  <a:pt x="253745" y="111125"/>
                </a:lnTo>
                <a:lnTo>
                  <a:pt x="253999" y="110871"/>
                </a:lnTo>
                <a:lnTo>
                  <a:pt x="254127" y="110490"/>
                </a:lnTo>
                <a:lnTo>
                  <a:pt x="254184" y="107061"/>
                </a:lnTo>
                <a:lnTo>
                  <a:pt x="218947" y="107061"/>
                </a:lnTo>
                <a:lnTo>
                  <a:pt x="214630" y="106426"/>
                </a:lnTo>
                <a:lnTo>
                  <a:pt x="197738" y="90932"/>
                </a:lnTo>
                <a:lnTo>
                  <a:pt x="196722" y="87503"/>
                </a:lnTo>
                <a:lnTo>
                  <a:pt x="196367" y="83947"/>
                </a:lnTo>
                <a:lnTo>
                  <a:pt x="196341" y="79502"/>
                </a:lnTo>
                <a:lnTo>
                  <a:pt x="253745" y="79502"/>
                </a:lnTo>
                <a:lnTo>
                  <a:pt x="255142" y="79121"/>
                </a:lnTo>
                <a:lnTo>
                  <a:pt x="256286" y="78105"/>
                </a:lnTo>
                <a:lnTo>
                  <a:pt x="257556" y="77216"/>
                </a:lnTo>
                <a:lnTo>
                  <a:pt x="258190" y="75692"/>
                </a:lnTo>
                <a:lnTo>
                  <a:pt x="258190" y="69342"/>
                </a:lnTo>
                <a:lnTo>
                  <a:pt x="196341" y="69342"/>
                </a:lnTo>
                <a:lnTo>
                  <a:pt x="196468" y="66294"/>
                </a:lnTo>
                <a:lnTo>
                  <a:pt x="196977" y="63373"/>
                </a:lnTo>
                <a:lnTo>
                  <a:pt x="198119" y="60452"/>
                </a:lnTo>
                <a:lnTo>
                  <a:pt x="199136" y="57658"/>
                </a:lnTo>
                <a:lnTo>
                  <a:pt x="200660" y="55245"/>
                </a:lnTo>
                <a:lnTo>
                  <a:pt x="202691" y="53086"/>
                </a:lnTo>
                <a:lnTo>
                  <a:pt x="204596" y="50927"/>
                </a:lnTo>
                <a:lnTo>
                  <a:pt x="207010" y="49276"/>
                </a:lnTo>
                <a:lnTo>
                  <a:pt x="209665" y="48006"/>
                </a:lnTo>
                <a:lnTo>
                  <a:pt x="212852" y="46609"/>
                </a:lnTo>
                <a:lnTo>
                  <a:pt x="216281" y="45974"/>
                </a:lnTo>
                <a:lnTo>
                  <a:pt x="249671" y="45974"/>
                </a:lnTo>
                <a:lnTo>
                  <a:pt x="246380" y="42418"/>
                </a:lnTo>
                <a:lnTo>
                  <a:pt x="242760" y="40005"/>
                </a:lnTo>
                <a:lnTo>
                  <a:pt x="238184" y="38100"/>
                </a:lnTo>
                <a:lnTo>
                  <a:pt x="233171" y="36068"/>
                </a:lnTo>
                <a:lnTo>
                  <a:pt x="227584" y="35179"/>
                </a:lnTo>
                <a:close/>
              </a:path>
              <a:path w="258445" h="118745">
                <a:moveTo>
                  <a:pt x="253237" y="101600"/>
                </a:moveTo>
                <a:lnTo>
                  <a:pt x="250189" y="101600"/>
                </a:lnTo>
                <a:lnTo>
                  <a:pt x="248665" y="102235"/>
                </a:lnTo>
                <a:lnTo>
                  <a:pt x="247268" y="102743"/>
                </a:lnTo>
                <a:lnTo>
                  <a:pt x="245363" y="103505"/>
                </a:lnTo>
                <a:lnTo>
                  <a:pt x="243078" y="104140"/>
                </a:lnTo>
                <a:lnTo>
                  <a:pt x="240664" y="104902"/>
                </a:lnTo>
                <a:lnTo>
                  <a:pt x="237997" y="105537"/>
                </a:lnTo>
                <a:lnTo>
                  <a:pt x="231647" y="106807"/>
                </a:lnTo>
                <a:lnTo>
                  <a:pt x="228091" y="107061"/>
                </a:lnTo>
                <a:lnTo>
                  <a:pt x="254184" y="107061"/>
                </a:lnTo>
                <a:lnTo>
                  <a:pt x="254169" y="102743"/>
                </a:lnTo>
                <a:lnTo>
                  <a:pt x="253999" y="102489"/>
                </a:lnTo>
                <a:lnTo>
                  <a:pt x="253915" y="102235"/>
                </a:lnTo>
                <a:lnTo>
                  <a:pt x="253830" y="101981"/>
                </a:lnTo>
                <a:lnTo>
                  <a:pt x="253237" y="101600"/>
                </a:lnTo>
                <a:close/>
              </a:path>
              <a:path w="258445" h="118745">
                <a:moveTo>
                  <a:pt x="249671" y="45974"/>
                </a:moveTo>
                <a:lnTo>
                  <a:pt x="227584" y="45974"/>
                </a:lnTo>
                <a:lnTo>
                  <a:pt x="233298" y="48006"/>
                </a:lnTo>
                <a:lnTo>
                  <a:pt x="240918" y="56388"/>
                </a:lnTo>
                <a:lnTo>
                  <a:pt x="242459" y="61341"/>
                </a:lnTo>
                <a:lnTo>
                  <a:pt x="242569" y="69342"/>
                </a:lnTo>
                <a:lnTo>
                  <a:pt x="258190" y="69342"/>
                </a:lnTo>
                <a:lnTo>
                  <a:pt x="258190" y="66040"/>
                </a:lnTo>
                <a:lnTo>
                  <a:pt x="257552" y="62103"/>
                </a:lnTo>
                <a:lnTo>
                  <a:pt x="257429" y="61341"/>
                </a:lnTo>
                <a:lnTo>
                  <a:pt x="254758" y="53086"/>
                </a:lnTo>
                <a:lnTo>
                  <a:pt x="254635" y="52705"/>
                </a:lnTo>
                <a:lnTo>
                  <a:pt x="252475" y="48895"/>
                </a:lnTo>
                <a:lnTo>
                  <a:pt x="249671" y="45974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771258" y="3257677"/>
            <a:ext cx="465963" cy="13462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01483" y="3251327"/>
            <a:ext cx="1196213" cy="14744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559165" y="3251327"/>
            <a:ext cx="482842" cy="14744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115425" y="3256407"/>
            <a:ext cx="677672" cy="11328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862566" y="3251327"/>
            <a:ext cx="755184" cy="14732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941440" y="3563873"/>
            <a:ext cx="178562" cy="8318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196329" y="3528314"/>
            <a:ext cx="408431" cy="11874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680581" y="3528314"/>
            <a:ext cx="502666" cy="11874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253605" y="3528314"/>
            <a:ext cx="940562" cy="147701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262493" y="3528314"/>
            <a:ext cx="1097533" cy="11874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427971" y="3527805"/>
            <a:ext cx="1022730" cy="1482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938011" y="3830573"/>
            <a:ext cx="447801" cy="112268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455028" y="3794505"/>
            <a:ext cx="387350" cy="11925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916457" y="3800475"/>
            <a:ext cx="512788" cy="142367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496809" y="3795014"/>
            <a:ext cx="419481" cy="147828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988172" y="3795014"/>
            <a:ext cx="701294" cy="118745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8753220" y="3795014"/>
            <a:ext cx="515493" cy="11874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9333103" y="3795014"/>
            <a:ext cx="242824" cy="118745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9641331" y="3794633"/>
            <a:ext cx="530987" cy="119126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941948" y="4071239"/>
            <a:ext cx="694435" cy="118364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712711" y="4078732"/>
            <a:ext cx="88011" cy="110617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866381" y="4070858"/>
            <a:ext cx="578231" cy="11874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7508240" y="4106417"/>
            <a:ext cx="69595" cy="8318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7646796" y="4070858"/>
            <a:ext cx="545592" cy="118745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8266810" y="4070858"/>
            <a:ext cx="1038479" cy="147701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9373489" y="4076319"/>
            <a:ext cx="783797" cy="142367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0221848" y="4076319"/>
            <a:ext cx="157099" cy="113284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947536" y="4346702"/>
            <a:ext cx="379222" cy="147701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395211" y="4352163"/>
            <a:ext cx="117983" cy="112141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578092" y="4352163"/>
            <a:ext cx="544148" cy="14236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189596" y="4346702"/>
            <a:ext cx="527684" cy="147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0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30000" y="0"/>
                </a:moveTo>
                <a:lnTo>
                  <a:pt x="0" y="0"/>
                </a:lnTo>
                <a:lnTo>
                  <a:pt x="0" y="6438255"/>
                </a:lnTo>
                <a:lnTo>
                  <a:pt x="11430000" y="643825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9431" y="116"/>
            <a:ext cx="4288535" cy="64248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147" y="1068069"/>
            <a:ext cx="1149692" cy="2948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6998" y="1051432"/>
            <a:ext cx="1847468" cy="38684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71340" y="1051940"/>
            <a:ext cx="710565" cy="311150"/>
          </a:xfrm>
          <a:custGeom>
            <a:avLst/>
            <a:gdLst/>
            <a:ahLst/>
            <a:cxnLst/>
            <a:rect l="l" t="t" r="r" b="b"/>
            <a:pathLst>
              <a:path w="710564" h="311150">
                <a:moveTo>
                  <a:pt x="191931" y="131445"/>
                </a:moveTo>
                <a:lnTo>
                  <a:pt x="104521" y="131445"/>
                </a:lnTo>
                <a:lnTo>
                  <a:pt x="111052" y="132222"/>
                </a:lnTo>
                <a:lnTo>
                  <a:pt x="116205" y="133731"/>
                </a:lnTo>
                <a:lnTo>
                  <a:pt x="135636" y="152146"/>
                </a:lnTo>
                <a:lnTo>
                  <a:pt x="137033" y="156718"/>
                </a:lnTo>
                <a:lnTo>
                  <a:pt x="137668" y="162052"/>
                </a:lnTo>
                <a:lnTo>
                  <a:pt x="137668" y="180212"/>
                </a:lnTo>
                <a:lnTo>
                  <a:pt x="116586" y="180212"/>
                </a:lnTo>
                <a:lnTo>
                  <a:pt x="102631" y="180453"/>
                </a:lnTo>
                <a:lnTo>
                  <a:pt x="55485" y="186412"/>
                </a:lnTo>
                <a:lnTo>
                  <a:pt x="16621" y="205724"/>
                </a:lnTo>
                <a:lnTo>
                  <a:pt x="0" y="247142"/>
                </a:lnTo>
                <a:lnTo>
                  <a:pt x="318" y="253619"/>
                </a:lnTo>
                <a:lnTo>
                  <a:pt x="377" y="254807"/>
                </a:lnTo>
                <a:lnTo>
                  <a:pt x="17272" y="290526"/>
                </a:lnTo>
                <a:lnTo>
                  <a:pt x="54576" y="308719"/>
                </a:lnTo>
                <a:lnTo>
                  <a:pt x="78739" y="311023"/>
                </a:lnTo>
                <a:lnTo>
                  <a:pt x="88959" y="310570"/>
                </a:lnTo>
                <a:lnTo>
                  <a:pt x="132889" y="295005"/>
                </a:lnTo>
                <a:lnTo>
                  <a:pt x="147066" y="283463"/>
                </a:lnTo>
                <a:lnTo>
                  <a:pt x="197485" y="283463"/>
                </a:lnTo>
                <a:lnTo>
                  <a:pt x="197485" y="271780"/>
                </a:lnTo>
                <a:lnTo>
                  <a:pt x="81914" y="271780"/>
                </a:lnTo>
                <a:lnTo>
                  <a:pt x="74041" y="269494"/>
                </a:lnTo>
                <a:lnTo>
                  <a:pt x="68325" y="264795"/>
                </a:lnTo>
                <a:lnTo>
                  <a:pt x="62484" y="260096"/>
                </a:lnTo>
                <a:lnTo>
                  <a:pt x="59764" y="253791"/>
                </a:lnTo>
                <a:lnTo>
                  <a:pt x="59689" y="240537"/>
                </a:lnTo>
                <a:lnTo>
                  <a:pt x="60706" y="236220"/>
                </a:lnTo>
                <a:lnTo>
                  <a:pt x="62737" y="232537"/>
                </a:lnTo>
                <a:lnTo>
                  <a:pt x="64770" y="228727"/>
                </a:lnTo>
                <a:lnTo>
                  <a:pt x="104521" y="215011"/>
                </a:lnTo>
                <a:lnTo>
                  <a:pt x="197485" y="215011"/>
                </a:lnTo>
                <a:lnTo>
                  <a:pt x="197485" y="167005"/>
                </a:lnTo>
                <a:lnTo>
                  <a:pt x="197151" y="157170"/>
                </a:lnTo>
                <a:lnTo>
                  <a:pt x="196600" y="152146"/>
                </a:lnTo>
                <a:lnTo>
                  <a:pt x="196503" y="151257"/>
                </a:lnTo>
                <a:lnTo>
                  <a:pt x="196391" y="150241"/>
                </a:lnTo>
                <a:lnTo>
                  <a:pt x="196336" y="149733"/>
                </a:lnTo>
                <a:lnTo>
                  <a:pt x="196224" y="148717"/>
                </a:lnTo>
                <a:lnTo>
                  <a:pt x="196151" y="148050"/>
                </a:lnTo>
                <a:lnTo>
                  <a:pt x="194484" y="139644"/>
                </a:lnTo>
                <a:lnTo>
                  <a:pt x="192305" y="132461"/>
                </a:lnTo>
                <a:lnTo>
                  <a:pt x="192232" y="132222"/>
                </a:lnTo>
                <a:lnTo>
                  <a:pt x="192150" y="131953"/>
                </a:lnTo>
                <a:lnTo>
                  <a:pt x="192014" y="131637"/>
                </a:lnTo>
                <a:lnTo>
                  <a:pt x="191931" y="131445"/>
                </a:lnTo>
                <a:close/>
              </a:path>
              <a:path w="710564" h="311150">
                <a:moveTo>
                  <a:pt x="197485" y="283463"/>
                </a:moveTo>
                <a:lnTo>
                  <a:pt x="147066" y="283463"/>
                </a:lnTo>
                <a:lnTo>
                  <a:pt x="147066" y="301117"/>
                </a:lnTo>
                <a:lnTo>
                  <a:pt x="147828" y="302768"/>
                </a:lnTo>
                <a:lnTo>
                  <a:pt x="149225" y="303911"/>
                </a:lnTo>
                <a:lnTo>
                  <a:pt x="150622" y="305181"/>
                </a:lnTo>
                <a:lnTo>
                  <a:pt x="152908" y="305943"/>
                </a:lnTo>
                <a:lnTo>
                  <a:pt x="159512" y="306959"/>
                </a:lnTo>
                <a:lnTo>
                  <a:pt x="164846" y="307213"/>
                </a:lnTo>
                <a:lnTo>
                  <a:pt x="178816" y="307213"/>
                </a:lnTo>
                <a:lnTo>
                  <a:pt x="184023" y="306959"/>
                </a:lnTo>
                <a:lnTo>
                  <a:pt x="190881" y="305943"/>
                </a:lnTo>
                <a:lnTo>
                  <a:pt x="193548" y="305181"/>
                </a:lnTo>
                <a:lnTo>
                  <a:pt x="195072" y="303911"/>
                </a:lnTo>
                <a:lnTo>
                  <a:pt x="196723" y="302768"/>
                </a:lnTo>
                <a:lnTo>
                  <a:pt x="197485" y="301117"/>
                </a:lnTo>
                <a:lnTo>
                  <a:pt x="197485" y="283463"/>
                </a:lnTo>
                <a:close/>
              </a:path>
              <a:path w="710564" h="311150">
                <a:moveTo>
                  <a:pt x="197485" y="215011"/>
                </a:moveTo>
                <a:lnTo>
                  <a:pt x="137668" y="215011"/>
                </a:lnTo>
                <a:lnTo>
                  <a:pt x="137668" y="248412"/>
                </a:lnTo>
                <a:lnTo>
                  <a:pt x="132145" y="253791"/>
                </a:lnTo>
                <a:lnTo>
                  <a:pt x="100711" y="271780"/>
                </a:lnTo>
                <a:lnTo>
                  <a:pt x="197485" y="271780"/>
                </a:lnTo>
                <a:lnTo>
                  <a:pt x="197485" y="215011"/>
                </a:lnTo>
                <a:close/>
              </a:path>
              <a:path w="710564" h="311150">
                <a:moveTo>
                  <a:pt x="102108" y="89408"/>
                </a:moveTo>
                <a:lnTo>
                  <a:pt x="57023" y="94742"/>
                </a:lnTo>
                <a:lnTo>
                  <a:pt x="20066" y="108966"/>
                </a:lnTo>
                <a:lnTo>
                  <a:pt x="11937" y="124460"/>
                </a:lnTo>
                <a:lnTo>
                  <a:pt x="12000" y="133213"/>
                </a:lnTo>
                <a:lnTo>
                  <a:pt x="12117" y="134620"/>
                </a:lnTo>
                <a:lnTo>
                  <a:pt x="12192" y="135509"/>
                </a:lnTo>
                <a:lnTo>
                  <a:pt x="12700" y="138303"/>
                </a:lnTo>
                <a:lnTo>
                  <a:pt x="13081" y="141097"/>
                </a:lnTo>
                <a:lnTo>
                  <a:pt x="13902" y="143637"/>
                </a:lnTo>
                <a:lnTo>
                  <a:pt x="15087" y="146177"/>
                </a:lnTo>
                <a:lnTo>
                  <a:pt x="15724" y="147447"/>
                </a:lnTo>
                <a:lnTo>
                  <a:pt x="16763" y="148717"/>
                </a:lnTo>
                <a:lnTo>
                  <a:pt x="18161" y="149733"/>
                </a:lnTo>
                <a:lnTo>
                  <a:pt x="19431" y="150749"/>
                </a:lnTo>
                <a:lnTo>
                  <a:pt x="21082" y="151257"/>
                </a:lnTo>
                <a:lnTo>
                  <a:pt x="25400" y="151257"/>
                </a:lnTo>
                <a:lnTo>
                  <a:pt x="28829" y="150241"/>
                </a:lnTo>
                <a:lnTo>
                  <a:pt x="36957" y="146177"/>
                </a:lnTo>
                <a:lnTo>
                  <a:pt x="42163" y="143891"/>
                </a:lnTo>
                <a:lnTo>
                  <a:pt x="82311" y="132222"/>
                </a:lnTo>
                <a:lnTo>
                  <a:pt x="96774" y="131445"/>
                </a:lnTo>
                <a:lnTo>
                  <a:pt x="191931" y="131445"/>
                </a:lnTo>
                <a:lnTo>
                  <a:pt x="189101" y="124878"/>
                </a:lnTo>
                <a:lnTo>
                  <a:pt x="154185" y="96500"/>
                </a:lnTo>
                <a:lnTo>
                  <a:pt x="126285" y="90640"/>
                </a:lnTo>
                <a:lnTo>
                  <a:pt x="126812" y="90640"/>
                </a:lnTo>
                <a:lnTo>
                  <a:pt x="114323" y="89693"/>
                </a:lnTo>
                <a:lnTo>
                  <a:pt x="102108" y="89408"/>
                </a:lnTo>
                <a:close/>
              </a:path>
              <a:path w="710564" h="311150">
                <a:moveTo>
                  <a:pt x="285242" y="93345"/>
                </a:moveTo>
                <a:lnTo>
                  <a:pt x="266573" y="93345"/>
                </a:lnTo>
                <a:lnTo>
                  <a:pt x="259969" y="94107"/>
                </a:lnTo>
                <a:lnTo>
                  <a:pt x="250825" y="98171"/>
                </a:lnTo>
                <a:lnTo>
                  <a:pt x="250062" y="99187"/>
                </a:lnTo>
                <a:lnTo>
                  <a:pt x="249555" y="100457"/>
                </a:lnTo>
                <a:lnTo>
                  <a:pt x="249555" y="299974"/>
                </a:lnTo>
                <a:lnTo>
                  <a:pt x="250062" y="301244"/>
                </a:lnTo>
                <a:lnTo>
                  <a:pt x="251079" y="302260"/>
                </a:lnTo>
                <a:lnTo>
                  <a:pt x="251968" y="303403"/>
                </a:lnTo>
                <a:lnTo>
                  <a:pt x="253619" y="304292"/>
                </a:lnTo>
                <a:lnTo>
                  <a:pt x="256032" y="305054"/>
                </a:lnTo>
                <a:lnTo>
                  <a:pt x="258318" y="305816"/>
                </a:lnTo>
                <a:lnTo>
                  <a:pt x="261493" y="306324"/>
                </a:lnTo>
                <a:lnTo>
                  <a:pt x="269239" y="307086"/>
                </a:lnTo>
                <a:lnTo>
                  <a:pt x="291084" y="307086"/>
                </a:lnTo>
                <a:lnTo>
                  <a:pt x="310642" y="299974"/>
                </a:lnTo>
                <a:lnTo>
                  <a:pt x="310642" y="167894"/>
                </a:lnTo>
                <a:lnTo>
                  <a:pt x="317029" y="160916"/>
                </a:lnTo>
                <a:lnTo>
                  <a:pt x="351155" y="137668"/>
                </a:lnTo>
                <a:lnTo>
                  <a:pt x="450967" y="137668"/>
                </a:lnTo>
                <a:lnTo>
                  <a:pt x="449514" y="133153"/>
                </a:lnTo>
                <a:lnTo>
                  <a:pt x="446484" y="126285"/>
                </a:lnTo>
                <a:lnTo>
                  <a:pt x="445584" y="124713"/>
                </a:lnTo>
                <a:lnTo>
                  <a:pt x="301751" y="124713"/>
                </a:lnTo>
                <a:lnTo>
                  <a:pt x="301751" y="100457"/>
                </a:lnTo>
                <a:lnTo>
                  <a:pt x="301244" y="99187"/>
                </a:lnTo>
                <a:lnTo>
                  <a:pt x="300482" y="98171"/>
                </a:lnTo>
                <a:lnTo>
                  <a:pt x="299720" y="97028"/>
                </a:lnTo>
                <a:lnTo>
                  <a:pt x="298323" y="96138"/>
                </a:lnTo>
                <a:lnTo>
                  <a:pt x="296545" y="95377"/>
                </a:lnTo>
                <a:lnTo>
                  <a:pt x="294639" y="94615"/>
                </a:lnTo>
                <a:lnTo>
                  <a:pt x="291973" y="94107"/>
                </a:lnTo>
                <a:lnTo>
                  <a:pt x="285242" y="93345"/>
                </a:lnTo>
                <a:close/>
              </a:path>
              <a:path w="710564" h="311150">
                <a:moveTo>
                  <a:pt x="450967" y="137668"/>
                </a:moveTo>
                <a:lnTo>
                  <a:pt x="364998" y="137668"/>
                </a:lnTo>
                <a:lnTo>
                  <a:pt x="370332" y="138684"/>
                </a:lnTo>
                <a:lnTo>
                  <a:pt x="375031" y="140843"/>
                </a:lnTo>
                <a:lnTo>
                  <a:pt x="395224" y="176784"/>
                </a:lnTo>
                <a:lnTo>
                  <a:pt x="395224" y="299974"/>
                </a:lnTo>
                <a:lnTo>
                  <a:pt x="395732" y="301244"/>
                </a:lnTo>
                <a:lnTo>
                  <a:pt x="397637" y="303403"/>
                </a:lnTo>
                <a:lnTo>
                  <a:pt x="399288" y="304292"/>
                </a:lnTo>
                <a:lnTo>
                  <a:pt x="401574" y="305054"/>
                </a:lnTo>
                <a:lnTo>
                  <a:pt x="403733" y="305816"/>
                </a:lnTo>
                <a:lnTo>
                  <a:pt x="406908" y="306324"/>
                </a:lnTo>
                <a:lnTo>
                  <a:pt x="414782" y="307086"/>
                </a:lnTo>
                <a:lnTo>
                  <a:pt x="436499" y="307086"/>
                </a:lnTo>
                <a:lnTo>
                  <a:pt x="454533" y="302260"/>
                </a:lnTo>
                <a:lnTo>
                  <a:pt x="455549" y="301244"/>
                </a:lnTo>
                <a:lnTo>
                  <a:pt x="456057" y="299974"/>
                </a:lnTo>
                <a:lnTo>
                  <a:pt x="456050" y="176784"/>
                </a:lnTo>
                <a:lnTo>
                  <a:pt x="455859" y="169291"/>
                </a:lnTo>
                <a:lnTo>
                  <a:pt x="455795" y="166750"/>
                </a:lnTo>
                <a:lnTo>
                  <a:pt x="455114" y="158496"/>
                </a:lnTo>
                <a:lnTo>
                  <a:pt x="455009" y="157225"/>
                </a:lnTo>
                <a:lnTo>
                  <a:pt x="453699" y="148462"/>
                </a:lnTo>
                <a:lnTo>
                  <a:pt x="451953" y="140843"/>
                </a:lnTo>
                <a:lnTo>
                  <a:pt x="451866" y="140462"/>
                </a:lnTo>
                <a:lnTo>
                  <a:pt x="450967" y="137668"/>
                </a:lnTo>
                <a:close/>
              </a:path>
              <a:path w="710564" h="311150">
                <a:moveTo>
                  <a:pt x="376809" y="89408"/>
                </a:moveTo>
                <a:lnTo>
                  <a:pt x="338200" y="98171"/>
                </a:lnTo>
                <a:lnTo>
                  <a:pt x="301751" y="124713"/>
                </a:lnTo>
                <a:lnTo>
                  <a:pt x="445584" y="124713"/>
                </a:lnTo>
                <a:lnTo>
                  <a:pt x="414272" y="96138"/>
                </a:lnTo>
                <a:lnTo>
                  <a:pt x="376809" y="89408"/>
                </a:lnTo>
                <a:close/>
              </a:path>
              <a:path w="710564" h="311150">
                <a:moveTo>
                  <a:pt x="587756" y="89408"/>
                </a:moveTo>
                <a:lnTo>
                  <a:pt x="547116" y="97409"/>
                </a:lnTo>
                <a:lnTo>
                  <a:pt x="511956" y="127805"/>
                </a:lnTo>
                <a:lnTo>
                  <a:pt x="496750" y="166510"/>
                </a:lnTo>
                <a:lnTo>
                  <a:pt x="493268" y="202819"/>
                </a:lnTo>
                <a:lnTo>
                  <a:pt x="493575" y="213629"/>
                </a:lnTo>
                <a:lnTo>
                  <a:pt x="500927" y="253924"/>
                </a:lnTo>
                <a:lnTo>
                  <a:pt x="526113" y="292100"/>
                </a:lnTo>
                <a:lnTo>
                  <a:pt x="560593" y="308832"/>
                </a:lnTo>
                <a:lnTo>
                  <a:pt x="583438" y="311023"/>
                </a:lnTo>
                <a:lnTo>
                  <a:pt x="593905" y="310475"/>
                </a:lnTo>
                <a:lnTo>
                  <a:pt x="594189" y="310475"/>
                </a:lnTo>
                <a:lnTo>
                  <a:pt x="604210" y="308832"/>
                </a:lnTo>
                <a:lnTo>
                  <a:pt x="604416" y="308832"/>
                </a:lnTo>
                <a:lnTo>
                  <a:pt x="614566" y="305933"/>
                </a:lnTo>
                <a:lnTo>
                  <a:pt x="650525" y="284325"/>
                </a:lnTo>
                <a:lnTo>
                  <a:pt x="659003" y="276606"/>
                </a:lnTo>
                <a:lnTo>
                  <a:pt x="710564" y="276606"/>
                </a:lnTo>
                <a:lnTo>
                  <a:pt x="710564" y="264033"/>
                </a:lnTo>
                <a:lnTo>
                  <a:pt x="590296" y="264033"/>
                </a:lnTo>
                <a:lnTo>
                  <a:pt x="583809" y="262382"/>
                </a:lnTo>
                <a:lnTo>
                  <a:pt x="583499" y="262382"/>
                </a:lnTo>
                <a:lnTo>
                  <a:pt x="572388" y="254888"/>
                </a:lnTo>
                <a:lnTo>
                  <a:pt x="567944" y="250062"/>
                </a:lnTo>
                <a:lnTo>
                  <a:pt x="561339" y="237871"/>
                </a:lnTo>
                <a:lnTo>
                  <a:pt x="558926" y="230886"/>
                </a:lnTo>
                <a:lnTo>
                  <a:pt x="557530" y="223138"/>
                </a:lnTo>
                <a:lnTo>
                  <a:pt x="556006" y="215392"/>
                </a:lnTo>
                <a:lnTo>
                  <a:pt x="555244" y="207391"/>
                </a:lnTo>
                <a:lnTo>
                  <a:pt x="555244" y="191388"/>
                </a:lnTo>
                <a:lnTo>
                  <a:pt x="556133" y="183769"/>
                </a:lnTo>
                <a:lnTo>
                  <a:pt x="557911" y="176275"/>
                </a:lnTo>
                <a:lnTo>
                  <a:pt x="559562" y="168910"/>
                </a:lnTo>
                <a:lnTo>
                  <a:pt x="562101" y="162179"/>
                </a:lnTo>
                <a:lnTo>
                  <a:pt x="565658" y="156210"/>
                </a:lnTo>
                <a:lnTo>
                  <a:pt x="569087" y="150113"/>
                </a:lnTo>
                <a:lnTo>
                  <a:pt x="573659" y="145287"/>
                </a:lnTo>
                <a:lnTo>
                  <a:pt x="585088" y="138175"/>
                </a:lnTo>
                <a:lnTo>
                  <a:pt x="591947" y="136398"/>
                </a:lnTo>
                <a:lnTo>
                  <a:pt x="710564" y="136398"/>
                </a:lnTo>
                <a:lnTo>
                  <a:pt x="710564" y="115824"/>
                </a:lnTo>
                <a:lnTo>
                  <a:pt x="649986" y="115824"/>
                </a:lnTo>
                <a:lnTo>
                  <a:pt x="642725" y="109729"/>
                </a:lnTo>
                <a:lnTo>
                  <a:pt x="635428" y="104409"/>
                </a:lnTo>
                <a:lnTo>
                  <a:pt x="597154" y="89908"/>
                </a:lnTo>
                <a:lnTo>
                  <a:pt x="598199" y="89908"/>
                </a:lnTo>
                <a:lnTo>
                  <a:pt x="587756" y="89408"/>
                </a:lnTo>
                <a:close/>
              </a:path>
              <a:path w="710564" h="311150">
                <a:moveTo>
                  <a:pt x="710564" y="276606"/>
                </a:moveTo>
                <a:lnTo>
                  <a:pt x="659003" y="276606"/>
                </a:lnTo>
                <a:lnTo>
                  <a:pt x="659003" y="300100"/>
                </a:lnTo>
                <a:lnTo>
                  <a:pt x="675767" y="307086"/>
                </a:lnTo>
                <a:lnTo>
                  <a:pt x="694055" y="307086"/>
                </a:lnTo>
                <a:lnTo>
                  <a:pt x="700659" y="306578"/>
                </a:lnTo>
                <a:lnTo>
                  <a:pt x="703200" y="306093"/>
                </a:lnTo>
                <a:lnTo>
                  <a:pt x="703668" y="305933"/>
                </a:lnTo>
                <a:lnTo>
                  <a:pt x="705231" y="305308"/>
                </a:lnTo>
                <a:lnTo>
                  <a:pt x="707263" y="304546"/>
                </a:lnTo>
                <a:lnTo>
                  <a:pt x="708533" y="303657"/>
                </a:lnTo>
                <a:lnTo>
                  <a:pt x="709422" y="302513"/>
                </a:lnTo>
                <a:lnTo>
                  <a:pt x="710184" y="301371"/>
                </a:lnTo>
                <a:lnTo>
                  <a:pt x="710564" y="300100"/>
                </a:lnTo>
                <a:lnTo>
                  <a:pt x="710564" y="276606"/>
                </a:lnTo>
                <a:close/>
              </a:path>
              <a:path w="710564" h="311150">
                <a:moveTo>
                  <a:pt x="710564" y="136398"/>
                </a:moveTo>
                <a:lnTo>
                  <a:pt x="599948" y="136398"/>
                </a:lnTo>
                <a:lnTo>
                  <a:pt x="606375" y="136878"/>
                </a:lnTo>
                <a:lnTo>
                  <a:pt x="612695" y="138334"/>
                </a:lnTo>
                <a:lnTo>
                  <a:pt x="649986" y="167132"/>
                </a:lnTo>
                <a:lnTo>
                  <a:pt x="649986" y="232410"/>
                </a:lnTo>
                <a:lnTo>
                  <a:pt x="618871" y="259587"/>
                </a:lnTo>
                <a:lnTo>
                  <a:pt x="610870" y="262382"/>
                </a:lnTo>
                <a:lnTo>
                  <a:pt x="606933" y="263525"/>
                </a:lnTo>
                <a:lnTo>
                  <a:pt x="602869" y="264033"/>
                </a:lnTo>
                <a:lnTo>
                  <a:pt x="710564" y="264033"/>
                </a:lnTo>
                <a:lnTo>
                  <a:pt x="710564" y="136398"/>
                </a:lnTo>
                <a:close/>
              </a:path>
              <a:path w="710564" h="311150">
                <a:moveTo>
                  <a:pt x="686308" y="0"/>
                </a:moveTo>
                <a:lnTo>
                  <a:pt x="674370" y="0"/>
                </a:lnTo>
                <a:lnTo>
                  <a:pt x="669417" y="254"/>
                </a:lnTo>
                <a:lnTo>
                  <a:pt x="649986" y="8000"/>
                </a:lnTo>
                <a:lnTo>
                  <a:pt x="649986" y="115824"/>
                </a:lnTo>
                <a:lnTo>
                  <a:pt x="710564" y="115824"/>
                </a:lnTo>
                <a:lnTo>
                  <a:pt x="710564" y="8000"/>
                </a:lnTo>
                <a:lnTo>
                  <a:pt x="686308" y="0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8751" y="1051432"/>
            <a:ext cx="1029335" cy="3115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0075" y="1924113"/>
            <a:ext cx="390525" cy="381000"/>
            <a:chOff x="600075" y="1924113"/>
            <a:chExt cx="390525" cy="3810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1471" y="1928875"/>
              <a:ext cx="384365" cy="3713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4837" y="1928875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102"/>
                  </a:moveTo>
                  <a:lnTo>
                    <a:pt x="0" y="55245"/>
                  </a:lnTo>
                  <a:lnTo>
                    <a:pt x="0" y="51562"/>
                  </a:lnTo>
                  <a:lnTo>
                    <a:pt x="355" y="48006"/>
                  </a:lnTo>
                  <a:lnTo>
                    <a:pt x="1066" y="44450"/>
                  </a:lnTo>
                  <a:lnTo>
                    <a:pt x="1765" y="40894"/>
                  </a:lnTo>
                  <a:lnTo>
                    <a:pt x="2819" y="37337"/>
                  </a:lnTo>
                  <a:lnTo>
                    <a:pt x="4203" y="34036"/>
                  </a:lnTo>
                  <a:lnTo>
                    <a:pt x="5587" y="30734"/>
                  </a:lnTo>
                  <a:lnTo>
                    <a:pt x="7289" y="27559"/>
                  </a:lnTo>
                  <a:lnTo>
                    <a:pt x="37452" y="2794"/>
                  </a:lnTo>
                  <a:lnTo>
                    <a:pt x="44462" y="1015"/>
                  </a:lnTo>
                  <a:lnTo>
                    <a:pt x="48031" y="253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253"/>
                  </a:lnTo>
                  <a:lnTo>
                    <a:pt x="336524" y="1015"/>
                  </a:lnTo>
                  <a:lnTo>
                    <a:pt x="340093" y="1650"/>
                  </a:lnTo>
                  <a:lnTo>
                    <a:pt x="371690" y="24511"/>
                  </a:lnTo>
                  <a:lnTo>
                    <a:pt x="381000" y="51562"/>
                  </a:lnTo>
                  <a:lnTo>
                    <a:pt x="381000" y="55245"/>
                  </a:lnTo>
                  <a:lnTo>
                    <a:pt x="381000" y="316102"/>
                  </a:lnTo>
                  <a:lnTo>
                    <a:pt x="381000" y="319786"/>
                  </a:lnTo>
                  <a:lnTo>
                    <a:pt x="380644" y="323342"/>
                  </a:lnTo>
                  <a:lnTo>
                    <a:pt x="379933" y="326898"/>
                  </a:lnTo>
                  <a:lnTo>
                    <a:pt x="379222" y="330453"/>
                  </a:lnTo>
                  <a:lnTo>
                    <a:pt x="356450" y="362076"/>
                  </a:lnTo>
                  <a:lnTo>
                    <a:pt x="336524" y="370332"/>
                  </a:lnTo>
                  <a:lnTo>
                    <a:pt x="332968" y="371094"/>
                  </a:lnTo>
                  <a:lnTo>
                    <a:pt x="329374" y="371348"/>
                  </a:lnTo>
                  <a:lnTo>
                    <a:pt x="325755" y="371348"/>
                  </a:lnTo>
                  <a:lnTo>
                    <a:pt x="55245" y="371348"/>
                  </a:lnTo>
                  <a:lnTo>
                    <a:pt x="51612" y="371348"/>
                  </a:lnTo>
                  <a:lnTo>
                    <a:pt x="48031" y="371094"/>
                  </a:lnTo>
                  <a:lnTo>
                    <a:pt x="13614" y="352678"/>
                  </a:lnTo>
                  <a:lnTo>
                    <a:pt x="1066" y="326898"/>
                  </a:lnTo>
                  <a:lnTo>
                    <a:pt x="355" y="323342"/>
                  </a:lnTo>
                  <a:lnTo>
                    <a:pt x="0" y="319786"/>
                  </a:lnTo>
                  <a:lnTo>
                    <a:pt x="0" y="316102"/>
                  </a:lnTo>
                  <a:close/>
                </a:path>
              </a:pathLst>
            </a:custGeom>
            <a:ln w="9525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176" y="2045461"/>
              <a:ext cx="89065" cy="173482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3568" y="1992122"/>
            <a:ext cx="696760" cy="15316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8147" y="1999741"/>
            <a:ext cx="525907" cy="14554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58239" y="2375026"/>
            <a:ext cx="278765" cy="118745"/>
          </a:xfrm>
          <a:custGeom>
            <a:avLst/>
            <a:gdLst/>
            <a:ahLst/>
            <a:cxnLst/>
            <a:rect l="l" t="t" r="r" b="b"/>
            <a:pathLst>
              <a:path w="278765" h="118744">
                <a:moveTo>
                  <a:pt x="51346" y="116839"/>
                </a:moveTo>
                <a:lnTo>
                  <a:pt x="41287" y="116839"/>
                </a:lnTo>
                <a:lnTo>
                  <a:pt x="42379" y="116967"/>
                </a:lnTo>
                <a:lnTo>
                  <a:pt x="50291" y="116967"/>
                </a:lnTo>
                <a:lnTo>
                  <a:pt x="51346" y="116839"/>
                </a:lnTo>
                <a:close/>
              </a:path>
              <a:path w="278765" h="118744">
                <a:moveTo>
                  <a:pt x="52831" y="116459"/>
                </a:moveTo>
                <a:lnTo>
                  <a:pt x="39789" y="116459"/>
                </a:lnTo>
                <a:lnTo>
                  <a:pt x="40760" y="116839"/>
                </a:lnTo>
                <a:lnTo>
                  <a:pt x="51860" y="116839"/>
                </a:lnTo>
                <a:lnTo>
                  <a:pt x="52831" y="116459"/>
                </a:lnTo>
                <a:close/>
              </a:path>
              <a:path w="278765" h="118744">
                <a:moveTo>
                  <a:pt x="54559" y="20193"/>
                </a:moveTo>
                <a:lnTo>
                  <a:pt x="38061" y="20193"/>
                </a:lnTo>
                <a:lnTo>
                  <a:pt x="38188" y="115316"/>
                </a:lnTo>
                <a:lnTo>
                  <a:pt x="38709" y="116077"/>
                </a:lnTo>
                <a:lnTo>
                  <a:pt x="39376" y="116459"/>
                </a:lnTo>
                <a:lnTo>
                  <a:pt x="53244" y="116459"/>
                </a:lnTo>
                <a:lnTo>
                  <a:pt x="53911" y="116077"/>
                </a:lnTo>
                <a:lnTo>
                  <a:pt x="54432" y="115316"/>
                </a:lnTo>
                <a:lnTo>
                  <a:pt x="54559" y="20193"/>
                </a:lnTo>
                <a:close/>
              </a:path>
              <a:path w="278765" h="118744">
                <a:moveTo>
                  <a:pt x="90423" y="8000"/>
                </a:moveTo>
                <a:lnTo>
                  <a:pt x="2197" y="8000"/>
                </a:lnTo>
                <a:lnTo>
                  <a:pt x="1371" y="8509"/>
                </a:lnTo>
                <a:lnTo>
                  <a:pt x="0" y="12064"/>
                </a:lnTo>
                <a:lnTo>
                  <a:pt x="0" y="16129"/>
                </a:lnTo>
                <a:lnTo>
                  <a:pt x="2403" y="20193"/>
                </a:lnTo>
                <a:lnTo>
                  <a:pt x="90217" y="20193"/>
                </a:lnTo>
                <a:lnTo>
                  <a:pt x="92646" y="16129"/>
                </a:lnTo>
                <a:lnTo>
                  <a:pt x="92646" y="12064"/>
                </a:lnTo>
                <a:lnTo>
                  <a:pt x="90423" y="8000"/>
                </a:lnTo>
                <a:close/>
              </a:path>
              <a:path w="278765" h="118744">
                <a:moveTo>
                  <a:pt x="119803" y="116712"/>
                </a:moveTo>
                <a:lnTo>
                  <a:pt x="108292" y="116712"/>
                </a:lnTo>
                <a:lnTo>
                  <a:pt x="109105" y="116967"/>
                </a:lnTo>
                <a:lnTo>
                  <a:pt x="118872" y="116967"/>
                </a:lnTo>
                <a:lnTo>
                  <a:pt x="119803" y="116712"/>
                </a:lnTo>
                <a:close/>
              </a:path>
              <a:path w="278765" h="118744">
                <a:moveTo>
                  <a:pt x="178181" y="116712"/>
                </a:moveTo>
                <a:lnTo>
                  <a:pt x="166750" y="116712"/>
                </a:lnTo>
                <a:lnTo>
                  <a:pt x="167640" y="116967"/>
                </a:lnTo>
                <a:lnTo>
                  <a:pt x="177419" y="116967"/>
                </a:lnTo>
                <a:lnTo>
                  <a:pt x="178181" y="116712"/>
                </a:lnTo>
                <a:close/>
              </a:path>
              <a:path w="278765" h="118744">
                <a:moveTo>
                  <a:pt x="119760" y="0"/>
                </a:moveTo>
                <a:lnTo>
                  <a:pt x="108292" y="0"/>
                </a:lnTo>
                <a:lnTo>
                  <a:pt x="107086" y="508"/>
                </a:lnTo>
                <a:lnTo>
                  <a:pt x="106667" y="762"/>
                </a:lnTo>
                <a:lnTo>
                  <a:pt x="106438" y="1143"/>
                </a:lnTo>
                <a:lnTo>
                  <a:pt x="106222" y="1397"/>
                </a:lnTo>
                <a:lnTo>
                  <a:pt x="106222" y="115443"/>
                </a:lnTo>
                <a:lnTo>
                  <a:pt x="106438" y="115697"/>
                </a:lnTo>
                <a:lnTo>
                  <a:pt x="106667" y="116077"/>
                </a:lnTo>
                <a:lnTo>
                  <a:pt x="107086" y="116332"/>
                </a:lnTo>
                <a:lnTo>
                  <a:pt x="107981" y="116712"/>
                </a:lnTo>
                <a:lnTo>
                  <a:pt x="119951" y="116712"/>
                </a:lnTo>
                <a:lnTo>
                  <a:pt x="120903" y="116332"/>
                </a:lnTo>
                <a:lnTo>
                  <a:pt x="121284" y="116077"/>
                </a:lnTo>
                <a:lnTo>
                  <a:pt x="121538" y="115697"/>
                </a:lnTo>
                <a:lnTo>
                  <a:pt x="121793" y="115443"/>
                </a:lnTo>
                <a:lnTo>
                  <a:pt x="121919" y="61722"/>
                </a:lnTo>
                <a:lnTo>
                  <a:pt x="126237" y="56896"/>
                </a:lnTo>
                <a:lnTo>
                  <a:pt x="130428" y="53339"/>
                </a:lnTo>
                <a:lnTo>
                  <a:pt x="134365" y="50926"/>
                </a:lnTo>
                <a:lnTo>
                  <a:pt x="138303" y="48387"/>
                </a:lnTo>
                <a:lnTo>
                  <a:pt x="140741" y="47625"/>
                </a:lnTo>
                <a:lnTo>
                  <a:pt x="121919" y="47625"/>
                </a:lnTo>
                <a:lnTo>
                  <a:pt x="121793" y="1397"/>
                </a:lnTo>
                <a:lnTo>
                  <a:pt x="121538" y="1143"/>
                </a:lnTo>
                <a:lnTo>
                  <a:pt x="121284" y="762"/>
                </a:lnTo>
                <a:lnTo>
                  <a:pt x="120903" y="508"/>
                </a:lnTo>
                <a:lnTo>
                  <a:pt x="120268" y="254"/>
                </a:lnTo>
                <a:lnTo>
                  <a:pt x="119760" y="0"/>
                </a:lnTo>
                <a:close/>
              </a:path>
              <a:path w="278765" h="118744">
                <a:moveTo>
                  <a:pt x="175802" y="47117"/>
                </a:moveTo>
                <a:lnTo>
                  <a:pt x="149351" y="47117"/>
                </a:lnTo>
                <a:lnTo>
                  <a:pt x="152019" y="47625"/>
                </a:lnTo>
                <a:lnTo>
                  <a:pt x="154431" y="48641"/>
                </a:lnTo>
                <a:lnTo>
                  <a:pt x="156718" y="49657"/>
                </a:lnTo>
                <a:lnTo>
                  <a:pt x="158622" y="51181"/>
                </a:lnTo>
                <a:lnTo>
                  <a:pt x="160019" y="53086"/>
                </a:lnTo>
                <a:lnTo>
                  <a:pt x="161544" y="54991"/>
                </a:lnTo>
                <a:lnTo>
                  <a:pt x="162687" y="57276"/>
                </a:lnTo>
                <a:lnTo>
                  <a:pt x="163448" y="59817"/>
                </a:lnTo>
                <a:lnTo>
                  <a:pt x="164210" y="62484"/>
                </a:lnTo>
                <a:lnTo>
                  <a:pt x="164591" y="66039"/>
                </a:lnTo>
                <a:lnTo>
                  <a:pt x="164591" y="115062"/>
                </a:lnTo>
                <a:lnTo>
                  <a:pt x="164719" y="115443"/>
                </a:lnTo>
                <a:lnTo>
                  <a:pt x="164972" y="115697"/>
                </a:lnTo>
                <a:lnTo>
                  <a:pt x="165226" y="116077"/>
                </a:lnTo>
                <a:lnTo>
                  <a:pt x="165607" y="116332"/>
                </a:lnTo>
                <a:lnTo>
                  <a:pt x="166560" y="116712"/>
                </a:lnTo>
                <a:lnTo>
                  <a:pt x="178562" y="116712"/>
                </a:lnTo>
                <a:lnTo>
                  <a:pt x="179323" y="116332"/>
                </a:lnTo>
                <a:lnTo>
                  <a:pt x="179704" y="116077"/>
                </a:lnTo>
                <a:lnTo>
                  <a:pt x="179959" y="115697"/>
                </a:lnTo>
                <a:lnTo>
                  <a:pt x="180212" y="115443"/>
                </a:lnTo>
                <a:lnTo>
                  <a:pt x="180188" y="61722"/>
                </a:lnTo>
                <a:lnTo>
                  <a:pt x="179831" y="58420"/>
                </a:lnTo>
                <a:lnTo>
                  <a:pt x="177901" y="51181"/>
                </a:lnTo>
                <a:lnTo>
                  <a:pt x="177833" y="50926"/>
                </a:lnTo>
                <a:lnTo>
                  <a:pt x="177207" y="49657"/>
                </a:lnTo>
                <a:lnTo>
                  <a:pt x="176022" y="47371"/>
                </a:lnTo>
                <a:lnTo>
                  <a:pt x="175802" y="47117"/>
                </a:lnTo>
                <a:close/>
              </a:path>
              <a:path w="278765" h="118744">
                <a:moveTo>
                  <a:pt x="155321" y="35179"/>
                </a:moveTo>
                <a:lnTo>
                  <a:pt x="144906" y="35179"/>
                </a:lnTo>
                <a:lnTo>
                  <a:pt x="140207" y="36195"/>
                </a:lnTo>
                <a:lnTo>
                  <a:pt x="131063" y="40259"/>
                </a:lnTo>
                <a:lnTo>
                  <a:pt x="126491" y="43434"/>
                </a:lnTo>
                <a:lnTo>
                  <a:pt x="121919" y="47625"/>
                </a:lnTo>
                <a:lnTo>
                  <a:pt x="140741" y="47625"/>
                </a:lnTo>
                <a:lnTo>
                  <a:pt x="142366" y="47117"/>
                </a:lnTo>
                <a:lnTo>
                  <a:pt x="175802" y="47117"/>
                </a:lnTo>
                <a:lnTo>
                  <a:pt x="173609" y="44576"/>
                </a:lnTo>
                <a:lnTo>
                  <a:pt x="171196" y="41656"/>
                </a:lnTo>
                <a:lnTo>
                  <a:pt x="168021" y="39370"/>
                </a:lnTo>
                <a:lnTo>
                  <a:pt x="164084" y="37719"/>
                </a:lnTo>
                <a:lnTo>
                  <a:pt x="160147" y="35941"/>
                </a:lnTo>
                <a:lnTo>
                  <a:pt x="155321" y="35179"/>
                </a:lnTo>
                <a:close/>
              </a:path>
              <a:path w="278765" h="118744">
                <a:moveTo>
                  <a:pt x="247650" y="35179"/>
                </a:moveTo>
                <a:lnTo>
                  <a:pt x="234441" y="35179"/>
                </a:lnTo>
                <a:lnTo>
                  <a:pt x="228726" y="36068"/>
                </a:lnTo>
                <a:lnTo>
                  <a:pt x="223647" y="38100"/>
                </a:lnTo>
                <a:lnTo>
                  <a:pt x="218566" y="40005"/>
                </a:lnTo>
                <a:lnTo>
                  <a:pt x="199390" y="70612"/>
                </a:lnTo>
                <a:lnTo>
                  <a:pt x="199390" y="83947"/>
                </a:lnTo>
                <a:lnTo>
                  <a:pt x="229234" y="117475"/>
                </a:lnTo>
                <a:lnTo>
                  <a:pt x="235457" y="118363"/>
                </a:lnTo>
                <a:lnTo>
                  <a:pt x="246634" y="118363"/>
                </a:lnTo>
                <a:lnTo>
                  <a:pt x="274319" y="111125"/>
                </a:lnTo>
                <a:lnTo>
                  <a:pt x="274573" y="110871"/>
                </a:lnTo>
                <a:lnTo>
                  <a:pt x="274700" y="110489"/>
                </a:lnTo>
                <a:lnTo>
                  <a:pt x="274828" y="109982"/>
                </a:lnTo>
                <a:lnTo>
                  <a:pt x="274954" y="109093"/>
                </a:lnTo>
                <a:lnTo>
                  <a:pt x="275081" y="108585"/>
                </a:lnTo>
                <a:lnTo>
                  <a:pt x="275081" y="107061"/>
                </a:lnTo>
                <a:lnTo>
                  <a:pt x="238887" y="107061"/>
                </a:lnTo>
                <a:lnTo>
                  <a:pt x="234441" y="106425"/>
                </a:lnTo>
                <a:lnTo>
                  <a:pt x="230885" y="105156"/>
                </a:lnTo>
                <a:lnTo>
                  <a:pt x="227203" y="103759"/>
                </a:lnTo>
                <a:lnTo>
                  <a:pt x="224699" y="102235"/>
                </a:lnTo>
                <a:lnTo>
                  <a:pt x="224509" y="102235"/>
                </a:lnTo>
                <a:lnTo>
                  <a:pt x="222122" y="99568"/>
                </a:lnTo>
                <a:lnTo>
                  <a:pt x="219837" y="97155"/>
                </a:lnTo>
                <a:lnTo>
                  <a:pt x="218185" y="94234"/>
                </a:lnTo>
                <a:lnTo>
                  <a:pt x="217297" y="90932"/>
                </a:lnTo>
                <a:lnTo>
                  <a:pt x="216281" y="87502"/>
                </a:lnTo>
                <a:lnTo>
                  <a:pt x="215806" y="83947"/>
                </a:lnTo>
                <a:lnTo>
                  <a:pt x="215772" y="79501"/>
                </a:lnTo>
                <a:lnTo>
                  <a:pt x="274193" y="79501"/>
                </a:lnTo>
                <a:lnTo>
                  <a:pt x="275716" y="79121"/>
                </a:lnTo>
                <a:lnTo>
                  <a:pt x="276859" y="78105"/>
                </a:lnTo>
                <a:lnTo>
                  <a:pt x="278129" y="77216"/>
                </a:lnTo>
                <a:lnTo>
                  <a:pt x="278765" y="75692"/>
                </a:lnTo>
                <a:lnTo>
                  <a:pt x="278765" y="69342"/>
                </a:lnTo>
                <a:lnTo>
                  <a:pt x="215772" y="69342"/>
                </a:lnTo>
                <a:lnTo>
                  <a:pt x="215900" y="66294"/>
                </a:lnTo>
                <a:lnTo>
                  <a:pt x="216534" y="63373"/>
                </a:lnTo>
                <a:lnTo>
                  <a:pt x="217678" y="60451"/>
                </a:lnTo>
                <a:lnTo>
                  <a:pt x="218694" y="57658"/>
                </a:lnTo>
                <a:lnTo>
                  <a:pt x="236093" y="45974"/>
                </a:lnTo>
                <a:lnTo>
                  <a:pt x="270118" y="45974"/>
                </a:lnTo>
                <a:lnTo>
                  <a:pt x="266826" y="42418"/>
                </a:lnTo>
                <a:lnTo>
                  <a:pt x="262890" y="39877"/>
                </a:lnTo>
                <a:lnTo>
                  <a:pt x="258504" y="38100"/>
                </a:lnTo>
                <a:lnTo>
                  <a:pt x="253365" y="36068"/>
                </a:lnTo>
                <a:lnTo>
                  <a:pt x="247650" y="35179"/>
                </a:lnTo>
                <a:close/>
              </a:path>
              <a:path w="278765" h="118744">
                <a:moveTo>
                  <a:pt x="273811" y="101600"/>
                </a:moveTo>
                <a:lnTo>
                  <a:pt x="270637" y="101600"/>
                </a:lnTo>
                <a:lnTo>
                  <a:pt x="269113" y="102235"/>
                </a:lnTo>
                <a:lnTo>
                  <a:pt x="267271" y="102870"/>
                </a:lnTo>
                <a:lnTo>
                  <a:pt x="265684" y="103505"/>
                </a:lnTo>
                <a:lnTo>
                  <a:pt x="263397" y="104139"/>
                </a:lnTo>
                <a:lnTo>
                  <a:pt x="260984" y="104901"/>
                </a:lnTo>
                <a:lnTo>
                  <a:pt x="258190" y="105537"/>
                </a:lnTo>
                <a:lnTo>
                  <a:pt x="251840" y="106807"/>
                </a:lnTo>
                <a:lnTo>
                  <a:pt x="248157" y="107061"/>
                </a:lnTo>
                <a:lnTo>
                  <a:pt x="275081" y="107061"/>
                </a:lnTo>
                <a:lnTo>
                  <a:pt x="275018" y="104521"/>
                </a:lnTo>
                <a:lnTo>
                  <a:pt x="274954" y="103377"/>
                </a:lnTo>
                <a:lnTo>
                  <a:pt x="274700" y="102870"/>
                </a:lnTo>
                <a:lnTo>
                  <a:pt x="274573" y="102488"/>
                </a:lnTo>
                <a:lnTo>
                  <a:pt x="274404" y="102235"/>
                </a:lnTo>
                <a:lnTo>
                  <a:pt x="273811" y="101600"/>
                </a:lnTo>
                <a:close/>
              </a:path>
              <a:path w="278765" h="118744">
                <a:moveTo>
                  <a:pt x="270118" y="45974"/>
                </a:moveTo>
                <a:lnTo>
                  <a:pt x="247650" y="45974"/>
                </a:lnTo>
                <a:lnTo>
                  <a:pt x="253491" y="48006"/>
                </a:lnTo>
                <a:lnTo>
                  <a:pt x="257301" y="52197"/>
                </a:lnTo>
                <a:lnTo>
                  <a:pt x="261238" y="56387"/>
                </a:lnTo>
                <a:lnTo>
                  <a:pt x="262779" y="61341"/>
                </a:lnTo>
                <a:lnTo>
                  <a:pt x="262890" y="69342"/>
                </a:lnTo>
                <a:lnTo>
                  <a:pt x="278765" y="69342"/>
                </a:lnTo>
                <a:lnTo>
                  <a:pt x="278765" y="66039"/>
                </a:lnTo>
                <a:lnTo>
                  <a:pt x="278232" y="62102"/>
                </a:lnTo>
                <a:lnTo>
                  <a:pt x="278129" y="61341"/>
                </a:lnTo>
                <a:lnTo>
                  <a:pt x="276606" y="57023"/>
                </a:lnTo>
                <a:lnTo>
                  <a:pt x="275209" y="52705"/>
                </a:lnTo>
                <a:lnTo>
                  <a:pt x="272922" y="48895"/>
                </a:lnTo>
                <a:lnTo>
                  <a:pt x="270118" y="45974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02155" y="2375026"/>
            <a:ext cx="683132" cy="14744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54504" y="2380106"/>
            <a:ext cx="97281" cy="11328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14270" y="2375026"/>
            <a:ext cx="531622" cy="14706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15742" y="2391028"/>
            <a:ext cx="233552" cy="10236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9827" y="2651378"/>
            <a:ext cx="844486" cy="11938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73401" y="2652141"/>
            <a:ext cx="1257935" cy="1473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61757" y="2963417"/>
            <a:ext cx="375958" cy="11226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02613" y="2927350"/>
            <a:ext cx="1214628" cy="14833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90011" y="2933319"/>
            <a:ext cx="96646" cy="1132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9878" y="3194557"/>
            <a:ext cx="621630" cy="14770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846452" y="3194938"/>
            <a:ext cx="906018" cy="1473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22067" y="3230117"/>
            <a:ext cx="284225" cy="8318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4501" y="3470402"/>
            <a:ext cx="375754" cy="11874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07185" y="3470402"/>
            <a:ext cx="1466596" cy="14782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64780" y="3781805"/>
            <a:ext cx="539686" cy="8318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3657536" y="1924113"/>
            <a:ext cx="390525" cy="381000"/>
            <a:chOff x="3657536" y="1924113"/>
            <a:chExt cx="390525" cy="381000"/>
          </a:xfrm>
        </p:grpSpPr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62425" y="1928875"/>
              <a:ext cx="381000" cy="37134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662298" y="1928875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102"/>
                  </a:moveTo>
                  <a:lnTo>
                    <a:pt x="0" y="55245"/>
                  </a:lnTo>
                  <a:lnTo>
                    <a:pt x="0" y="51562"/>
                  </a:lnTo>
                  <a:lnTo>
                    <a:pt x="380" y="48006"/>
                  </a:lnTo>
                  <a:lnTo>
                    <a:pt x="1142" y="44450"/>
                  </a:lnTo>
                  <a:lnTo>
                    <a:pt x="1777" y="40894"/>
                  </a:lnTo>
                  <a:lnTo>
                    <a:pt x="2921" y="37337"/>
                  </a:lnTo>
                  <a:lnTo>
                    <a:pt x="4317" y="34036"/>
                  </a:lnTo>
                  <a:lnTo>
                    <a:pt x="5587" y="30734"/>
                  </a:lnTo>
                  <a:lnTo>
                    <a:pt x="7365" y="27559"/>
                  </a:lnTo>
                  <a:lnTo>
                    <a:pt x="9398" y="24511"/>
                  </a:lnTo>
                  <a:lnTo>
                    <a:pt x="11429" y="21462"/>
                  </a:lnTo>
                  <a:lnTo>
                    <a:pt x="13715" y="18669"/>
                  </a:lnTo>
                  <a:lnTo>
                    <a:pt x="16255" y="16128"/>
                  </a:lnTo>
                  <a:lnTo>
                    <a:pt x="18796" y="13588"/>
                  </a:lnTo>
                  <a:lnTo>
                    <a:pt x="21589" y="11302"/>
                  </a:lnTo>
                  <a:lnTo>
                    <a:pt x="24637" y="9271"/>
                  </a:lnTo>
                  <a:lnTo>
                    <a:pt x="27686" y="7238"/>
                  </a:lnTo>
                  <a:lnTo>
                    <a:pt x="44576" y="1015"/>
                  </a:lnTo>
                  <a:lnTo>
                    <a:pt x="48133" y="253"/>
                  </a:lnTo>
                  <a:lnTo>
                    <a:pt x="51688" y="0"/>
                  </a:lnTo>
                  <a:lnTo>
                    <a:pt x="55245" y="0"/>
                  </a:lnTo>
                  <a:lnTo>
                    <a:pt x="325754" y="0"/>
                  </a:lnTo>
                  <a:lnTo>
                    <a:pt x="329438" y="0"/>
                  </a:lnTo>
                  <a:lnTo>
                    <a:pt x="332993" y="253"/>
                  </a:lnTo>
                  <a:lnTo>
                    <a:pt x="336550" y="1015"/>
                  </a:lnTo>
                  <a:lnTo>
                    <a:pt x="340105" y="1650"/>
                  </a:lnTo>
                  <a:lnTo>
                    <a:pt x="356488" y="9271"/>
                  </a:lnTo>
                  <a:lnTo>
                    <a:pt x="359537" y="11302"/>
                  </a:lnTo>
                  <a:lnTo>
                    <a:pt x="371728" y="24511"/>
                  </a:lnTo>
                  <a:lnTo>
                    <a:pt x="373761" y="27559"/>
                  </a:lnTo>
                  <a:lnTo>
                    <a:pt x="379984" y="44450"/>
                  </a:lnTo>
                  <a:lnTo>
                    <a:pt x="380746" y="48006"/>
                  </a:lnTo>
                  <a:lnTo>
                    <a:pt x="381000" y="51562"/>
                  </a:lnTo>
                  <a:lnTo>
                    <a:pt x="381000" y="55245"/>
                  </a:lnTo>
                  <a:lnTo>
                    <a:pt x="381000" y="316102"/>
                  </a:lnTo>
                  <a:lnTo>
                    <a:pt x="381000" y="319786"/>
                  </a:lnTo>
                  <a:lnTo>
                    <a:pt x="380746" y="323342"/>
                  </a:lnTo>
                  <a:lnTo>
                    <a:pt x="379984" y="326898"/>
                  </a:lnTo>
                  <a:lnTo>
                    <a:pt x="379349" y="330453"/>
                  </a:lnTo>
                  <a:lnTo>
                    <a:pt x="371728" y="346837"/>
                  </a:lnTo>
                  <a:lnTo>
                    <a:pt x="369697" y="349885"/>
                  </a:lnTo>
                  <a:lnTo>
                    <a:pt x="356488" y="362076"/>
                  </a:lnTo>
                  <a:lnTo>
                    <a:pt x="353440" y="364109"/>
                  </a:lnTo>
                  <a:lnTo>
                    <a:pt x="329438" y="371348"/>
                  </a:lnTo>
                  <a:lnTo>
                    <a:pt x="325754" y="371348"/>
                  </a:lnTo>
                  <a:lnTo>
                    <a:pt x="55245" y="371348"/>
                  </a:lnTo>
                  <a:lnTo>
                    <a:pt x="51688" y="371348"/>
                  </a:lnTo>
                  <a:lnTo>
                    <a:pt x="48133" y="371094"/>
                  </a:lnTo>
                  <a:lnTo>
                    <a:pt x="24637" y="362076"/>
                  </a:lnTo>
                  <a:lnTo>
                    <a:pt x="21589" y="360045"/>
                  </a:lnTo>
                  <a:lnTo>
                    <a:pt x="9398" y="346837"/>
                  </a:lnTo>
                  <a:lnTo>
                    <a:pt x="7365" y="343788"/>
                  </a:lnTo>
                  <a:lnTo>
                    <a:pt x="5587" y="340613"/>
                  </a:lnTo>
                  <a:lnTo>
                    <a:pt x="4317" y="337312"/>
                  </a:lnTo>
                  <a:lnTo>
                    <a:pt x="2921" y="333883"/>
                  </a:lnTo>
                  <a:lnTo>
                    <a:pt x="1777" y="330453"/>
                  </a:lnTo>
                  <a:lnTo>
                    <a:pt x="1142" y="326898"/>
                  </a:lnTo>
                  <a:lnTo>
                    <a:pt x="380" y="323342"/>
                  </a:lnTo>
                  <a:lnTo>
                    <a:pt x="0" y="319786"/>
                  </a:lnTo>
                  <a:lnTo>
                    <a:pt x="0" y="316102"/>
                  </a:lnTo>
                  <a:close/>
                </a:path>
              </a:pathLst>
            </a:custGeom>
            <a:ln w="9525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89425" y="2043556"/>
              <a:ext cx="128397" cy="175387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4216908" y="1992122"/>
            <a:ext cx="556895" cy="153670"/>
          </a:xfrm>
          <a:custGeom>
            <a:avLst/>
            <a:gdLst/>
            <a:ahLst/>
            <a:cxnLst/>
            <a:rect l="l" t="t" r="r" b="b"/>
            <a:pathLst>
              <a:path w="556895" h="153669">
                <a:moveTo>
                  <a:pt x="2539" y="150494"/>
                </a:moveTo>
                <a:lnTo>
                  <a:pt x="1142" y="150494"/>
                </a:lnTo>
                <a:lnTo>
                  <a:pt x="5461" y="151002"/>
                </a:lnTo>
                <a:lnTo>
                  <a:pt x="4063" y="151002"/>
                </a:lnTo>
                <a:lnTo>
                  <a:pt x="2539" y="150494"/>
                </a:lnTo>
                <a:close/>
              </a:path>
              <a:path w="556895" h="153669">
                <a:moveTo>
                  <a:pt x="27495" y="150494"/>
                </a:moveTo>
                <a:lnTo>
                  <a:pt x="2539" y="150494"/>
                </a:lnTo>
                <a:lnTo>
                  <a:pt x="4063" y="151002"/>
                </a:lnTo>
                <a:lnTo>
                  <a:pt x="24193" y="151002"/>
                </a:lnTo>
                <a:lnTo>
                  <a:pt x="27495" y="150494"/>
                </a:lnTo>
                <a:close/>
              </a:path>
              <a:path w="556895" h="153669">
                <a:moveTo>
                  <a:pt x="115315" y="150494"/>
                </a:moveTo>
                <a:lnTo>
                  <a:pt x="27495" y="150494"/>
                </a:lnTo>
                <a:lnTo>
                  <a:pt x="24193" y="151002"/>
                </a:lnTo>
                <a:lnTo>
                  <a:pt x="118872" y="151002"/>
                </a:lnTo>
                <a:lnTo>
                  <a:pt x="115315" y="150494"/>
                </a:lnTo>
                <a:close/>
              </a:path>
              <a:path w="556895" h="153669">
                <a:moveTo>
                  <a:pt x="115951" y="150494"/>
                </a:moveTo>
                <a:lnTo>
                  <a:pt x="115315" y="150494"/>
                </a:lnTo>
                <a:lnTo>
                  <a:pt x="118872" y="151002"/>
                </a:lnTo>
                <a:lnTo>
                  <a:pt x="118236" y="151002"/>
                </a:lnTo>
                <a:lnTo>
                  <a:pt x="115951" y="150494"/>
                </a:lnTo>
                <a:close/>
              </a:path>
              <a:path w="556895" h="153669">
                <a:moveTo>
                  <a:pt x="135982" y="118617"/>
                </a:moveTo>
                <a:lnTo>
                  <a:pt x="101473" y="118617"/>
                </a:lnTo>
                <a:lnTo>
                  <a:pt x="112044" y="146557"/>
                </a:lnTo>
                <a:lnTo>
                  <a:pt x="112141" y="146812"/>
                </a:lnTo>
                <a:lnTo>
                  <a:pt x="112213" y="147065"/>
                </a:lnTo>
                <a:lnTo>
                  <a:pt x="112286" y="147319"/>
                </a:lnTo>
                <a:lnTo>
                  <a:pt x="112395" y="147700"/>
                </a:lnTo>
                <a:lnTo>
                  <a:pt x="112979" y="148589"/>
                </a:lnTo>
                <a:lnTo>
                  <a:pt x="113284" y="149098"/>
                </a:lnTo>
                <a:lnTo>
                  <a:pt x="113792" y="149732"/>
                </a:lnTo>
                <a:lnTo>
                  <a:pt x="114088" y="149860"/>
                </a:lnTo>
                <a:lnTo>
                  <a:pt x="113834" y="149860"/>
                </a:lnTo>
                <a:lnTo>
                  <a:pt x="115951" y="150494"/>
                </a:lnTo>
                <a:lnTo>
                  <a:pt x="118236" y="151002"/>
                </a:lnTo>
                <a:lnTo>
                  <a:pt x="142335" y="151002"/>
                </a:lnTo>
                <a:lnTo>
                  <a:pt x="143986" y="150494"/>
                </a:lnTo>
                <a:lnTo>
                  <a:pt x="144250" y="150494"/>
                </a:lnTo>
                <a:lnTo>
                  <a:pt x="146177" y="148843"/>
                </a:lnTo>
                <a:lnTo>
                  <a:pt x="146050" y="144652"/>
                </a:lnTo>
                <a:lnTo>
                  <a:pt x="145415" y="142621"/>
                </a:lnTo>
                <a:lnTo>
                  <a:pt x="144399" y="139953"/>
                </a:lnTo>
                <a:lnTo>
                  <a:pt x="135982" y="118617"/>
                </a:lnTo>
                <a:close/>
              </a:path>
              <a:path w="556895" h="153669">
                <a:moveTo>
                  <a:pt x="182626" y="150494"/>
                </a:moveTo>
                <a:lnTo>
                  <a:pt x="143986" y="150494"/>
                </a:lnTo>
                <a:lnTo>
                  <a:pt x="142335" y="151002"/>
                </a:lnTo>
                <a:lnTo>
                  <a:pt x="185504" y="151002"/>
                </a:lnTo>
                <a:lnTo>
                  <a:pt x="182626" y="150494"/>
                </a:lnTo>
                <a:close/>
              </a:path>
              <a:path w="556895" h="153669">
                <a:moveTo>
                  <a:pt x="168529" y="46354"/>
                </a:moveTo>
                <a:lnTo>
                  <a:pt x="145161" y="46354"/>
                </a:lnTo>
                <a:lnTo>
                  <a:pt x="143256" y="46989"/>
                </a:lnTo>
                <a:lnTo>
                  <a:pt x="142494" y="47498"/>
                </a:lnTo>
                <a:lnTo>
                  <a:pt x="142113" y="48005"/>
                </a:lnTo>
                <a:lnTo>
                  <a:pt x="141605" y="48513"/>
                </a:lnTo>
                <a:lnTo>
                  <a:pt x="141689" y="52959"/>
                </a:lnTo>
                <a:lnTo>
                  <a:pt x="141859" y="53466"/>
                </a:lnTo>
                <a:lnTo>
                  <a:pt x="141986" y="53848"/>
                </a:lnTo>
                <a:lnTo>
                  <a:pt x="142240" y="54990"/>
                </a:lnTo>
                <a:lnTo>
                  <a:pt x="142621" y="56261"/>
                </a:lnTo>
                <a:lnTo>
                  <a:pt x="143129" y="57785"/>
                </a:lnTo>
                <a:lnTo>
                  <a:pt x="176022" y="145414"/>
                </a:lnTo>
                <a:lnTo>
                  <a:pt x="176276" y="146176"/>
                </a:lnTo>
                <a:lnTo>
                  <a:pt x="176403" y="146557"/>
                </a:lnTo>
                <a:lnTo>
                  <a:pt x="176530" y="146812"/>
                </a:lnTo>
                <a:lnTo>
                  <a:pt x="176657" y="147065"/>
                </a:lnTo>
                <a:lnTo>
                  <a:pt x="176784" y="147319"/>
                </a:lnTo>
                <a:lnTo>
                  <a:pt x="177038" y="147700"/>
                </a:lnTo>
                <a:lnTo>
                  <a:pt x="177884" y="148589"/>
                </a:lnTo>
                <a:lnTo>
                  <a:pt x="178308" y="149098"/>
                </a:lnTo>
                <a:lnTo>
                  <a:pt x="178879" y="149351"/>
                </a:lnTo>
                <a:lnTo>
                  <a:pt x="179863" y="149732"/>
                </a:lnTo>
                <a:lnTo>
                  <a:pt x="180276" y="149860"/>
                </a:lnTo>
                <a:lnTo>
                  <a:pt x="180086" y="149860"/>
                </a:lnTo>
                <a:lnTo>
                  <a:pt x="182626" y="150494"/>
                </a:lnTo>
                <a:lnTo>
                  <a:pt x="185504" y="151002"/>
                </a:lnTo>
                <a:lnTo>
                  <a:pt x="210502" y="151002"/>
                </a:lnTo>
                <a:lnTo>
                  <a:pt x="214820" y="150494"/>
                </a:lnTo>
                <a:lnTo>
                  <a:pt x="214630" y="150494"/>
                </a:lnTo>
                <a:lnTo>
                  <a:pt x="216916" y="149732"/>
                </a:lnTo>
                <a:lnTo>
                  <a:pt x="220472" y="145414"/>
                </a:lnTo>
                <a:lnTo>
                  <a:pt x="228433" y="124205"/>
                </a:lnTo>
                <a:lnTo>
                  <a:pt x="199136" y="124205"/>
                </a:lnTo>
                <a:lnTo>
                  <a:pt x="198374" y="121538"/>
                </a:lnTo>
                <a:lnTo>
                  <a:pt x="173482" y="50291"/>
                </a:lnTo>
                <a:lnTo>
                  <a:pt x="172720" y="48767"/>
                </a:lnTo>
                <a:lnTo>
                  <a:pt x="171704" y="47498"/>
                </a:lnTo>
                <a:lnTo>
                  <a:pt x="170815" y="46989"/>
                </a:lnTo>
                <a:lnTo>
                  <a:pt x="169672" y="46736"/>
                </a:lnTo>
                <a:lnTo>
                  <a:pt x="168529" y="46354"/>
                </a:lnTo>
                <a:close/>
              </a:path>
              <a:path w="556895" h="153669">
                <a:moveTo>
                  <a:pt x="86233" y="9651"/>
                </a:moveTo>
                <a:lnTo>
                  <a:pt x="59182" y="9651"/>
                </a:lnTo>
                <a:lnTo>
                  <a:pt x="57277" y="9905"/>
                </a:lnTo>
                <a:lnTo>
                  <a:pt x="55880" y="10287"/>
                </a:lnTo>
                <a:lnTo>
                  <a:pt x="54356" y="10667"/>
                </a:lnTo>
                <a:lnTo>
                  <a:pt x="2032" y="139700"/>
                </a:lnTo>
                <a:lnTo>
                  <a:pt x="1016" y="142239"/>
                </a:lnTo>
                <a:lnTo>
                  <a:pt x="381" y="144272"/>
                </a:lnTo>
                <a:lnTo>
                  <a:pt x="63" y="146176"/>
                </a:lnTo>
                <a:lnTo>
                  <a:pt x="0" y="147954"/>
                </a:lnTo>
                <a:lnTo>
                  <a:pt x="127" y="148589"/>
                </a:lnTo>
                <a:lnTo>
                  <a:pt x="1016" y="149351"/>
                </a:lnTo>
                <a:lnTo>
                  <a:pt x="1995" y="150494"/>
                </a:lnTo>
                <a:lnTo>
                  <a:pt x="27051" y="150494"/>
                </a:lnTo>
                <a:lnTo>
                  <a:pt x="28956" y="149860"/>
                </a:lnTo>
                <a:lnTo>
                  <a:pt x="29845" y="149351"/>
                </a:lnTo>
                <a:lnTo>
                  <a:pt x="30353" y="148589"/>
                </a:lnTo>
                <a:lnTo>
                  <a:pt x="30988" y="147954"/>
                </a:lnTo>
                <a:lnTo>
                  <a:pt x="31260" y="147319"/>
                </a:lnTo>
                <a:lnTo>
                  <a:pt x="31369" y="147065"/>
                </a:lnTo>
                <a:lnTo>
                  <a:pt x="41783" y="118617"/>
                </a:lnTo>
                <a:lnTo>
                  <a:pt x="135982" y="118617"/>
                </a:lnTo>
                <a:lnTo>
                  <a:pt x="127314" y="96647"/>
                </a:lnTo>
                <a:lnTo>
                  <a:pt x="48895" y="96647"/>
                </a:lnTo>
                <a:lnTo>
                  <a:pt x="71501" y="36829"/>
                </a:lnTo>
                <a:lnTo>
                  <a:pt x="103717" y="36829"/>
                </a:lnTo>
                <a:lnTo>
                  <a:pt x="95250" y="15366"/>
                </a:lnTo>
                <a:lnTo>
                  <a:pt x="94742" y="13969"/>
                </a:lnTo>
                <a:lnTo>
                  <a:pt x="94234" y="12953"/>
                </a:lnTo>
                <a:lnTo>
                  <a:pt x="92837" y="11302"/>
                </a:lnTo>
                <a:lnTo>
                  <a:pt x="91694" y="10667"/>
                </a:lnTo>
                <a:lnTo>
                  <a:pt x="90043" y="10287"/>
                </a:lnTo>
                <a:lnTo>
                  <a:pt x="88519" y="9905"/>
                </a:lnTo>
                <a:lnTo>
                  <a:pt x="86233" y="9651"/>
                </a:lnTo>
                <a:close/>
              </a:path>
              <a:path w="556895" h="153669">
                <a:moveTo>
                  <a:pt x="251417" y="46354"/>
                </a:moveTo>
                <a:lnTo>
                  <a:pt x="229235" y="46354"/>
                </a:lnTo>
                <a:lnTo>
                  <a:pt x="228092" y="46736"/>
                </a:lnTo>
                <a:lnTo>
                  <a:pt x="226949" y="46989"/>
                </a:lnTo>
                <a:lnTo>
                  <a:pt x="199771" y="121538"/>
                </a:lnTo>
                <a:lnTo>
                  <a:pt x="199136" y="124205"/>
                </a:lnTo>
                <a:lnTo>
                  <a:pt x="228433" y="124205"/>
                </a:lnTo>
                <a:lnTo>
                  <a:pt x="253365" y="57785"/>
                </a:lnTo>
                <a:lnTo>
                  <a:pt x="253619" y="56768"/>
                </a:lnTo>
                <a:lnTo>
                  <a:pt x="254000" y="55752"/>
                </a:lnTo>
                <a:lnTo>
                  <a:pt x="254127" y="54990"/>
                </a:lnTo>
                <a:lnTo>
                  <a:pt x="254381" y="54228"/>
                </a:lnTo>
                <a:lnTo>
                  <a:pt x="254508" y="53466"/>
                </a:lnTo>
                <a:lnTo>
                  <a:pt x="254635" y="52959"/>
                </a:lnTo>
                <a:lnTo>
                  <a:pt x="254685" y="52704"/>
                </a:lnTo>
                <a:lnTo>
                  <a:pt x="254762" y="48513"/>
                </a:lnTo>
                <a:lnTo>
                  <a:pt x="254381" y="48005"/>
                </a:lnTo>
                <a:lnTo>
                  <a:pt x="253873" y="47498"/>
                </a:lnTo>
                <a:lnTo>
                  <a:pt x="253238" y="46989"/>
                </a:lnTo>
                <a:lnTo>
                  <a:pt x="251417" y="46354"/>
                </a:lnTo>
                <a:close/>
              </a:path>
              <a:path w="556895" h="153669">
                <a:moveTo>
                  <a:pt x="103717" y="36829"/>
                </a:moveTo>
                <a:lnTo>
                  <a:pt x="71501" y="36829"/>
                </a:lnTo>
                <a:lnTo>
                  <a:pt x="93980" y="96647"/>
                </a:lnTo>
                <a:lnTo>
                  <a:pt x="127314" y="96647"/>
                </a:lnTo>
                <a:lnTo>
                  <a:pt x="103717" y="36829"/>
                </a:lnTo>
                <a:close/>
              </a:path>
              <a:path w="556895" h="153669">
                <a:moveTo>
                  <a:pt x="160781" y="45719"/>
                </a:moveTo>
                <a:lnTo>
                  <a:pt x="148844" y="45719"/>
                </a:lnTo>
                <a:lnTo>
                  <a:pt x="144716" y="46354"/>
                </a:lnTo>
                <a:lnTo>
                  <a:pt x="170942" y="46354"/>
                </a:lnTo>
                <a:lnTo>
                  <a:pt x="160781" y="45719"/>
                </a:lnTo>
                <a:close/>
              </a:path>
              <a:path w="556895" h="153669">
                <a:moveTo>
                  <a:pt x="248030" y="45719"/>
                </a:moveTo>
                <a:lnTo>
                  <a:pt x="236474" y="45719"/>
                </a:lnTo>
                <a:lnTo>
                  <a:pt x="226948" y="46354"/>
                </a:lnTo>
                <a:lnTo>
                  <a:pt x="251841" y="46354"/>
                </a:lnTo>
                <a:lnTo>
                  <a:pt x="248030" y="45719"/>
                </a:lnTo>
                <a:close/>
              </a:path>
              <a:path w="556895" h="153669">
                <a:moveTo>
                  <a:pt x="318770" y="43814"/>
                </a:moveTo>
                <a:lnTo>
                  <a:pt x="278765" y="54355"/>
                </a:lnTo>
                <a:lnTo>
                  <a:pt x="258826" y="91186"/>
                </a:lnTo>
                <a:lnTo>
                  <a:pt x="258883" y="108330"/>
                </a:lnTo>
                <a:lnTo>
                  <a:pt x="272796" y="139064"/>
                </a:lnTo>
                <a:lnTo>
                  <a:pt x="277495" y="143637"/>
                </a:lnTo>
                <a:lnTo>
                  <a:pt x="316103" y="153162"/>
                </a:lnTo>
                <a:lnTo>
                  <a:pt x="322740" y="152925"/>
                </a:lnTo>
                <a:lnTo>
                  <a:pt x="323198" y="152925"/>
                </a:lnTo>
                <a:lnTo>
                  <a:pt x="329417" y="152225"/>
                </a:lnTo>
                <a:lnTo>
                  <a:pt x="329785" y="152225"/>
                </a:lnTo>
                <a:lnTo>
                  <a:pt x="336641" y="150858"/>
                </a:lnTo>
                <a:lnTo>
                  <a:pt x="367148" y="131317"/>
                </a:lnTo>
                <a:lnTo>
                  <a:pt x="312166" y="131317"/>
                </a:lnTo>
                <a:lnTo>
                  <a:pt x="308464" y="130555"/>
                </a:lnTo>
                <a:lnTo>
                  <a:pt x="308111" y="130555"/>
                </a:lnTo>
                <a:lnTo>
                  <a:pt x="304946" y="129031"/>
                </a:lnTo>
                <a:lnTo>
                  <a:pt x="300990" y="127253"/>
                </a:lnTo>
                <a:lnTo>
                  <a:pt x="298323" y="124967"/>
                </a:lnTo>
                <a:lnTo>
                  <a:pt x="296291" y="121919"/>
                </a:lnTo>
                <a:lnTo>
                  <a:pt x="294259" y="118999"/>
                </a:lnTo>
                <a:lnTo>
                  <a:pt x="292911" y="115569"/>
                </a:lnTo>
                <a:lnTo>
                  <a:pt x="291973" y="111505"/>
                </a:lnTo>
                <a:lnTo>
                  <a:pt x="291278" y="108330"/>
                </a:lnTo>
                <a:lnTo>
                  <a:pt x="291195" y="107950"/>
                </a:lnTo>
                <a:lnTo>
                  <a:pt x="291084" y="107441"/>
                </a:lnTo>
                <a:lnTo>
                  <a:pt x="290663" y="103759"/>
                </a:lnTo>
                <a:lnTo>
                  <a:pt x="290576" y="93090"/>
                </a:lnTo>
                <a:lnTo>
                  <a:pt x="290985" y="89407"/>
                </a:lnTo>
                <a:lnTo>
                  <a:pt x="308832" y="66293"/>
                </a:lnTo>
                <a:lnTo>
                  <a:pt x="308440" y="66293"/>
                </a:lnTo>
                <a:lnTo>
                  <a:pt x="313182" y="65404"/>
                </a:lnTo>
                <a:lnTo>
                  <a:pt x="368842" y="65404"/>
                </a:lnTo>
                <a:lnTo>
                  <a:pt x="366903" y="62356"/>
                </a:lnTo>
                <a:lnTo>
                  <a:pt x="332581" y="44688"/>
                </a:lnTo>
                <a:lnTo>
                  <a:pt x="326379" y="44074"/>
                </a:lnTo>
                <a:lnTo>
                  <a:pt x="327384" y="44074"/>
                </a:lnTo>
                <a:lnTo>
                  <a:pt x="318770" y="43814"/>
                </a:lnTo>
                <a:close/>
              </a:path>
              <a:path w="556895" h="153669">
                <a:moveTo>
                  <a:pt x="368842" y="65404"/>
                </a:moveTo>
                <a:lnTo>
                  <a:pt x="322834" y="65404"/>
                </a:lnTo>
                <a:lnTo>
                  <a:pt x="327152" y="66293"/>
                </a:lnTo>
                <a:lnTo>
                  <a:pt x="330581" y="67944"/>
                </a:lnTo>
                <a:lnTo>
                  <a:pt x="333883" y="69596"/>
                </a:lnTo>
                <a:lnTo>
                  <a:pt x="336677" y="71881"/>
                </a:lnTo>
                <a:lnTo>
                  <a:pt x="338709" y="74929"/>
                </a:lnTo>
                <a:lnTo>
                  <a:pt x="340741" y="77850"/>
                </a:lnTo>
                <a:lnTo>
                  <a:pt x="344297" y="103759"/>
                </a:lnTo>
                <a:lnTo>
                  <a:pt x="343887" y="107441"/>
                </a:lnTo>
                <a:lnTo>
                  <a:pt x="337820" y="122554"/>
                </a:lnTo>
                <a:lnTo>
                  <a:pt x="335661" y="125475"/>
                </a:lnTo>
                <a:lnTo>
                  <a:pt x="332867" y="127507"/>
                </a:lnTo>
                <a:lnTo>
                  <a:pt x="329311" y="129031"/>
                </a:lnTo>
                <a:lnTo>
                  <a:pt x="325882" y="130555"/>
                </a:lnTo>
                <a:lnTo>
                  <a:pt x="321818" y="131317"/>
                </a:lnTo>
                <a:lnTo>
                  <a:pt x="367148" y="131317"/>
                </a:lnTo>
                <a:lnTo>
                  <a:pt x="369951" y="126873"/>
                </a:lnTo>
                <a:lnTo>
                  <a:pt x="372491" y="120141"/>
                </a:lnTo>
                <a:lnTo>
                  <a:pt x="374904" y="113284"/>
                </a:lnTo>
                <a:lnTo>
                  <a:pt x="376174" y="105790"/>
                </a:lnTo>
                <a:lnTo>
                  <a:pt x="376116" y="88518"/>
                </a:lnTo>
                <a:lnTo>
                  <a:pt x="375050" y="81406"/>
                </a:lnTo>
                <a:lnTo>
                  <a:pt x="374772" y="80517"/>
                </a:lnTo>
                <a:lnTo>
                  <a:pt x="372745" y="74549"/>
                </a:lnTo>
                <a:lnTo>
                  <a:pt x="370459" y="67944"/>
                </a:lnTo>
                <a:lnTo>
                  <a:pt x="368842" y="65404"/>
                </a:lnTo>
                <a:close/>
              </a:path>
              <a:path w="556895" h="153669">
                <a:moveTo>
                  <a:pt x="417449" y="45719"/>
                </a:moveTo>
                <a:lnTo>
                  <a:pt x="406400" y="45719"/>
                </a:lnTo>
                <a:lnTo>
                  <a:pt x="402463" y="46227"/>
                </a:lnTo>
                <a:lnTo>
                  <a:pt x="400939" y="46481"/>
                </a:lnTo>
                <a:lnTo>
                  <a:pt x="399669" y="46862"/>
                </a:lnTo>
                <a:lnTo>
                  <a:pt x="397637" y="47751"/>
                </a:lnTo>
                <a:lnTo>
                  <a:pt x="397256" y="48387"/>
                </a:lnTo>
                <a:lnTo>
                  <a:pt x="396748" y="48894"/>
                </a:lnTo>
                <a:lnTo>
                  <a:pt x="396494" y="49529"/>
                </a:lnTo>
                <a:lnTo>
                  <a:pt x="396494" y="147700"/>
                </a:lnTo>
                <a:lnTo>
                  <a:pt x="396748" y="148336"/>
                </a:lnTo>
                <a:lnTo>
                  <a:pt x="397256" y="148843"/>
                </a:lnTo>
                <a:lnTo>
                  <a:pt x="397637" y="149351"/>
                </a:lnTo>
                <a:lnTo>
                  <a:pt x="398526" y="149860"/>
                </a:lnTo>
                <a:lnTo>
                  <a:pt x="399669" y="150240"/>
                </a:lnTo>
                <a:lnTo>
                  <a:pt x="400939" y="150494"/>
                </a:lnTo>
                <a:lnTo>
                  <a:pt x="402463" y="150875"/>
                </a:lnTo>
                <a:lnTo>
                  <a:pt x="421386" y="150875"/>
                </a:lnTo>
                <a:lnTo>
                  <a:pt x="422910" y="150494"/>
                </a:lnTo>
                <a:lnTo>
                  <a:pt x="424180" y="150240"/>
                </a:lnTo>
                <a:lnTo>
                  <a:pt x="427355" y="147700"/>
                </a:lnTo>
                <a:lnTo>
                  <a:pt x="427355" y="49529"/>
                </a:lnTo>
                <a:lnTo>
                  <a:pt x="421386" y="46227"/>
                </a:lnTo>
                <a:lnTo>
                  <a:pt x="417449" y="45719"/>
                </a:lnTo>
                <a:close/>
              </a:path>
              <a:path w="556895" h="153669">
                <a:moveTo>
                  <a:pt x="418973" y="3048"/>
                </a:moveTo>
                <a:lnTo>
                  <a:pt x="405130" y="3048"/>
                </a:lnTo>
                <a:lnTo>
                  <a:pt x="400431" y="4190"/>
                </a:lnTo>
                <a:lnTo>
                  <a:pt x="397891" y="6350"/>
                </a:lnTo>
                <a:lnTo>
                  <a:pt x="395351" y="8381"/>
                </a:lnTo>
                <a:lnTo>
                  <a:pt x="394165" y="11937"/>
                </a:lnTo>
                <a:lnTo>
                  <a:pt x="394081" y="22987"/>
                </a:lnTo>
                <a:lnTo>
                  <a:pt x="395351" y="26669"/>
                </a:lnTo>
                <a:lnTo>
                  <a:pt x="400177" y="30734"/>
                </a:lnTo>
                <a:lnTo>
                  <a:pt x="404876" y="31750"/>
                </a:lnTo>
                <a:lnTo>
                  <a:pt x="418719" y="31750"/>
                </a:lnTo>
                <a:lnTo>
                  <a:pt x="423418" y="30734"/>
                </a:lnTo>
                <a:lnTo>
                  <a:pt x="425958" y="28575"/>
                </a:lnTo>
                <a:lnTo>
                  <a:pt x="428339" y="26669"/>
                </a:lnTo>
                <a:lnTo>
                  <a:pt x="429683" y="22987"/>
                </a:lnTo>
                <a:lnTo>
                  <a:pt x="429768" y="11937"/>
                </a:lnTo>
                <a:lnTo>
                  <a:pt x="428541" y="8381"/>
                </a:lnTo>
                <a:lnTo>
                  <a:pt x="426246" y="6350"/>
                </a:lnTo>
                <a:lnTo>
                  <a:pt x="423695" y="4190"/>
                </a:lnTo>
                <a:lnTo>
                  <a:pt x="424116" y="4190"/>
                </a:lnTo>
                <a:lnTo>
                  <a:pt x="418973" y="3048"/>
                </a:lnTo>
                <a:close/>
              </a:path>
              <a:path w="556895" h="153669">
                <a:moveTo>
                  <a:pt x="500634" y="43814"/>
                </a:moveTo>
                <a:lnTo>
                  <a:pt x="486664" y="43814"/>
                </a:lnTo>
                <a:lnTo>
                  <a:pt x="479806" y="45085"/>
                </a:lnTo>
                <a:lnTo>
                  <a:pt x="473837" y="47751"/>
                </a:lnTo>
                <a:lnTo>
                  <a:pt x="467868" y="50291"/>
                </a:lnTo>
                <a:lnTo>
                  <a:pt x="447787" y="83057"/>
                </a:lnTo>
                <a:lnTo>
                  <a:pt x="447675" y="83438"/>
                </a:lnTo>
                <a:lnTo>
                  <a:pt x="446532" y="91186"/>
                </a:lnTo>
                <a:lnTo>
                  <a:pt x="446532" y="106934"/>
                </a:lnTo>
                <a:lnTo>
                  <a:pt x="447421" y="113791"/>
                </a:lnTo>
                <a:lnTo>
                  <a:pt x="450658" y="126491"/>
                </a:lnTo>
                <a:lnTo>
                  <a:pt x="450723" y="126746"/>
                </a:lnTo>
                <a:lnTo>
                  <a:pt x="483870" y="153162"/>
                </a:lnTo>
                <a:lnTo>
                  <a:pt x="499745" y="153162"/>
                </a:lnTo>
                <a:lnTo>
                  <a:pt x="530606" y="136143"/>
                </a:lnTo>
                <a:lnTo>
                  <a:pt x="556768" y="136143"/>
                </a:lnTo>
                <a:lnTo>
                  <a:pt x="556768" y="129921"/>
                </a:lnTo>
                <a:lnTo>
                  <a:pt x="495681" y="129921"/>
                </a:lnTo>
                <a:lnTo>
                  <a:pt x="492252" y="129031"/>
                </a:lnTo>
                <a:lnTo>
                  <a:pt x="486664" y="125475"/>
                </a:lnTo>
                <a:lnTo>
                  <a:pt x="484378" y="123062"/>
                </a:lnTo>
                <a:lnTo>
                  <a:pt x="482727" y="120014"/>
                </a:lnTo>
                <a:lnTo>
                  <a:pt x="481147" y="117221"/>
                </a:lnTo>
                <a:lnTo>
                  <a:pt x="481076" y="117093"/>
                </a:lnTo>
                <a:lnTo>
                  <a:pt x="479853" y="113791"/>
                </a:lnTo>
                <a:lnTo>
                  <a:pt x="479171" y="109727"/>
                </a:lnTo>
                <a:lnTo>
                  <a:pt x="478409" y="105917"/>
                </a:lnTo>
                <a:lnTo>
                  <a:pt x="478028" y="101980"/>
                </a:lnTo>
                <a:lnTo>
                  <a:pt x="478028" y="94106"/>
                </a:lnTo>
                <a:lnTo>
                  <a:pt x="478320" y="91186"/>
                </a:lnTo>
                <a:lnTo>
                  <a:pt x="478409" y="90297"/>
                </a:lnTo>
                <a:lnTo>
                  <a:pt x="479298" y="86740"/>
                </a:lnTo>
                <a:lnTo>
                  <a:pt x="480095" y="83438"/>
                </a:lnTo>
                <a:lnTo>
                  <a:pt x="496570" y="66928"/>
                </a:lnTo>
                <a:lnTo>
                  <a:pt x="556768" y="66928"/>
                </a:lnTo>
                <a:lnTo>
                  <a:pt x="556768" y="56896"/>
                </a:lnTo>
                <a:lnTo>
                  <a:pt x="526034" y="56896"/>
                </a:lnTo>
                <a:lnTo>
                  <a:pt x="521081" y="52577"/>
                </a:lnTo>
                <a:lnTo>
                  <a:pt x="516128" y="49402"/>
                </a:lnTo>
                <a:lnTo>
                  <a:pt x="511175" y="47116"/>
                </a:lnTo>
                <a:lnTo>
                  <a:pt x="506222" y="44957"/>
                </a:lnTo>
                <a:lnTo>
                  <a:pt x="500634" y="43814"/>
                </a:lnTo>
                <a:close/>
              </a:path>
              <a:path w="556895" h="153669">
                <a:moveTo>
                  <a:pt x="550037" y="151002"/>
                </a:moveTo>
                <a:lnTo>
                  <a:pt x="537464" y="151002"/>
                </a:lnTo>
                <a:lnTo>
                  <a:pt x="539115" y="151256"/>
                </a:lnTo>
                <a:lnTo>
                  <a:pt x="548386" y="151256"/>
                </a:lnTo>
                <a:lnTo>
                  <a:pt x="550037" y="151002"/>
                </a:lnTo>
                <a:close/>
              </a:path>
              <a:path w="556895" h="153669">
                <a:moveTo>
                  <a:pt x="556768" y="136143"/>
                </a:moveTo>
                <a:lnTo>
                  <a:pt x="530606" y="136143"/>
                </a:lnTo>
                <a:lnTo>
                  <a:pt x="530733" y="148336"/>
                </a:lnTo>
                <a:lnTo>
                  <a:pt x="531139" y="148843"/>
                </a:lnTo>
                <a:lnTo>
                  <a:pt x="531241" y="148971"/>
                </a:lnTo>
                <a:lnTo>
                  <a:pt x="531749" y="149478"/>
                </a:lnTo>
                <a:lnTo>
                  <a:pt x="532384" y="149987"/>
                </a:lnTo>
                <a:lnTo>
                  <a:pt x="533400" y="150240"/>
                </a:lnTo>
                <a:lnTo>
                  <a:pt x="534416" y="150622"/>
                </a:lnTo>
                <a:lnTo>
                  <a:pt x="536511" y="151002"/>
                </a:lnTo>
                <a:lnTo>
                  <a:pt x="550989" y="151002"/>
                </a:lnTo>
                <a:lnTo>
                  <a:pt x="553085" y="150622"/>
                </a:lnTo>
                <a:lnTo>
                  <a:pt x="553974" y="150240"/>
                </a:lnTo>
                <a:lnTo>
                  <a:pt x="554990" y="149987"/>
                </a:lnTo>
                <a:lnTo>
                  <a:pt x="555752" y="149478"/>
                </a:lnTo>
                <a:lnTo>
                  <a:pt x="556133" y="148971"/>
                </a:lnTo>
                <a:lnTo>
                  <a:pt x="556514" y="148336"/>
                </a:lnTo>
                <a:lnTo>
                  <a:pt x="556768" y="147700"/>
                </a:lnTo>
                <a:lnTo>
                  <a:pt x="556768" y="136143"/>
                </a:lnTo>
                <a:close/>
              </a:path>
              <a:path w="556895" h="153669">
                <a:moveTo>
                  <a:pt x="556768" y="66928"/>
                </a:moveTo>
                <a:lnTo>
                  <a:pt x="505079" y="66928"/>
                </a:lnTo>
                <a:lnTo>
                  <a:pt x="509270" y="68325"/>
                </a:lnTo>
                <a:lnTo>
                  <a:pt x="513334" y="70865"/>
                </a:lnTo>
                <a:lnTo>
                  <a:pt x="517398" y="73532"/>
                </a:lnTo>
                <a:lnTo>
                  <a:pt x="521589" y="77215"/>
                </a:lnTo>
                <a:lnTo>
                  <a:pt x="526034" y="82168"/>
                </a:lnTo>
                <a:lnTo>
                  <a:pt x="526034" y="114300"/>
                </a:lnTo>
                <a:lnTo>
                  <a:pt x="512318" y="126491"/>
                </a:lnTo>
                <a:lnTo>
                  <a:pt x="510286" y="127762"/>
                </a:lnTo>
                <a:lnTo>
                  <a:pt x="508254" y="128650"/>
                </a:lnTo>
                <a:lnTo>
                  <a:pt x="504190" y="129666"/>
                </a:lnTo>
                <a:lnTo>
                  <a:pt x="502158" y="129921"/>
                </a:lnTo>
                <a:lnTo>
                  <a:pt x="556768" y="129921"/>
                </a:lnTo>
                <a:lnTo>
                  <a:pt x="556768" y="66928"/>
                </a:lnTo>
                <a:close/>
              </a:path>
              <a:path w="556895" h="153669">
                <a:moveTo>
                  <a:pt x="548894" y="0"/>
                </a:moveTo>
                <a:lnTo>
                  <a:pt x="533908" y="0"/>
                </a:lnTo>
                <a:lnTo>
                  <a:pt x="531876" y="253"/>
                </a:lnTo>
                <a:lnTo>
                  <a:pt x="530352" y="507"/>
                </a:lnTo>
                <a:lnTo>
                  <a:pt x="529209" y="1015"/>
                </a:lnTo>
                <a:lnTo>
                  <a:pt x="527939" y="1397"/>
                </a:lnTo>
                <a:lnTo>
                  <a:pt x="527177" y="1904"/>
                </a:lnTo>
                <a:lnTo>
                  <a:pt x="526669" y="2412"/>
                </a:lnTo>
                <a:lnTo>
                  <a:pt x="526288" y="3048"/>
                </a:lnTo>
                <a:lnTo>
                  <a:pt x="526034" y="3682"/>
                </a:lnTo>
                <a:lnTo>
                  <a:pt x="526034" y="56896"/>
                </a:lnTo>
                <a:lnTo>
                  <a:pt x="556768" y="56896"/>
                </a:lnTo>
                <a:lnTo>
                  <a:pt x="556768" y="3682"/>
                </a:lnTo>
                <a:lnTo>
                  <a:pt x="553466" y="1015"/>
                </a:lnTo>
                <a:lnTo>
                  <a:pt x="552323" y="507"/>
                </a:lnTo>
                <a:lnTo>
                  <a:pt x="550799" y="253"/>
                </a:lnTo>
                <a:lnTo>
                  <a:pt x="548894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839574" y="1991613"/>
            <a:ext cx="959753" cy="15367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216019" y="2266441"/>
            <a:ext cx="793368" cy="15468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217289" y="2668904"/>
            <a:ext cx="502665" cy="13995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89678" y="2661538"/>
            <a:ext cx="1463167" cy="14732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218940" y="2933319"/>
            <a:ext cx="555371" cy="14236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848605" y="2928238"/>
            <a:ext cx="498856" cy="14744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425185" y="2927350"/>
            <a:ext cx="953388" cy="14820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222369" y="3203194"/>
            <a:ext cx="2155443" cy="11925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218940" y="3515105"/>
            <a:ext cx="407035" cy="11226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689855" y="3515105"/>
            <a:ext cx="479171" cy="8318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237353" y="3479927"/>
            <a:ext cx="530606" cy="11836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840476" y="3485007"/>
            <a:ext cx="534035" cy="11328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228465" y="3756914"/>
            <a:ext cx="386461" cy="14770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678807" y="3756914"/>
            <a:ext cx="710691" cy="14782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457952" y="3762375"/>
            <a:ext cx="503682" cy="113284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00075" y="4324159"/>
            <a:ext cx="390525" cy="381000"/>
            <a:chOff x="600075" y="4324159"/>
            <a:chExt cx="390525" cy="381000"/>
          </a:xfrm>
        </p:grpSpPr>
        <p:pic>
          <p:nvPicPr>
            <p:cNvPr id="51" name="object 5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01471" y="4326026"/>
              <a:ext cx="384365" cy="37437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04837" y="4328921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29"/>
                  </a:moveTo>
                  <a:lnTo>
                    <a:pt x="0" y="55244"/>
                  </a:lnTo>
                  <a:lnTo>
                    <a:pt x="0" y="51688"/>
                  </a:lnTo>
                  <a:lnTo>
                    <a:pt x="355" y="48006"/>
                  </a:lnTo>
                  <a:lnTo>
                    <a:pt x="1066" y="44450"/>
                  </a:lnTo>
                  <a:lnTo>
                    <a:pt x="1765" y="40893"/>
                  </a:lnTo>
                  <a:lnTo>
                    <a:pt x="2819" y="37464"/>
                  </a:lnTo>
                  <a:lnTo>
                    <a:pt x="4203" y="34162"/>
                  </a:lnTo>
                  <a:lnTo>
                    <a:pt x="5587" y="30733"/>
                  </a:lnTo>
                  <a:lnTo>
                    <a:pt x="7289" y="27558"/>
                  </a:lnTo>
                  <a:lnTo>
                    <a:pt x="9309" y="24637"/>
                  </a:lnTo>
                  <a:lnTo>
                    <a:pt x="11328" y="21589"/>
                  </a:lnTo>
                  <a:lnTo>
                    <a:pt x="13614" y="18795"/>
                  </a:lnTo>
                  <a:lnTo>
                    <a:pt x="16179" y="16256"/>
                  </a:lnTo>
                  <a:lnTo>
                    <a:pt x="18745" y="13715"/>
                  </a:lnTo>
                  <a:lnTo>
                    <a:pt x="21539" y="11429"/>
                  </a:lnTo>
                  <a:lnTo>
                    <a:pt x="24549" y="9397"/>
                  </a:lnTo>
                  <a:lnTo>
                    <a:pt x="27571" y="7365"/>
                  </a:lnTo>
                  <a:lnTo>
                    <a:pt x="30746" y="5587"/>
                  </a:lnTo>
                  <a:lnTo>
                    <a:pt x="34099" y="4318"/>
                  </a:lnTo>
                  <a:lnTo>
                    <a:pt x="37452" y="2920"/>
                  </a:lnTo>
                  <a:lnTo>
                    <a:pt x="40906" y="1777"/>
                  </a:lnTo>
                  <a:lnTo>
                    <a:pt x="44462" y="1143"/>
                  </a:lnTo>
                  <a:lnTo>
                    <a:pt x="48031" y="381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81"/>
                  </a:lnTo>
                  <a:lnTo>
                    <a:pt x="336524" y="1143"/>
                  </a:lnTo>
                  <a:lnTo>
                    <a:pt x="340093" y="1777"/>
                  </a:lnTo>
                  <a:lnTo>
                    <a:pt x="343547" y="2920"/>
                  </a:lnTo>
                  <a:lnTo>
                    <a:pt x="346900" y="4318"/>
                  </a:lnTo>
                  <a:lnTo>
                    <a:pt x="350240" y="5587"/>
                  </a:lnTo>
                  <a:lnTo>
                    <a:pt x="364820" y="16256"/>
                  </a:lnTo>
                  <a:lnTo>
                    <a:pt x="367385" y="18795"/>
                  </a:lnTo>
                  <a:lnTo>
                    <a:pt x="369671" y="21589"/>
                  </a:lnTo>
                  <a:lnTo>
                    <a:pt x="371690" y="24637"/>
                  </a:lnTo>
                  <a:lnTo>
                    <a:pt x="373697" y="27558"/>
                  </a:lnTo>
                  <a:lnTo>
                    <a:pt x="379933" y="44450"/>
                  </a:lnTo>
                  <a:lnTo>
                    <a:pt x="380644" y="48006"/>
                  </a:lnTo>
                  <a:lnTo>
                    <a:pt x="381000" y="51688"/>
                  </a:lnTo>
                  <a:lnTo>
                    <a:pt x="381000" y="55244"/>
                  </a:lnTo>
                  <a:lnTo>
                    <a:pt x="381000" y="316229"/>
                  </a:lnTo>
                  <a:lnTo>
                    <a:pt x="381000" y="319913"/>
                  </a:lnTo>
                  <a:lnTo>
                    <a:pt x="380644" y="323469"/>
                  </a:lnTo>
                  <a:lnTo>
                    <a:pt x="379933" y="327025"/>
                  </a:lnTo>
                  <a:lnTo>
                    <a:pt x="379222" y="330581"/>
                  </a:lnTo>
                  <a:lnTo>
                    <a:pt x="364820" y="355345"/>
                  </a:lnTo>
                  <a:lnTo>
                    <a:pt x="362254" y="357885"/>
                  </a:lnTo>
                  <a:lnTo>
                    <a:pt x="329374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31" y="371094"/>
                  </a:lnTo>
                  <a:lnTo>
                    <a:pt x="44462" y="370458"/>
                  </a:lnTo>
                  <a:lnTo>
                    <a:pt x="40906" y="369696"/>
                  </a:lnTo>
                  <a:lnTo>
                    <a:pt x="37452" y="368681"/>
                  </a:lnTo>
                  <a:lnTo>
                    <a:pt x="34099" y="367283"/>
                  </a:lnTo>
                  <a:lnTo>
                    <a:pt x="30746" y="365887"/>
                  </a:lnTo>
                  <a:lnTo>
                    <a:pt x="16179" y="355345"/>
                  </a:lnTo>
                  <a:lnTo>
                    <a:pt x="13614" y="352806"/>
                  </a:lnTo>
                  <a:lnTo>
                    <a:pt x="1066" y="327025"/>
                  </a:lnTo>
                  <a:lnTo>
                    <a:pt x="355" y="323469"/>
                  </a:lnTo>
                  <a:lnTo>
                    <a:pt x="0" y="319913"/>
                  </a:lnTo>
                  <a:lnTo>
                    <a:pt x="0" y="316229"/>
                  </a:lnTo>
                  <a:close/>
                </a:path>
              </a:pathLst>
            </a:custGeom>
            <a:ln w="9525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31901" y="4443856"/>
              <a:ext cx="127889" cy="178435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164310" y="4399914"/>
            <a:ext cx="524535" cy="14566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760473" y="4395470"/>
            <a:ext cx="587379" cy="15011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58252" y="4775327"/>
            <a:ext cx="756526" cy="14744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973707" y="4775327"/>
            <a:ext cx="2030603" cy="1473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069460" y="4775327"/>
            <a:ext cx="445897" cy="11836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589398" y="4775327"/>
            <a:ext cx="1084199" cy="11836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743828" y="4775327"/>
            <a:ext cx="347345" cy="11836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171346" y="5057775"/>
            <a:ext cx="383768" cy="14196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619377" y="5051805"/>
            <a:ext cx="534912" cy="119202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223261" y="5068696"/>
            <a:ext cx="455675" cy="102311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2743326" y="5052440"/>
            <a:ext cx="274955" cy="118745"/>
          </a:xfrm>
          <a:custGeom>
            <a:avLst/>
            <a:gdLst/>
            <a:ahLst/>
            <a:cxnLst/>
            <a:rect l="l" t="t" r="r" b="b"/>
            <a:pathLst>
              <a:path w="274955" h="118745">
                <a:moveTo>
                  <a:pt x="39878" y="116967"/>
                </a:moveTo>
                <a:lnTo>
                  <a:pt x="39623" y="116967"/>
                </a:lnTo>
                <a:lnTo>
                  <a:pt x="42925" y="117348"/>
                </a:lnTo>
                <a:lnTo>
                  <a:pt x="48641" y="117348"/>
                </a:lnTo>
                <a:lnTo>
                  <a:pt x="49720" y="117221"/>
                </a:lnTo>
                <a:lnTo>
                  <a:pt x="41655" y="117221"/>
                </a:lnTo>
                <a:lnTo>
                  <a:pt x="39878" y="116967"/>
                </a:lnTo>
                <a:close/>
              </a:path>
              <a:path w="274955" h="118745">
                <a:moveTo>
                  <a:pt x="53975" y="20447"/>
                </a:moveTo>
                <a:lnTo>
                  <a:pt x="37592" y="20447"/>
                </a:lnTo>
                <a:lnTo>
                  <a:pt x="37718" y="115570"/>
                </a:lnTo>
                <a:lnTo>
                  <a:pt x="38227" y="116332"/>
                </a:lnTo>
                <a:lnTo>
                  <a:pt x="38608" y="116586"/>
                </a:lnTo>
                <a:lnTo>
                  <a:pt x="39243" y="116713"/>
                </a:lnTo>
                <a:lnTo>
                  <a:pt x="39878" y="116967"/>
                </a:lnTo>
                <a:lnTo>
                  <a:pt x="41655" y="117221"/>
                </a:lnTo>
                <a:lnTo>
                  <a:pt x="50038" y="117221"/>
                </a:lnTo>
                <a:lnTo>
                  <a:pt x="51562" y="116967"/>
                </a:lnTo>
                <a:lnTo>
                  <a:pt x="52197" y="116713"/>
                </a:lnTo>
                <a:lnTo>
                  <a:pt x="52831" y="116586"/>
                </a:lnTo>
                <a:lnTo>
                  <a:pt x="53340" y="116332"/>
                </a:lnTo>
                <a:lnTo>
                  <a:pt x="53848" y="115570"/>
                </a:lnTo>
                <a:lnTo>
                  <a:pt x="53975" y="20447"/>
                </a:lnTo>
                <a:close/>
              </a:path>
              <a:path w="274955" h="118745">
                <a:moveTo>
                  <a:pt x="51879" y="116967"/>
                </a:moveTo>
                <a:lnTo>
                  <a:pt x="51562" y="116967"/>
                </a:lnTo>
                <a:lnTo>
                  <a:pt x="50038" y="117221"/>
                </a:lnTo>
                <a:lnTo>
                  <a:pt x="49720" y="117221"/>
                </a:lnTo>
                <a:lnTo>
                  <a:pt x="51879" y="116967"/>
                </a:lnTo>
                <a:close/>
              </a:path>
              <a:path w="274955" h="118745">
                <a:moveTo>
                  <a:pt x="89027" y="8128"/>
                </a:moveTo>
                <a:lnTo>
                  <a:pt x="2540" y="8128"/>
                </a:lnTo>
                <a:lnTo>
                  <a:pt x="2031" y="8255"/>
                </a:lnTo>
                <a:lnTo>
                  <a:pt x="0" y="11557"/>
                </a:lnTo>
                <a:lnTo>
                  <a:pt x="0" y="17145"/>
                </a:lnTo>
                <a:lnTo>
                  <a:pt x="127" y="17907"/>
                </a:lnTo>
                <a:lnTo>
                  <a:pt x="381" y="18542"/>
                </a:lnTo>
                <a:lnTo>
                  <a:pt x="889" y="19558"/>
                </a:lnTo>
                <a:lnTo>
                  <a:pt x="2222" y="20447"/>
                </a:lnTo>
                <a:lnTo>
                  <a:pt x="89344" y="20447"/>
                </a:lnTo>
                <a:lnTo>
                  <a:pt x="90678" y="19558"/>
                </a:lnTo>
                <a:lnTo>
                  <a:pt x="91186" y="18542"/>
                </a:lnTo>
                <a:lnTo>
                  <a:pt x="91440" y="17907"/>
                </a:lnTo>
                <a:lnTo>
                  <a:pt x="91440" y="10795"/>
                </a:lnTo>
                <a:lnTo>
                  <a:pt x="89027" y="8128"/>
                </a:lnTo>
                <a:close/>
              </a:path>
              <a:path w="274955" h="118745">
                <a:moveTo>
                  <a:pt x="115950" y="0"/>
                </a:moveTo>
                <a:lnTo>
                  <a:pt x="108331" y="0"/>
                </a:lnTo>
                <a:lnTo>
                  <a:pt x="107315" y="127"/>
                </a:lnTo>
                <a:lnTo>
                  <a:pt x="106553" y="254"/>
                </a:lnTo>
                <a:lnTo>
                  <a:pt x="105283" y="762"/>
                </a:lnTo>
                <a:lnTo>
                  <a:pt x="104902" y="1016"/>
                </a:lnTo>
                <a:lnTo>
                  <a:pt x="104648" y="1397"/>
                </a:lnTo>
                <a:lnTo>
                  <a:pt x="104393" y="1651"/>
                </a:lnTo>
                <a:lnTo>
                  <a:pt x="104393" y="115697"/>
                </a:lnTo>
                <a:lnTo>
                  <a:pt x="104648" y="115951"/>
                </a:lnTo>
                <a:lnTo>
                  <a:pt x="104902" y="116332"/>
                </a:lnTo>
                <a:lnTo>
                  <a:pt x="105283" y="116586"/>
                </a:lnTo>
                <a:lnTo>
                  <a:pt x="105918" y="116840"/>
                </a:lnTo>
                <a:lnTo>
                  <a:pt x="106553" y="116967"/>
                </a:lnTo>
                <a:lnTo>
                  <a:pt x="107315" y="117221"/>
                </a:lnTo>
                <a:lnTo>
                  <a:pt x="108331" y="117348"/>
                </a:lnTo>
                <a:lnTo>
                  <a:pt x="115950" y="117348"/>
                </a:lnTo>
                <a:lnTo>
                  <a:pt x="119634" y="115951"/>
                </a:lnTo>
                <a:lnTo>
                  <a:pt x="119887" y="115697"/>
                </a:lnTo>
                <a:lnTo>
                  <a:pt x="120015" y="115316"/>
                </a:lnTo>
                <a:lnTo>
                  <a:pt x="120015" y="61976"/>
                </a:lnTo>
                <a:lnTo>
                  <a:pt x="124333" y="57150"/>
                </a:lnTo>
                <a:lnTo>
                  <a:pt x="128397" y="53594"/>
                </a:lnTo>
                <a:lnTo>
                  <a:pt x="132334" y="51181"/>
                </a:lnTo>
                <a:lnTo>
                  <a:pt x="136271" y="48641"/>
                </a:lnTo>
                <a:lnTo>
                  <a:pt x="138633" y="47879"/>
                </a:lnTo>
                <a:lnTo>
                  <a:pt x="120015" y="47879"/>
                </a:lnTo>
                <a:lnTo>
                  <a:pt x="120015" y="2032"/>
                </a:lnTo>
                <a:lnTo>
                  <a:pt x="119887" y="1651"/>
                </a:lnTo>
                <a:lnTo>
                  <a:pt x="119634" y="1397"/>
                </a:lnTo>
                <a:lnTo>
                  <a:pt x="119380" y="1016"/>
                </a:lnTo>
                <a:lnTo>
                  <a:pt x="118999" y="762"/>
                </a:lnTo>
                <a:lnTo>
                  <a:pt x="118364" y="508"/>
                </a:lnTo>
                <a:lnTo>
                  <a:pt x="117856" y="254"/>
                </a:lnTo>
                <a:lnTo>
                  <a:pt x="115950" y="0"/>
                </a:lnTo>
                <a:close/>
              </a:path>
              <a:path w="274955" h="118745">
                <a:moveTo>
                  <a:pt x="173389" y="47371"/>
                </a:moveTo>
                <a:lnTo>
                  <a:pt x="147193" y="47371"/>
                </a:lnTo>
                <a:lnTo>
                  <a:pt x="149860" y="47879"/>
                </a:lnTo>
                <a:lnTo>
                  <a:pt x="154431" y="49911"/>
                </a:lnTo>
                <a:lnTo>
                  <a:pt x="162306" y="66294"/>
                </a:lnTo>
                <a:lnTo>
                  <a:pt x="162306" y="115316"/>
                </a:lnTo>
                <a:lnTo>
                  <a:pt x="162433" y="115697"/>
                </a:lnTo>
                <a:lnTo>
                  <a:pt x="162687" y="115951"/>
                </a:lnTo>
                <a:lnTo>
                  <a:pt x="162941" y="116332"/>
                </a:lnTo>
                <a:lnTo>
                  <a:pt x="163322" y="116586"/>
                </a:lnTo>
                <a:lnTo>
                  <a:pt x="163956" y="116840"/>
                </a:lnTo>
                <a:lnTo>
                  <a:pt x="164465" y="116967"/>
                </a:lnTo>
                <a:lnTo>
                  <a:pt x="165227" y="117221"/>
                </a:lnTo>
                <a:lnTo>
                  <a:pt x="166243" y="117348"/>
                </a:lnTo>
                <a:lnTo>
                  <a:pt x="173990" y="117348"/>
                </a:lnTo>
                <a:lnTo>
                  <a:pt x="175006" y="117221"/>
                </a:lnTo>
                <a:lnTo>
                  <a:pt x="175768" y="116967"/>
                </a:lnTo>
                <a:lnTo>
                  <a:pt x="176403" y="116840"/>
                </a:lnTo>
                <a:lnTo>
                  <a:pt x="176911" y="116586"/>
                </a:lnTo>
                <a:lnTo>
                  <a:pt x="177292" y="116332"/>
                </a:lnTo>
                <a:lnTo>
                  <a:pt x="177546" y="115951"/>
                </a:lnTo>
                <a:lnTo>
                  <a:pt x="177800" y="115697"/>
                </a:lnTo>
                <a:lnTo>
                  <a:pt x="177775" y="61976"/>
                </a:lnTo>
                <a:lnTo>
                  <a:pt x="173609" y="47625"/>
                </a:lnTo>
                <a:lnTo>
                  <a:pt x="173389" y="47371"/>
                </a:lnTo>
                <a:close/>
              </a:path>
              <a:path w="274955" h="118745">
                <a:moveTo>
                  <a:pt x="153035" y="35433"/>
                </a:moveTo>
                <a:lnTo>
                  <a:pt x="142748" y="35433"/>
                </a:lnTo>
                <a:lnTo>
                  <a:pt x="138175" y="36449"/>
                </a:lnTo>
                <a:lnTo>
                  <a:pt x="129031" y="40513"/>
                </a:lnTo>
                <a:lnTo>
                  <a:pt x="124460" y="43688"/>
                </a:lnTo>
                <a:lnTo>
                  <a:pt x="120015" y="47879"/>
                </a:lnTo>
                <a:lnTo>
                  <a:pt x="138633" y="47879"/>
                </a:lnTo>
                <a:lnTo>
                  <a:pt x="140208" y="47371"/>
                </a:lnTo>
                <a:lnTo>
                  <a:pt x="173389" y="47371"/>
                </a:lnTo>
                <a:lnTo>
                  <a:pt x="171196" y="44831"/>
                </a:lnTo>
                <a:lnTo>
                  <a:pt x="168783" y="41910"/>
                </a:lnTo>
                <a:lnTo>
                  <a:pt x="165608" y="39624"/>
                </a:lnTo>
                <a:lnTo>
                  <a:pt x="161798" y="37973"/>
                </a:lnTo>
                <a:lnTo>
                  <a:pt x="157861" y="36195"/>
                </a:lnTo>
                <a:lnTo>
                  <a:pt x="153035" y="35433"/>
                </a:lnTo>
                <a:close/>
              </a:path>
              <a:path w="274955" h="118745">
                <a:moveTo>
                  <a:pt x="243967" y="35433"/>
                </a:moveTo>
                <a:lnTo>
                  <a:pt x="230886" y="35433"/>
                </a:lnTo>
                <a:lnTo>
                  <a:pt x="225298" y="36322"/>
                </a:lnTo>
                <a:lnTo>
                  <a:pt x="220218" y="38354"/>
                </a:lnTo>
                <a:lnTo>
                  <a:pt x="215137" y="40259"/>
                </a:lnTo>
                <a:lnTo>
                  <a:pt x="196215" y="70866"/>
                </a:lnTo>
                <a:lnTo>
                  <a:pt x="196215" y="84201"/>
                </a:lnTo>
                <a:lnTo>
                  <a:pt x="207137" y="108204"/>
                </a:lnTo>
                <a:lnTo>
                  <a:pt x="210693" y="111633"/>
                </a:lnTo>
                <a:lnTo>
                  <a:pt x="215137" y="114173"/>
                </a:lnTo>
                <a:lnTo>
                  <a:pt x="225679" y="117729"/>
                </a:lnTo>
                <a:lnTo>
                  <a:pt x="231902" y="118567"/>
                </a:lnTo>
                <a:lnTo>
                  <a:pt x="242950" y="118567"/>
                </a:lnTo>
                <a:lnTo>
                  <a:pt x="246761" y="118300"/>
                </a:lnTo>
                <a:lnTo>
                  <a:pt x="250317" y="117729"/>
                </a:lnTo>
                <a:lnTo>
                  <a:pt x="254000" y="117221"/>
                </a:lnTo>
                <a:lnTo>
                  <a:pt x="269875" y="112014"/>
                </a:lnTo>
                <a:lnTo>
                  <a:pt x="270256" y="111760"/>
                </a:lnTo>
                <a:lnTo>
                  <a:pt x="270298" y="111633"/>
                </a:lnTo>
                <a:lnTo>
                  <a:pt x="270383" y="111379"/>
                </a:lnTo>
                <a:lnTo>
                  <a:pt x="270637" y="111125"/>
                </a:lnTo>
                <a:lnTo>
                  <a:pt x="270764" y="110744"/>
                </a:lnTo>
                <a:lnTo>
                  <a:pt x="270891" y="110236"/>
                </a:lnTo>
                <a:lnTo>
                  <a:pt x="271018" y="109347"/>
                </a:lnTo>
                <a:lnTo>
                  <a:pt x="271145" y="108839"/>
                </a:lnTo>
                <a:lnTo>
                  <a:pt x="271145" y="107315"/>
                </a:lnTo>
                <a:lnTo>
                  <a:pt x="235204" y="107315"/>
                </a:lnTo>
                <a:lnTo>
                  <a:pt x="230886" y="106680"/>
                </a:lnTo>
                <a:lnTo>
                  <a:pt x="213868" y="91186"/>
                </a:lnTo>
                <a:lnTo>
                  <a:pt x="212852" y="87757"/>
                </a:lnTo>
                <a:lnTo>
                  <a:pt x="212496" y="84201"/>
                </a:lnTo>
                <a:lnTo>
                  <a:pt x="212471" y="79756"/>
                </a:lnTo>
                <a:lnTo>
                  <a:pt x="270383" y="79756"/>
                </a:lnTo>
                <a:lnTo>
                  <a:pt x="271780" y="79375"/>
                </a:lnTo>
                <a:lnTo>
                  <a:pt x="272923" y="78359"/>
                </a:lnTo>
                <a:lnTo>
                  <a:pt x="274193" y="77470"/>
                </a:lnTo>
                <a:lnTo>
                  <a:pt x="274828" y="75946"/>
                </a:lnTo>
                <a:lnTo>
                  <a:pt x="274828" y="69596"/>
                </a:lnTo>
                <a:lnTo>
                  <a:pt x="212471" y="69596"/>
                </a:lnTo>
                <a:lnTo>
                  <a:pt x="212598" y="66548"/>
                </a:lnTo>
                <a:lnTo>
                  <a:pt x="213106" y="63627"/>
                </a:lnTo>
                <a:lnTo>
                  <a:pt x="214249" y="60706"/>
                </a:lnTo>
                <a:lnTo>
                  <a:pt x="215265" y="57912"/>
                </a:lnTo>
                <a:lnTo>
                  <a:pt x="232537" y="46228"/>
                </a:lnTo>
                <a:lnTo>
                  <a:pt x="266181" y="46228"/>
                </a:lnTo>
                <a:lnTo>
                  <a:pt x="265938" y="45974"/>
                </a:lnTo>
                <a:lnTo>
                  <a:pt x="263017" y="42672"/>
                </a:lnTo>
                <a:lnTo>
                  <a:pt x="259276" y="40259"/>
                </a:lnTo>
                <a:lnTo>
                  <a:pt x="254694" y="38354"/>
                </a:lnTo>
                <a:lnTo>
                  <a:pt x="249681" y="36322"/>
                </a:lnTo>
                <a:lnTo>
                  <a:pt x="243967" y="35433"/>
                </a:lnTo>
                <a:close/>
              </a:path>
              <a:path w="274955" h="118745">
                <a:moveTo>
                  <a:pt x="269113" y="101600"/>
                </a:moveTo>
                <a:lnTo>
                  <a:pt x="267843" y="101600"/>
                </a:lnTo>
                <a:lnTo>
                  <a:pt x="266700" y="101854"/>
                </a:lnTo>
                <a:lnTo>
                  <a:pt x="265303" y="102489"/>
                </a:lnTo>
                <a:lnTo>
                  <a:pt x="263779" y="102997"/>
                </a:lnTo>
                <a:lnTo>
                  <a:pt x="261874" y="103759"/>
                </a:lnTo>
                <a:lnTo>
                  <a:pt x="259587" y="104394"/>
                </a:lnTo>
                <a:lnTo>
                  <a:pt x="257175" y="105156"/>
                </a:lnTo>
                <a:lnTo>
                  <a:pt x="254508" y="105791"/>
                </a:lnTo>
                <a:lnTo>
                  <a:pt x="248031" y="107061"/>
                </a:lnTo>
                <a:lnTo>
                  <a:pt x="244475" y="107315"/>
                </a:lnTo>
                <a:lnTo>
                  <a:pt x="271145" y="107315"/>
                </a:lnTo>
                <a:lnTo>
                  <a:pt x="271039" y="103759"/>
                </a:lnTo>
                <a:lnTo>
                  <a:pt x="270891" y="103124"/>
                </a:lnTo>
                <a:lnTo>
                  <a:pt x="270637" y="102743"/>
                </a:lnTo>
                <a:lnTo>
                  <a:pt x="270510" y="102362"/>
                </a:lnTo>
                <a:lnTo>
                  <a:pt x="270129" y="102108"/>
                </a:lnTo>
                <a:lnTo>
                  <a:pt x="269875" y="101854"/>
                </a:lnTo>
                <a:lnTo>
                  <a:pt x="269113" y="101600"/>
                </a:lnTo>
                <a:close/>
              </a:path>
              <a:path w="274955" h="118745">
                <a:moveTo>
                  <a:pt x="266181" y="46228"/>
                </a:moveTo>
                <a:lnTo>
                  <a:pt x="243967" y="46228"/>
                </a:lnTo>
                <a:lnTo>
                  <a:pt x="249681" y="48260"/>
                </a:lnTo>
                <a:lnTo>
                  <a:pt x="253619" y="52451"/>
                </a:lnTo>
                <a:lnTo>
                  <a:pt x="257429" y="56642"/>
                </a:lnTo>
                <a:lnTo>
                  <a:pt x="258969" y="61595"/>
                </a:lnTo>
                <a:lnTo>
                  <a:pt x="259080" y="69596"/>
                </a:lnTo>
                <a:lnTo>
                  <a:pt x="274828" y="69596"/>
                </a:lnTo>
                <a:lnTo>
                  <a:pt x="274828" y="66294"/>
                </a:lnTo>
                <a:lnTo>
                  <a:pt x="274189" y="62357"/>
                </a:lnTo>
                <a:lnTo>
                  <a:pt x="274066" y="61595"/>
                </a:lnTo>
                <a:lnTo>
                  <a:pt x="271272" y="52959"/>
                </a:lnTo>
                <a:lnTo>
                  <a:pt x="268986" y="49149"/>
                </a:lnTo>
                <a:lnTo>
                  <a:pt x="266181" y="46228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088513" y="5052440"/>
            <a:ext cx="1349628" cy="14766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502022" y="5052440"/>
            <a:ext cx="242824" cy="118567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815204" y="5052440"/>
            <a:ext cx="1337818" cy="147662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171473" y="5328399"/>
            <a:ext cx="714095" cy="14103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959355" y="5328399"/>
            <a:ext cx="1317117" cy="14754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800347" y="5328399"/>
            <a:ext cx="889000" cy="147548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3346196" y="5363692"/>
            <a:ext cx="389000" cy="83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031"/>
            <a:ext cx="11430000" cy="6971665"/>
          </a:xfrm>
          <a:custGeom>
            <a:avLst/>
            <a:gdLst/>
            <a:ahLst/>
            <a:cxnLst/>
            <a:rect l="l" t="t" r="r" b="b"/>
            <a:pathLst>
              <a:path w="11430000" h="6971665">
                <a:moveTo>
                  <a:pt x="11429746" y="0"/>
                </a:moveTo>
                <a:lnTo>
                  <a:pt x="0" y="0"/>
                </a:lnTo>
                <a:lnTo>
                  <a:pt x="0" y="6971486"/>
                </a:lnTo>
                <a:lnTo>
                  <a:pt x="11429746" y="6971486"/>
                </a:lnTo>
                <a:lnTo>
                  <a:pt x="11429746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54"/>
            <a:ext cx="4285360" cy="69579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360" y="632078"/>
            <a:ext cx="975233" cy="3041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7895" y="641349"/>
            <a:ext cx="1160779" cy="2948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5232" y="624712"/>
            <a:ext cx="2093087" cy="31153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542398" y="625220"/>
            <a:ext cx="717550" cy="311150"/>
          </a:xfrm>
          <a:custGeom>
            <a:avLst/>
            <a:gdLst/>
            <a:ahLst/>
            <a:cxnLst/>
            <a:rect l="l" t="t" r="r" b="b"/>
            <a:pathLst>
              <a:path w="717550" h="311150">
                <a:moveTo>
                  <a:pt x="193581" y="131444"/>
                </a:moveTo>
                <a:lnTo>
                  <a:pt x="105282" y="131444"/>
                </a:lnTo>
                <a:lnTo>
                  <a:pt x="111942" y="132222"/>
                </a:lnTo>
                <a:lnTo>
                  <a:pt x="117221" y="133730"/>
                </a:lnTo>
                <a:lnTo>
                  <a:pt x="136778" y="152145"/>
                </a:lnTo>
                <a:lnTo>
                  <a:pt x="138175" y="156717"/>
                </a:lnTo>
                <a:lnTo>
                  <a:pt x="138810" y="162051"/>
                </a:lnTo>
                <a:lnTo>
                  <a:pt x="138810" y="180212"/>
                </a:lnTo>
                <a:lnTo>
                  <a:pt x="117601" y="180212"/>
                </a:lnTo>
                <a:lnTo>
                  <a:pt x="103479" y="180453"/>
                </a:lnTo>
                <a:lnTo>
                  <a:pt x="55899" y="186412"/>
                </a:lnTo>
                <a:lnTo>
                  <a:pt x="16732" y="205724"/>
                </a:lnTo>
                <a:lnTo>
                  <a:pt x="0" y="247141"/>
                </a:lnTo>
                <a:lnTo>
                  <a:pt x="303" y="253618"/>
                </a:lnTo>
                <a:lnTo>
                  <a:pt x="359" y="254807"/>
                </a:lnTo>
                <a:lnTo>
                  <a:pt x="17325" y="290526"/>
                </a:lnTo>
                <a:lnTo>
                  <a:pt x="54925" y="308719"/>
                </a:lnTo>
                <a:lnTo>
                  <a:pt x="79375" y="311023"/>
                </a:lnTo>
                <a:lnTo>
                  <a:pt x="89689" y="310570"/>
                </a:lnTo>
                <a:lnTo>
                  <a:pt x="133984" y="295005"/>
                </a:lnTo>
                <a:lnTo>
                  <a:pt x="148335" y="283463"/>
                </a:lnTo>
                <a:lnTo>
                  <a:pt x="199262" y="283463"/>
                </a:lnTo>
                <a:lnTo>
                  <a:pt x="199262" y="271779"/>
                </a:lnTo>
                <a:lnTo>
                  <a:pt x="82550" y="271779"/>
                </a:lnTo>
                <a:lnTo>
                  <a:pt x="74549" y="269493"/>
                </a:lnTo>
                <a:lnTo>
                  <a:pt x="68833" y="264794"/>
                </a:lnTo>
                <a:lnTo>
                  <a:pt x="62992" y="260095"/>
                </a:lnTo>
                <a:lnTo>
                  <a:pt x="60148" y="253791"/>
                </a:lnTo>
                <a:lnTo>
                  <a:pt x="60071" y="240537"/>
                </a:lnTo>
                <a:lnTo>
                  <a:pt x="61086" y="236219"/>
                </a:lnTo>
                <a:lnTo>
                  <a:pt x="63119" y="232537"/>
                </a:lnTo>
                <a:lnTo>
                  <a:pt x="65150" y="228726"/>
                </a:lnTo>
                <a:lnTo>
                  <a:pt x="101520" y="215487"/>
                </a:lnTo>
                <a:lnTo>
                  <a:pt x="108150" y="215130"/>
                </a:lnTo>
                <a:lnTo>
                  <a:pt x="199262" y="215130"/>
                </a:lnTo>
                <a:lnTo>
                  <a:pt x="199262" y="167004"/>
                </a:lnTo>
                <a:lnTo>
                  <a:pt x="193886" y="132222"/>
                </a:lnTo>
                <a:lnTo>
                  <a:pt x="193801" y="131952"/>
                </a:lnTo>
                <a:lnTo>
                  <a:pt x="193665" y="131637"/>
                </a:lnTo>
                <a:lnTo>
                  <a:pt x="193581" y="131444"/>
                </a:lnTo>
                <a:close/>
              </a:path>
              <a:path w="717550" h="311150">
                <a:moveTo>
                  <a:pt x="199262" y="283463"/>
                </a:moveTo>
                <a:lnTo>
                  <a:pt x="148335" y="283463"/>
                </a:lnTo>
                <a:lnTo>
                  <a:pt x="148335" y="301116"/>
                </a:lnTo>
                <a:lnTo>
                  <a:pt x="149098" y="302767"/>
                </a:lnTo>
                <a:lnTo>
                  <a:pt x="150495" y="303911"/>
                </a:lnTo>
                <a:lnTo>
                  <a:pt x="151892" y="305180"/>
                </a:lnTo>
                <a:lnTo>
                  <a:pt x="154177" y="305942"/>
                </a:lnTo>
                <a:lnTo>
                  <a:pt x="160908" y="306958"/>
                </a:lnTo>
                <a:lnTo>
                  <a:pt x="166243" y="307213"/>
                </a:lnTo>
                <a:lnTo>
                  <a:pt x="180340" y="307213"/>
                </a:lnTo>
                <a:lnTo>
                  <a:pt x="185547" y="306958"/>
                </a:lnTo>
                <a:lnTo>
                  <a:pt x="192531" y="305942"/>
                </a:lnTo>
                <a:lnTo>
                  <a:pt x="195199" y="305180"/>
                </a:lnTo>
                <a:lnTo>
                  <a:pt x="196723" y="303911"/>
                </a:lnTo>
                <a:lnTo>
                  <a:pt x="198374" y="302767"/>
                </a:lnTo>
                <a:lnTo>
                  <a:pt x="199262" y="301116"/>
                </a:lnTo>
                <a:lnTo>
                  <a:pt x="199262" y="283463"/>
                </a:lnTo>
                <a:close/>
              </a:path>
              <a:path w="717550" h="311150">
                <a:moveTo>
                  <a:pt x="199262" y="215130"/>
                </a:moveTo>
                <a:lnTo>
                  <a:pt x="138810" y="215130"/>
                </a:lnTo>
                <a:lnTo>
                  <a:pt x="138810" y="248412"/>
                </a:lnTo>
                <a:lnTo>
                  <a:pt x="133215" y="253791"/>
                </a:lnTo>
                <a:lnTo>
                  <a:pt x="101473" y="271779"/>
                </a:lnTo>
                <a:lnTo>
                  <a:pt x="199262" y="271779"/>
                </a:lnTo>
                <a:lnTo>
                  <a:pt x="199262" y="215130"/>
                </a:lnTo>
                <a:close/>
              </a:path>
              <a:path w="717550" h="311150">
                <a:moveTo>
                  <a:pt x="102870" y="89407"/>
                </a:moveTo>
                <a:lnTo>
                  <a:pt x="61741" y="93979"/>
                </a:lnTo>
                <a:lnTo>
                  <a:pt x="24129" y="106679"/>
                </a:lnTo>
                <a:lnTo>
                  <a:pt x="13207" y="118237"/>
                </a:lnTo>
                <a:lnTo>
                  <a:pt x="12319" y="120903"/>
                </a:lnTo>
                <a:lnTo>
                  <a:pt x="11937" y="124460"/>
                </a:lnTo>
                <a:lnTo>
                  <a:pt x="12000" y="133213"/>
                </a:lnTo>
                <a:lnTo>
                  <a:pt x="12117" y="134619"/>
                </a:lnTo>
                <a:lnTo>
                  <a:pt x="12192" y="135508"/>
                </a:lnTo>
                <a:lnTo>
                  <a:pt x="13092" y="140462"/>
                </a:lnTo>
                <a:lnTo>
                  <a:pt x="13207" y="141097"/>
                </a:lnTo>
                <a:lnTo>
                  <a:pt x="21208" y="151256"/>
                </a:lnTo>
                <a:lnTo>
                  <a:pt x="25526" y="151256"/>
                </a:lnTo>
                <a:lnTo>
                  <a:pt x="28955" y="150240"/>
                </a:lnTo>
                <a:lnTo>
                  <a:pt x="33147" y="148208"/>
                </a:lnTo>
                <a:lnTo>
                  <a:pt x="37210" y="146176"/>
                </a:lnTo>
                <a:lnTo>
                  <a:pt x="42418" y="143890"/>
                </a:lnTo>
                <a:lnTo>
                  <a:pt x="82946" y="132222"/>
                </a:lnTo>
                <a:lnTo>
                  <a:pt x="97535" y="131444"/>
                </a:lnTo>
                <a:lnTo>
                  <a:pt x="193581" y="131444"/>
                </a:lnTo>
                <a:lnTo>
                  <a:pt x="190732" y="124878"/>
                </a:lnTo>
                <a:lnTo>
                  <a:pt x="155477" y="96500"/>
                </a:lnTo>
                <a:lnTo>
                  <a:pt x="127355" y="90640"/>
                </a:lnTo>
                <a:lnTo>
                  <a:pt x="127890" y="90640"/>
                </a:lnTo>
                <a:lnTo>
                  <a:pt x="115254" y="89693"/>
                </a:lnTo>
                <a:lnTo>
                  <a:pt x="102870" y="89407"/>
                </a:lnTo>
                <a:close/>
              </a:path>
              <a:path w="717550" h="311150">
                <a:moveTo>
                  <a:pt x="287147" y="93344"/>
                </a:moveTo>
                <a:lnTo>
                  <a:pt x="268350" y="93344"/>
                </a:lnTo>
                <a:lnTo>
                  <a:pt x="261620" y="94106"/>
                </a:lnTo>
                <a:lnTo>
                  <a:pt x="251205" y="100456"/>
                </a:lnTo>
                <a:lnTo>
                  <a:pt x="251205" y="299974"/>
                </a:lnTo>
                <a:lnTo>
                  <a:pt x="251586" y="301243"/>
                </a:lnTo>
                <a:lnTo>
                  <a:pt x="252602" y="302260"/>
                </a:lnTo>
                <a:lnTo>
                  <a:pt x="253619" y="303402"/>
                </a:lnTo>
                <a:lnTo>
                  <a:pt x="255270" y="304291"/>
                </a:lnTo>
                <a:lnTo>
                  <a:pt x="257682" y="305053"/>
                </a:lnTo>
                <a:lnTo>
                  <a:pt x="259969" y="305815"/>
                </a:lnTo>
                <a:lnTo>
                  <a:pt x="263144" y="306324"/>
                </a:lnTo>
                <a:lnTo>
                  <a:pt x="271018" y="307086"/>
                </a:lnTo>
                <a:lnTo>
                  <a:pt x="292989" y="307086"/>
                </a:lnTo>
                <a:lnTo>
                  <a:pt x="311276" y="302260"/>
                </a:lnTo>
                <a:lnTo>
                  <a:pt x="312293" y="301243"/>
                </a:lnTo>
                <a:lnTo>
                  <a:pt x="312800" y="299974"/>
                </a:lnTo>
                <a:lnTo>
                  <a:pt x="312800" y="167893"/>
                </a:lnTo>
                <a:lnTo>
                  <a:pt x="319208" y="160916"/>
                </a:lnTo>
                <a:lnTo>
                  <a:pt x="353568" y="137667"/>
                </a:lnTo>
                <a:lnTo>
                  <a:pt x="454374" y="137667"/>
                </a:lnTo>
                <a:lnTo>
                  <a:pt x="452885" y="133153"/>
                </a:lnTo>
                <a:lnTo>
                  <a:pt x="449833" y="126285"/>
                </a:lnTo>
                <a:lnTo>
                  <a:pt x="448923" y="124713"/>
                </a:lnTo>
                <a:lnTo>
                  <a:pt x="303656" y="124713"/>
                </a:lnTo>
                <a:lnTo>
                  <a:pt x="303656" y="100456"/>
                </a:lnTo>
                <a:lnTo>
                  <a:pt x="293877" y="94106"/>
                </a:lnTo>
                <a:lnTo>
                  <a:pt x="287147" y="93344"/>
                </a:lnTo>
                <a:close/>
              </a:path>
              <a:path w="717550" h="311150">
                <a:moveTo>
                  <a:pt x="454374" y="137667"/>
                </a:moveTo>
                <a:lnTo>
                  <a:pt x="367665" y="137667"/>
                </a:lnTo>
                <a:lnTo>
                  <a:pt x="372999" y="138683"/>
                </a:lnTo>
                <a:lnTo>
                  <a:pt x="377698" y="140842"/>
                </a:lnTo>
                <a:lnTo>
                  <a:pt x="398145" y="176783"/>
                </a:lnTo>
                <a:lnTo>
                  <a:pt x="398145" y="299974"/>
                </a:lnTo>
                <a:lnTo>
                  <a:pt x="398525" y="301243"/>
                </a:lnTo>
                <a:lnTo>
                  <a:pt x="399542" y="302260"/>
                </a:lnTo>
                <a:lnTo>
                  <a:pt x="400557" y="303402"/>
                </a:lnTo>
                <a:lnTo>
                  <a:pt x="402208" y="304291"/>
                </a:lnTo>
                <a:lnTo>
                  <a:pt x="406780" y="305815"/>
                </a:lnTo>
                <a:lnTo>
                  <a:pt x="409828" y="306324"/>
                </a:lnTo>
                <a:lnTo>
                  <a:pt x="417829" y="307086"/>
                </a:lnTo>
                <a:lnTo>
                  <a:pt x="439674" y="307086"/>
                </a:lnTo>
                <a:lnTo>
                  <a:pt x="457961" y="302260"/>
                </a:lnTo>
                <a:lnTo>
                  <a:pt x="458977" y="301243"/>
                </a:lnTo>
                <a:lnTo>
                  <a:pt x="459485" y="299974"/>
                </a:lnTo>
                <a:lnTo>
                  <a:pt x="459479" y="176783"/>
                </a:lnTo>
                <a:lnTo>
                  <a:pt x="459288" y="169290"/>
                </a:lnTo>
                <a:lnTo>
                  <a:pt x="459224" y="166750"/>
                </a:lnTo>
                <a:lnTo>
                  <a:pt x="458543" y="158495"/>
                </a:lnTo>
                <a:lnTo>
                  <a:pt x="458438" y="157225"/>
                </a:lnTo>
                <a:lnTo>
                  <a:pt x="457128" y="148462"/>
                </a:lnTo>
                <a:lnTo>
                  <a:pt x="455382" y="140842"/>
                </a:lnTo>
                <a:lnTo>
                  <a:pt x="455295" y="140462"/>
                </a:lnTo>
                <a:lnTo>
                  <a:pt x="454374" y="137667"/>
                </a:lnTo>
                <a:close/>
              </a:path>
              <a:path w="717550" h="311150">
                <a:moveTo>
                  <a:pt x="379475" y="89407"/>
                </a:moveTo>
                <a:lnTo>
                  <a:pt x="340486" y="98170"/>
                </a:lnTo>
                <a:lnTo>
                  <a:pt x="303656" y="124713"/>
                </a:lnTo>
                <a:lnTo>
                  <a:pt x="448923" y="124713"/>
                </a:lnTo>
                <a:lnTo>
                  <a:pt x="417322" y="96138"/>
                </a:lnTo>
                <a:lnTo>
                  <a:pt x="379475" y="89407"/>
                </a:lnTo>
                <a:close/>
              </a:path>
              <a:path w="717550" h="311150">
                <a:moveTo>
                  <a:pt x="593090" y="89407"/>
                </a:moveTo>
                <a:lnTo>
                  <a:pt x="552069" y="97408"/>
                </a:lnTo>
                <a:lnTo>
                  <a:pt x="516580" y="127805"/>
                </a:lnTo>
                <a:lnTo>
                  <a:pt x="501249" y="166510"/>
                </a:lnTo>
                <a:lnTo>
                  <a:pt x="497712" y="202818"/>
                </a:lnTo>
                <a:lnTo>
                  <a:pt x="498022" y="213629"/>
                </a:lnTo>
                <a:lnTo>
                  <a:pt x="498861" y="223138"/>
                </a:lnTo>
                <a:lnTo>
                  <a:pt x="498951" y="224155"/>
                </a:lnTo>
                <a:lnTo>
                  <a:pt x="500499" y="234394"/>
                </a:lnTo>
                <a:lnTo>
                  <a:pt x="502583" y="243966"/>
                </a:lnTo>
                <a:lnTo>
                  <a:pt x="502666" y="244348"/>
                </a:lnTo>
                <a:lnTo>
                  <a:pt x="524246" y="285865"/>
                </a:lnTo>
                <a:lnTo>
                  <a:pt x="565721" y="308832"/>
                </a:lnTo>
                <a:lnTo>
                  <a:pt x="588772" y="311023"/>
                </a:lnTo>
                <a:lnTo>
                  <a:pt x="599330" y="310475"/>
                </a:lnTo>
                <a:lnTo>
                  <a:pt x="599617" y="310475"/>
                </a:lnTo>
                <a:lnTo>
                  <a:pt x="609730" y="308832"/>
                </a:lnTo>
                <a:lnTo>
                  <a:pt x="609938" y="308832"/>
                </a:lnTo>
                <a:lnTo>
                  <a:pt x="620186" y="305933"/>
                </a:lnTo>
                <a:lnTo>
                  <a:pt x="656472" y="284325"/>
                </a:lnTo>
                <a:lnTo>
                  <a:pt x="664972" y="276605"/>
                </a:lnTo>
                <a:lnTo>
                  <a:pt x="717042" y="276605"/>
                </a:lnTo>
                <a:lnTo>
                  <a:pt x="717042" y="264032"/>
                </a:lnTo>
                <a:lnTo>
                  <a:pt x="595629" y="264032"/>
                </a:lnTo>
                <a:lnTo>
                  <a:pt x="589143" y="262381"/>
                </a:lnTo>
                <a:lnTo>
                  <a:pt x="588837" y="262381"/>
                </a:lnTo>
                <a:lnTo>
                  <a:pt x="583056" y="258572"/>
                </a:lnTo>
                <a:lnTo>
                  <a:pt x="562609" y="223138"/>
                </a:lnTo>
                <a:lnTo>
                  <a:pt x="561085" y="215391"/>
                </a:lnTo>
                <a:lnTo>
                  <a:pt x="560324" y="207390"/>
                </a:lnTo>
                <a:lnTo>
                  <a:pt x="560324" y="191388"/>
                </a:lnTo>
                <a:lnTo>
                  <a:pt x="570737" y="156210"/>
                </a:lnTo>
                <a:lnTo>
                  <a:pt x="574294" y="150113"/>
                </a:lnTo>
                <a:lnTo>
                  <a:pt x="578866" y="145287"/>
                </a:lnTo>
                <a:lnTo>
                  <a:pt x="584707" y="141731"/>
                </a:lnTo>
                <a:lnTo>
                  <a:pt x="590423" y="138175"/>
                </a:lnTo>
                <a:lnTo>
                  <a:pt x="597407" y="136398"/>
                </a:lnTo>
                <a:lnTo>
                  <a:pt x="717042" y="136398"/>
                </a:lnTo>
                <a:lnTo>
                  <a:pt x="717042" y="115824"/>
                </a:lnTo>
                <a:lnTo>
                  <a:pt x="655954" y="115824"/>
                </a:lnTo>
                <a:lnTo>
                  <a:pt x="648598" y="109729"/>
                </a:lnTo>
                <a:lnTo>
                  <a:pt x="641207" y="104409"/>
                </a:lnTo>
                <a:lnTo>
                  <a:pt x="602532" y="89908"/>
                </a:lnTo>
                <a:lnTo>
                  <a:pt x="603579" y="89908"/>
                </a:lnTo>
                <a:lnTo>
                  <a:pt x="593090" y="89407"/>
                </a:lnTo>
                <a:close/>
              </a:path>
              <a:path w="717550" h="311150">
                <a:moveTo>
                  <a:pt x="717042" y="276605"/>
                </a:moveTo>
                <a:lnTo>
                  <a:pt x="664972" y="276605"/>
                </a:lnTo>
                <a:lnTo>
                  <a:pt x="664972" y="300100"/>
                </a:lnTo>
                <a:lnTo>
                  <a:pt x="681990" y="307086"/>
                </a:lnTo>
                <a:lnTo>
                  <a:pt x="700404" y="307086"/>
                </a:lnTo>
                <a:lnTo>
                  <a:pt x="717042" y="300100"/>
                </a:lnTo>
                <a:lnTo>
                  <a:pt x="717042" y="276605"/>
                </a:lnTo>
                <a:close/>
              </a:path>
              <a:path w="717550" h="311150">
                <a:moveTo>
                  <a:pt x="717042" y="136398"/>
                </a:moveTo>
                <a:lnTo>
                  <a:pt x="605281" y="136398"/>
                </a:lnTo>
                <a:lnTo>
                  <a:pt x="611858" y="136878"/>
                </a:lnTo>
                <a:lnTo>
                  <a:pt x="618267" y="138334"/>
                </a:lnTo>
                <a:lnTo>
                  <a:pt x="655954" y="167131"/>
                </a:lnTo>
                <a:lnTo>
                  <a:pt x="655954" y="232410"/>
                </a:lnTo>
                <a:lnTo>
                  <a:pt x="650748" y="238251"/>
                </a:lnTo>
                <a:lnTo>
                  <a:pt x="645922" y="243204"/>
                </a:lnTo>
                <a:lnTo>
                  <a:pt x="641476" y="247268"/>
                </a:lnTo>
                <a:lnTo>
                  <a:pt x="637158" y="251332"/>
                </a:lnTo>
                <a:lnTo>
                  <a:pt x="632841" y="254507"/>
                </a:lnTo>
                <a:lnTo>
                  <a:pt x="628650" y="257048"/>
                </a:lnTo>
                <a:lnTo>
                  <a:pt x="624585" y="259587"/>
                </a:lnTo>
                <a:lnTo>
                  <a:pt x="620395" y="261365"/>
                </a:lnTo>
                <a:lnTo>
                  <a:pt x="616457" y="262381"/>
                </a:lnTo>
                <a:lnTo>
                  <a:pt x="612521" y="263525"/>
                </a:lnTo>
                <a:lnTo>
                  <a:pt x="608329" y="264032"/>
                </a:lnTo>
                <a:lnTo>
                  <a:pt x="717042" y="264032"/>
                </a:lnTo>
                <a:lnTo>
                  <a:pt x="717042" y="136398"/>
                </a:lnTo>
                <a:close/>
              </a:path>
              <a:path w="717550" h="311150">
                <a:moveTo>
                  <a:pt x="692530" y="0"/>
                </a:moveTo>
                <a:lnTo>
                  <a:pt x="680466" y="0"/>
                </a:lnTo>
                <a:lnTo>
                  <a:pt x="675512" y="253"/>
                </a:lnTo>
                <a:lnTo>
                  <a:pt x="655954" y="8000"/>
                </a:lnTo>
                <a:lnTo>
                  <a:pt x="655954" y="115824"/>
                </a:lnTo>
                <a:lnTo>
                  <a:pt x="717042" y="115824"/>
                </a:lnTo>
                <a:lnTo>
                  <a:pt x="717042" y="8000"/>
                </a:lnTo>
                <a:lnTo>
                  <a:pt x="692530" y="0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05628" y="1186941"/>
            <a:ext cx="1667637" cy="31165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880840" y="1853667"/>
            <a:ext cx="868044" cy="1560830"/>
            <a:chOff x="4880840" y="1853667"/>
            <a:chExt cx="868044" cy="156083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1753" y="1854834"/>
              <a:ext cx="862558" cy="155435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86198" y="1859025"/>
              <a:ext cx="857250" cy="1550035"/>
            </a:xfrm>
            <a:custGeom>
              <a:avLst/>
              <a:gdLst/>
              <a:ahLst/>
              <a:cxnLst/>
              <a:rect l="l" t="t" r="r" b="b"/>
              <a:pathLst>
                <a:path w="857250" h="1550035">
                  <a:moveTo>
                    <a:pt x="0" y="1378331"/>
                  </a:moveTo>
                  <a:lnTo>
                    <a:pt x="428625" y="1549781"/>
                  </a:lnTo>
                  <a:lnTo>
                    <a:pt x="857250" y="137833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378331"/>
                  </a:lnTo>
                  <a:close/>
                </a:path>
              </a:pathLst>
            </a:custGeom>
            <a:ln w="10716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7866" y="2556890"/>
              <a:ext cx="83058" cy="16192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17767" y="2108834"/>
            <a:ext cx="1020699" cy="14312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003290" y="2481579"/>
            <a:ext cx="274955" cy="118745"/>
          </a:xfrm>
          <a:custGeom>
            <a:avLst/>
            <a:gdLst/>
            <a:ahLst/>
            <a:cxnLst/>
            <a:rect l="l" t="t" r="r" b="b"/>
            <a:pathLst>
              <a:path w="274954" h="118744">
                <a:moveTo>
                  <a:pt x="52070" y="116586"/>
                </a:moveTo>
                <a:lnTo>
                  <a:pt x="39115" y="116586"/>
                </a:lnTo>
                <a:lnTo>
                  <a:pt x="39750" y="116840"/>
                </a:lnTo>
                <a:lnTo>
                  <a:pt x="51435" y="116840"/>
                </a:lnTo>
                <a:lnTo>
                  <a:pt x="52070" y="116586"/>
                </a:lnTo>
                <a:close/>
              </a:path>
              <a:path w="274954" h="118744">
                <a:moveTo>
                  <a:pt x="53848" y="20320"/>
                </a:moveTo>
                <a:lnTo>
                  <a:pt x="37464" y="20320"/>
                </a:lnTo>
                <a:lnTo>
                  <a:pt x="37464" y="115062"/>
                </a:lnTo>
                <a:lnTo>
                  <a:pt x="37592" y="115443"/>
                </a:lnTo>
                <a:lnTo>
                  <a:pt x="38100" y="116205"/>
                </a:lnTo>
                <a:lnTo>
                  <a:pt x="38671" y="116586"/>
                </a:lnTo>
                <a:lnTo>
                  <a:pt x="52451" y="116586"/>
                </a:lnTo>
                <a:lnTo>
                  <a:pt x="53212" y="116205"/>
                </a:lnTo>
                <a:lnTo>
                  <a:pt x="53721" y="115443"/>
                </a:lnTo>
                <a:lnTo>
                  <a:pt x="53848" y="20320"/>
                </a:lnTo>
                <a:close/>
              </a:path>
              <a:path w="274954" h="118744">
                <a:moveTo>
                  <a:pt x="89408" y="8128"/>
                </a:moveTo>
                <a:lnTo>
                  <a:pt x="1905" y="8128"/>
                </a:lnTo>
                <a:lnTo>
                  <a:pt x="1143" y="8636"/>
                </a:lnTo>
                <a:lnTo>
                  <a:pt x="762" y="9017"/>
                </a:lnTo>
                <a:lnTo>
                  <a:pt x="508" y="9398"/>
                </a:lnTo>
                <a:lnTo>
                  <a:pt x="254" y="9906"/>
                </a:lnTo>
                <a:lnTo>
                  <a:pt x="0" y="10668"/>
                </a:lnTo>
                <a:lnTo>
                  <a:pt x="0" y="17780"/>
                </a:lnTo>
                <a:lnTo>
                  <a:pt x="254" y="18415"/>
                </a:lnTo>
                <a:lnTo>
                  <a:pt x="762" y="19431"/>
                </a:lnTo>
                <a:lnTo>
                  <a:pt x="2095" y="20320"/>
                </a:lnTo>
                <a:lnTo>
                  <a:pt x="89217" y="20320"/>
                </a:lnTo>
                <a:lnTo>
                  <a:pt x="90550" y="19431"/>
                </a:lnTo>
                <a:lnTo>
                  <a:pt x="91059" y="18415"/>
                </a:lnTo>
                <a:lnTo>
                  <a:pt x="91312" y="17780"/>
                </a:lnTo>
                <a:lnTo>
                  <a:pt x="91567" y="16256"/>
                </a:lnTo>
                <a:lnTo>
                  <a:pt x="91567" y="12192"/>
                </a:lnTo>
                <a:lnTo>
                  <a:pt x="89408" y="8128"/>
                </a:lnTo>
                <a:close/>
              </a:path>
              <a:path w="274954" h="118744">
                <a:moveTo>
                  <a:pt x="117771" y="116840"/>
                </a:moveTo>
                <a:lnTo>
                  <a:pt x="106425" y="116840"/>
                </a:lnTo>
                <a:lnTo>
                  <a:pt x="107187" y="117094"/>
                </a:lnTo>
                <a:lnTo>
                  <a:pt x="116839" y="117094"/>
                </a:lnTo>
                <a:lnTo>
                  <a:pt x="117771" y="116840"/>
                </a:lnTo>
                <a:close/>
              </a:path>
              <a:path w="274954" h="118744">
                <a:moveTo>
                  <a:pt x="175640" y="116840"/>
                </a:moveTo>
                <a:lnTo>
                  <a:pt x="164337" y="116840"/>
                </a:lnTo>
                <a:lnTo>
                  <a:pt x="165100" y="117094"/>
                </a:lnTo>
                <a:lnTo>
                  <a:pt x="174879" y="117094"/>
                </a:lnTo>
                <a:lnTo>
                  <a:pt x="175640" y="116840"/>
                </a:lnTo>
                <a:close/>
              </a:path>
              <a:path w="274954" h="118744">
                <a:moveTo>
                  <a:pt x="116839" y="0"/>
                </a:moveTo>
                <a:lnTo>
                  <a:pt x="107187" y="0"/>
                </a:lnTo>
                <a:lnTo>
                  <a:pt x="106425" y="127"/>
                </a:lnTo>
                <a:lnTo>
                  <a:pt x="105156" y="635"/>
                </a:lnTo>
                <a:lnTo>
                  <a:pt x="104775" y="889"/>
                </a:lnTo>
                <a:lnTo>
                  <a:pt x="104521" y="1270"/>
                </a:lnTo>
                <a:lnTo>
                  <a:pt x="104267" y="1524"/>
                </a:lnTo>
                <a:lnTo>
                  <a:pt x="104139" y="1905"/>
                </a:lnTo>
                <a:lnTo>
                  <a:pt x="104139" y="115189"/>
                </a:lnTo>
                <a:lnTo>
                  <a:pt x="104267" y="115570"/>
                </a:lnTo>
                <a:lnTo>
                  <a:pt x="104521" y="115824"/>
                </a:lnTo>
                <a:lnTo>
                  <a:pt x="104775" y="116205"/>
                </a:lnTo>
                <a:lnTo>
                  <a:pt x="105156" y="116459"/>
                </a:lnTo>
                <a:lnTo>
                  <a:pt x="106108" y="116840"/>
                </a:lnTo>
                <a:lnTo>
                  <a:pt x="117919" y="116840"/>
                </a:lnTo>
                <a:lnTo>
                  <a:pt x="118872" y="116459"/>
                </a:lnTo>
                <a:lnTo>
                  <a:pt x="119252" y="116205"/>
                </a:lnTo>
                <a:lnTo>
                  <a:pt x="119507" y="115824"/>
                </a:lnTo>
                <a:lnTo>
                  <a:pt x="119761" y="115570"/>
                </a:lnTo>
                <a:lnTo>
                  <a:pt x="119887" y="61849"/>
                </a:lnTo>
                <a:lnTo>
                  <a:pt x="124206" y="57023"/>
                </a:lnTo>
                <a:lnTo>
                  <a:pt x="128270" y="53467"/>
                </a:lnTo>
                <a:lnTo>
                  <a:pt x="132207" y="51054"/>
                </a:lnTo>
                <a:lnTo>
                  <a:pt x="136144" y="48514"/>
                </a:lnTo>
                <a:lnTo>
                  <a:pt x="138506" y="47752"/>
                </a:lnTo>
                <a:lnTo>
                  <a:pt x="119887" y="47752"/>
                </a:lnTo>
                <a:lnTo>
                  <a:pt x="119761" y="1524"/>
                </a:lnTo>
                <a:lnTo>
                  <a:pt x="119507" y="1270"/>
                </a:lnTo>
                <a:lnTo>
                  <a:pt x="119252" y="889"/>
                </a:lnTo>
                <a:lnTo>
                  <a:pt x="118872" y="635"/>
                </a:lnTo>
                <a:lnTo>
                  <a:pt x="118237" y="381"/>
                </a:lnTo>
                <a:lnTo>
                  <a:pt x="117729" y="127"/>
                </a:lnTo>
                <a:lnTo>
                  <a:pt x="116839" y="0"/>
                </a:lnTo>
                <a:close/>
              </a:path>
              <a:path w="274954" h="118744">
                <a:moveTo>
                  <a:pt x="173262" y="47244"/>
                </a:moveTo>
                <a:lnTo>
                  <a:pt x="147065" y="47244"/>
                </a:lnTo>
                <a:lnTo>
                  <a:pt x="149733" y="47752"/>
                </a:lnTo>
                <a:lnTo>
                  <a:pt x="154305" y="49784"/>
                </a:lnTo>
                <a:lnTo>
                  <a:pt x="162306" y="115570"/>
                </a:lnTo>
                <a:lnTo>
                  <a:pt x="162560" y="115824"/>
                </a:lnTo>
                <a:lnTo>
                  <a:pt x="162813" y="116205"/>
                </a:lnTo>
                <a:lnTo>
                  <a:pt x="163195" y="116459"/>
                </a:lnTo>
                <a:lnTo>
                  <a:pt x="164147" y="116840"/>
                </a:lnTo>
                <a:lnTo>
                  <a:pt x="176022" y="116840"/>
                </a:lnTo>
                <a:lnTo>
                  <a:pt x="176784" y="116459"/>
                </a:lnTo>
                <a:lnTo>
                  <a:pt x="177164" y="116205"/>
                </a:lnTo>
                <a:lnTo>
                  <a:pt x="177419" y="115824"/>
                </a:lnTo>
                <a:lnTo>
                  <a:pt x="177673" y="115570"/>
                </a:lnTo>
                <a:lnTo>
                  <a:pt x="177648" y="61849"/>
                </a:lnTo>
                <a:lnTo>
                  <a:pt x="173482" y="47498"/>
                </a:lnTo>
                <a:lnTo>
                  <a:pt x="173262" y="47244"/>
                </a:lnTo>
                <a:close/>
              </a:path>
              <a:path w="274954" h="118744">
                <a:moveTo>
                  <a:pt x="152908" y="35306"/>
                </a:moveTo>
                <a:lnTo>
                  <a:pt x="142621" y="35306"/>
                </a:lnTo>
                <a:lnTo>
                  <a:pt x="138049" y="36322"/>
                </a:lnTo>
                <a:lnTo>
                  <a:pt x="128905" y="40386"/>
                </a:lnTo>
                <a:lnTo>
                  <a:pt x="124333" y="43561"/>
                </a:lnTo>
                <a:lnTo>
                  <a:pt x="119887" y="47752"/>
                </a:lnTo>
                <a:lnTo>
                  <a:pt x="138506" y="47752"/>
                </a:lnTo>
                <a:lnTo>
                  <a:pt x="140081" y="47244"/>
                </a:lnTo>
                <a:lnTo>
                  <a:pt x="173262" y="47244"/>
                </a:lnTo>
                <a:lnTo>
                  <a:pt x="171069" y="44704"/>
                </a:lnTo>
                <a:lnTo>
                  <a:pt x="168656" y="41783"/>
                </a:lnTo>
                <a:lnTo>
                  <a:pt x="165481" y="39497"/>
                </a:lnTo>
                <a:lnTo>
                  <a:pt x="161671" y="37846"/>
                </a:lnTo>
                <a:lnTo>
                  <a:pt x="157734" y="36068"/>
                </a:lnTo>
                <a:lnTo>
                  <a:pt x="152908" y="35306"/>
                </a:lnTo>
                <a:close/>
              </a:path>
              <a:path w="274954" h="118744">
                <a:moveTo>
                  <a:pt x="243839" y="35306"/>
                </a:moveTo>
                <a:lnTo>
                  <a:pt x="230759" y="35306"/>
                </a:lnTo>
                <a:lnTo>
                  <a:pt x="225171" y="36195"/>
                </a:lnTo>
                <a:lnTo>
                  <a:pt x="220090" y="38227"/>
                </a:lnTo>
                <a:lnTo>
                  <a:pt x="215011" y="40132"/>
                </a:lnTo>
                <a:lnTo>
                  <a:pt x="196087" y="70739"/>
                </a:lnTo>
                <a:lnTo>
                  <a:pt x="196087" y="84074"/>
                </a:lnTo>
                <a:lnTo>
                  <a:pt x="207010" y="108077"/>
                </a:lnTo>
                <a:lnTo>
                  <a:pt x="210302" y="111252"/>
                </a:lnTo>
                <a:lnTo>
                  <a:pt x="210788" y="111633"/>
                </a:lnTo>
                <a:lnTo>
                  <a:pt x="215011" y="114046"/>
                </a:lnTo>
                <a:lnTo>
                  <a:pt x="225551" y="117602"/>
                </a:lnTo>
                <a:lnTo>
                  <a:pt x="231775" y="118491"/>
                </a:lnTo>
                <a:lnTo>
                  <a:pt x="242824" y="118491"/>
                </a:lnTo>
                <a:lnTo>
                  <a:pt x="269748" y="111887"/>
                </a:lnTo>
                <a:lnTo>
                  <a:pt x="270129" y="111633"/>
                </a:lnTo>
                <a:lnTo>
                  <a:pt x="270256" y="111252"/>
                </a:lnTo>
                <a:lnTo>
                  <a:pt x="270510" y="110998"/>
                </a:lnTo>
                <a:lnTo>
                  <a:pt x="270637" y="110617"/>
                </a:lnTo>
                <a:lnTo>
                  <a:pt x="270763" y="110109"/>
                </a:lnTo>
                <a:lnTo>
                  <a:pt x="270890" y="109220"/>
                </a:lnTo>
                <a:lnTo>
                  <a:pt x="271018" y="108712"/>
                </a:lnTo>
                <a:lnTo>
                  <a:pt x="271018" y="107188"/>
                </a:lnTo>
                <a:lnTo>
                  <a:pt x="235076" y="107188"/>
                </a:lnTo>
                <a:lnTo>
                  <a:pt x="230759" y="106553"/>
                </a:lnTo>
                <a:lnTo>
                  <a:pt x="227202" y="105283"/>
                </a:lnTo>
                <a:lnTo>
                  <a:pt x="223647" y="103886"/>
                </a:lnTo>
                <a:lnTo>
                  <a:pt x="221143" y="102362"/>
                </a:lnTo>
                <a:lnTo>
                  <a:pt x="220966" y="102362"/>
                </a:lnTo>
                <a:lnTo>
                  <a:pt x="218439" y="99695"/>
                </a:lnTo>
                <a:lnTo>
                  <a:pt x="216281" y="97282"/>
                </a:lnTo>
                <a:lnTo>
                  <a:pt x="214630" y="94361"/>
                </a:lnTo>
                <a:lnTo>
                  <a:pt x="213740" y="91059"/>
                </a:lnTo>
                <a:lnTo>
                  <a:pt x="212725" y="87630"/>
                </a:lnTo>
                <a:lnTo>
                  <a:pt x="212369" y="84074"/>
                </a:lnTo>
                <a:lnTo>
                  <a:pt x="212344" y="79629"/>
                </a:lnTo>
                <a:lnTo>
                  <a:pt x="270256" y="79629"/>
                </a:lnTo>
                <a:lnTo>
                  <a:pt x="271652" y="79248"/>
                </a:lnTo>
                <a:lnTo>
                  <a:pt x="272796" y="78232"/>
                </a:lnTo>
                <a:lnTo>
                  <a:pt x="274065" y="77343"/>
                </a:lnTo>
                <a:lnTo>
                  <a:pt x="274700" y="75819"/>
                </a:lnTo>
                <a:lnTo>
                  <a:pt x="274700" y="69469"/>
                </a:lnTo>
                <a:lnTo>
                  <a:pt x="212344" y="69469"/>
                </a:lnTo>
                <a:lnTo>
                  <a:pt x="212471" y="66421"/>
                </a:lnTo>
                <a:lnTo>
                  <a:pt x="212979" y="63500"/>
                </a:lnTo>
                <a:lnTo>
                  <a:pt x="214122" y="60579"/>
                </a:lnTo>
                <a:lnTo>
                  <a:pt x="215137" y="57785"/>
                </a:lnTo>
                <a:lnTo>
                  <a:pt x="232410" y="46101"/>
                </a:lnTo>
                <a:lnTo>
                  <a:pt x="266054" y="46101"/>
                </a:lnTo>
                <a:lnTo>
                  <a:pt x="265811" y="45847"/>
                </a:lnTo>
                <a:lnTo>
                  <a:pt x="262889" y="42545"/>
                </a:lnTo>
                <a:lnTo>
                  <a:pt x="259149" y="40132"/>
                </a:lnTo>
                <a:lnTo>
                  <a:pt x="254567" y="38227"/>
                </a:lnTo>
                <a:lnTo>
                  <a:pt x="249555" y="36195"/>
                </a:lnTo>
                <a:lnTo>
                  <a:pt x="243839" y="35306"/>
                </a:lnTo>
                <a:close/>
              </a:path>
              <a:path w="274954" h="118744">
                <a:moveTo>
                  <a:pt x="269367" y="101600"/>
                </a:moveTo>
                <a:lnTo>
                  <a:pt x="267144" y="101600"/>
                </a:lnTo>
                <a:lnTo>
                  <a:pt x="266573" y="101727"/>
                </a:lnTo>
                <a:lnTo>
                  <a:pt x="265175" y="102362"/>
                </a:lnTo>
                <a:lnTo>
                  <a:pt x="263334" y="102997"/>
                </a:lnTo>
                <a:lnTo>
                  <a:pt x="261747" y="103632"/>
                </a:lnTo>
                <a:lnTo>
                  <a:pt x="259461" y="104267"/>
                </a:lnTo>
                <a:lnTo>
                  <a:pt x="257048" y="105029"/>
                </a:lnTo>
                <a:lnTo>
                  <a:pt x="254381" y="105664"/>
                </a:lnTo>
                <a:lnTo>
                  <a:pt x="247904" y="106934"/>
                </a:lnTo>
                <a:lnTo>
                  <a:pt x="244348" y="107188"/>
                </a:lnTo>
                <a:lnTo>
                  <a:pt x="271018" y="107188"/>
                </a:lnTo>
                <a:lnTo>
                  <a:pt x="270912" y="103632"/>
                </a:lnTo>
                <a:lnTo>
                  <a:pt x="270763" y="102997"/>
                </a:lnTo>
                <a:lnTo>
                  <a:pt x="270510" y="102616"/>
                </a:lnTo>
                <a:lnTo>
                  <a:pt x="270425" y="102362"/>
                </a:lnTo>
                <a:lnTo>
                  <a:pt x="270573" y="102362"/>
                </a:lnTo>
                <a:lnTo>
                  <a:pt x="269620" y="101727"/>
                </a:lnTo>
                <a:lnTo>
                  <a:pt x="269748" y="101727"/>
                </a:lnTo>
                <a:lnTo>
                  <a:pt x="269367" y="101600"/>
                </a:lnTo>
                <a:close/>
              </a:path>
              <a:path w="274954" h="118744">
                <a:moveTo>
                  <a:pt x="266054" y="46101"/>
                </a:moveTo>
                <a:lnTo>
                  <a:pt x="243839" y="46101"/>
                </a:lnTo>
                <a:lnTo>
                  <a:pt x="249555" y="48133"/>
                </a:lnTo>
                <a:lnTo>
                  <a:pt x="253492" y="52324"/>
                </a:lnTo>
                <a:lnTo>
                  <a:pt x="257301" y="56515"/>
                </a:lnTo>
                <a:lnTo>
                  <a:pt x="259080" y="62230"/>
                </a:lnTo>
                <a:lnTo>
                  <a:pt x="259057" y="63500"/>
                </a:lnTo>
                <a:lnTo>
                  <a:pt x="258952" y="69469"/>
                </a:lnTo>
                <a:lnTo>
                  <a:pt x="274700" y="69469"/>
                </a:lnTo>
                <a:lnTo>
                  <a:pt x="274700" y="66167"/>
                </a:lnTo>
                <a:lnTo>
                  <a:pt x="274062" y="62230"/>
                </a:lnTo>
                <a:lnTo>
                  <a:pt x="273938" y="61468"/>
                </a:lnTo>
                <a:lnTo>
                  <a:pt x="271145" y="52832"/>
                </a:lnTo>
                <a:lnTo>
                  <a:pt x="268859" y="49022"/>
                </a:lnTo>
                <a:lnTo>
                  <a:pt x="266054" y="46101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41617" y="2481579"/>
            <a:ext cx="417957" cy="11849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28028" y="2486786"/>
            <a:ext cx="96647" cy="1132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86905" y="2481579"/>
            <a:ext cx="749808" cy="1184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811261" y="2481579"/>
            <a:ext cx="464693" cy="14719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46185" y="2481579"/>
            <a:ext cx="468884" cy="14719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78951" y="2481579"/>
            <a:ext cx="616373" cy="14719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559073" y="2486786"/>
            <a:ext cx="881850" cy="14236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16371" y="2759075"/>
            <a:ext cx="522858" cy="1473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604634" y="2759075"/>
            <a:ext cx="538988" cy="14744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13727" y="2764154"/>
            <a:ext cx="161798" cy="1132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38770" y="2759328"/>
            <a:ext cx="711961" cy="11811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8227948" y="2759075"/>
            <a:ext cx="337185" cy="118745"/>
          </a:xfrm>
          <a:custGeom>
            <a:avLst/>
            <a:gdLst/>
            <a:ahLst/>
            <a:cxnLst/>
            <a:rect l="l" t="t" r="r" b="b"/>
            <a:pathLst>
              <a:path w="337184" h="118744">
                <a:moveTo>
                  <a:pt x="66548" y="8000"/>
                </a:moveTo>
                <a:lnTo>
                  <a:pt x="4349" y="8000"/>
                </a:lnTo>
                <a:lnTo>
                  <a:pt x="2952" y="8509"/>
                </a:lnTo>
                <a:lnTo>
                  <a:pt x="3090" y="8509"/>
                </a:lnTo>
                <a:lnTo>
                  <a:pt x="1832" y="9271"/>
                </a:lnTo>
                <a:lnTo>
                  <a:pt x="634" y="10033"/>
                </a:lnTo>
                <a:lnTo>
                  <a:pt x="0" y="11557"/>
                </a:lnTo>
                <a:lnTo>
                  <a:pt x="0" y="113029"/>
                </a:lnTo>
                <a:lnTo>
                  <a:pt x="634" y="114553"/>
                </a:lnTo>
                <a:lnTo>
                  <a:pt x="2031" y="115443"/>
                </a:lnTo>
                <a:lnTo>
                  <a:pt x="3301" y="116332"/>
                </a:lnTo>
                <a:lnTo>
                  <a:pt x="4699" y="116712"/>
                </a:lnTo>
                <a:lnTo>
                  <a:pt x="66928" y="116712"/>
                </a:lnTo>
                <a:lnTo>
                  <a:pt x="67691" y="116332"/>
                </a:lnTo>
                <a:lnTo>
                  <a:pt x="68072" y="116204"/>
                </a:lnTo>
                <a:lnTo>
                  <a:pt x="68452" y="115824"/>
                </a:lnTo>
                <a:lnTo>
                  <a:pt x="68643" y="115443"/>
                </a:lnTo>
                <a:lnTo>
                  <a:pt x="68706" y="115315"/>
                </a:lnTo>
                <a:lnTo>
                  <a:pt x="69087" y="114808"/>
                </a:lnTo>
                <a:lnTo>
                  <a:pt x="69342" y="114173"/>
                </a:lnTo>
                <a:lnTo>
                  <a:pt x="69342" y="107187"/>
                </a:lnTo>
                <a:lnTo>
                  <a:pt x="69087" y="106552"/>
                </a:lnTo>
                <a:lnTo>
                  <a:pt x="68706" y="106045"/>
                </a:lnTo>
                <a:lnTo>
                  <a:pt x="68452" y="105537"/>
                </a:lnTo>
                <a:lnTo>
                  <a:pt x="67691" y="105028"/>
                </a:lnTo>
                <a:lnTo>
                  <a:pt x="67182" y="104775"/>
                </a:lnTo>
                <a:lnTo>
                  <a:pt x="16636" y="104775"/>
                </a:lnTo>
                <a:lnTo>
                  <a:pt x="16636" y="65786"/>
                </a:lnTo>
                <a:lnTo>
                  <a:pt x="59372" y="65786"/>
                </a:lnTo>
                <a:lnTo>
                  <a:pt x="59944" y="65404"/>
                </a:lnTo>
                <a:lnTo>
                  <a:pt x="60325" y="65404"/>
                </a:lnTo>
                <a:lnTo>
                  <a:pt x="60832" y="64897"/>
                </a:lnTo>
                <a:lnTo>
                  <a:pt x="61086" y="64515"/>
                </a:lnTo>
                <a:lnTo>
                  <a:pt x="61595" y="63500"/>
                </a:lnTo>
                <a:lnTo>
                  <a:pt x="61595" y="56514"/>
                </a:lnTo>
                <a:lnTo>
                  <a:pt x="60832" y="54990"/>
                </a:lnTo>
                <a:lnTo>
                  <a:pt x="60451" y="54737"/>
                </a:lnTo>
                <a:lnTo>
                  <a:pt x="59944" y="54483"/>
                </a:lnTo>
                <a:lnTo>
                  <a:pt x="59562" y="54228"/>
                </a:lnTo>
                <a:lnTo>
                  <a:pt x="16636" y="54228"/>
                </a:lnTo>
                <a:lnTo>
                  <a:pt x="16636" y="19938"/>
                </a:lnTo>
                <a:lnTo>
                  <a:pt x="66357" y="19938"/>
                </a:lnTo>
                <a:lnTo>
                  <a:pt x="66928" y="19558"/>
                </a:lnTo>
                <a:lnTo>
                  <a:pt x="67436" y="19303"/>
                </a:lnTo>
                <a:lnTo>
                  <a:pt x="67691" y="19050"/>
                </a:lnTo>
                <a:lnTo>
                  <a:pt x="68199" y="18034"/>
                </a:lnTo>
                <a:lnTo>
                  <a:pt x="68452" y="17399"/>
                </a:lnTo>
                <a:lnTo>
                  <a:pt x="68452" y="10413"/>
                </a:lnTo>
                <a:lnTo>
                  <a:pt x="66928" y="8254"/>
                </a:lnTo>
                <a:lnTo>
                  <a:pt x="66548" y="8000"/>
                </a:lnTo>
                <a:close/>
              </a:path>
              <a:path w="337184" h="118744">
                <a:moveTo>
                  <a:pt x="151174" y="46354"/>
                </a:moveTo>
                <a:lnTo>
                  <a:pt x="123062" y="46354"/>
                </a:lnTo>
                <a:lnTo>
                  <a:pt x="127126" y="46862"/>
                </a:lnTo>
                <a:lnTo>
                  <a:pt x="126534" y="46862"/>
                </a:lnTo>
                <a:lnTo>
                  <a:pt x="131614" y="48387"/>
                </a:lnTo>
                <a:lnTo>
                  <a:pt x="131416" y="48387"/>
                </a:lnTo>
                <a:lnTo>
                  <a:pt x="133223" y="49402"/>
                </a:lnTo>
                <a:lnTo>
                  <a:pt x="134747" y="50926"/>
                </a:lnTo>
                <a:lnTo>
                  <a:pt x="136398" y="52450"/>
                </a:lnTo>
                <a:lnTo>
                  <a:pt x="137541" y="54228"/>
                </a:lnTo>
                <a:lnTo>
                  <a:pt x="138175" y="56514"/>
                </a:lnTo>
                <a:lnTo>
                  <a:pt x="138957" y="58927"/>
                </a:lnTo>
                <a:lnTo>
                  <a:pt x="139319" y="61340"/>
                </a:lnTo>
                <a:lnTo>
                  <a:pt x="139319" y="70103"/>
                </a:lnTo>
                <a:lnTo>
                  <a:pt x="120523" y="70103"/>
                </a:lnTo>
                <a:lnTo>
                  <a:pt x="114426" y="70612"/>
                </a:lnTo>
                <a:lnTo>
                  <a:pt x="86741" y="84200"/>
                </a:lnTo>
                <a:lnTo>
                  <a:pt x="84708" y="87249"/>
                </a:lnTo>
                <a:lnTo>
                  <a:pt x="83693" y="91059"/>
                </a:lnTo>
                <a:lnTo>
                  <a:pt x="83693" y="98933"/>
                </a:lnTo>
                <a:lnTo>
                  <a:pt x="84333" y="101600"/>
                </a:lnTo>
                <a:lnTo>
                  <a:pt x="84454" y="102108"/>
                </a:lnTo>
                <a:lnTo>
                  <a:pt x="98054" y="115824"/>
                </a:lnTo>
                <a:lnTo>
                  <a:pt x="98250" y="115824"/>
                </a:lnTo>
                <a:lnTo>
                  <a:pt x="105155" y="117728"/>
                </a:lnTo>
                <a:lnTo>
                  <a:pt x="109347" y="118363"/>
                </a:lnTo>
                <a:lnTo>
                  <a:pt x="119125" y="118363"/>
                </a:lnTo>
                <a:lnTo>
                  <a:pt x="124078" y="117348"/>
                </a:lnTo>
                <a:lnTo>
                  <a:pt x="128650" y="115315"/>
                </a:lnTo>
                <a:lnTo>
                  <a:pt x="133350" y="113411"/>
                </a:lnTo>
                <a:lnTo>
                  <a:pt x="137668" y="110616"/>
                </a:lnTo>
                <a:lnTo>
                  <a:pt x="141195" y="107441"/>
                </a:lnTo>
                <a:lnTo>
                  <a:pt x="111251" y="107441"/>
                </a:lnTo>
                <a:lnTo>
                  <a:pt x="107187" y="106299"/>
                </a:lnTo>
                <a:lnTo>
                  <a:pt x="101473" y="101600"/>
                </a:lnTo>
                <a:lnTo>
                  <a:pt x="100075" y="98551"/>
                </a:lnTo>
                <a:lnTo>
                  <a:pt x="100075" y="92328"/>
                </a:lnTo>
                <a:lnTo>
                  <a:pt x="100583" y="90297"/>
                </a:lnTo>
                <a:lnTo>
                  <a:pt x="101600" y="88519"/>
                </a:lnTo>
                <a:lnTo>
                  <a:pt x="102489" y="86740"/>
                </a:lnTo>
                <a:lnTo>
                  <a:pt x="121284" y="80137"/>
                </a:lnTo>
                <a:lnTo>
                  <a:pt x="155194" y="80137"/>
                </a:lnTo>
                <a:lnTo>
                  <a:pt x="155194" y="58927"/>
                </a:lnTo>
                <a:lnTo>
                  <a:pt x="154558" y="54863"/>
                </a:lnTo>
                <a:lnTo>
                  <a:pt x="153289" y="51308"/>
                </a:lnTo>
                <a:lnTo>
                  <a:pt x="152146" y="47751"/>
                </a:lnTo>
                <a:lnTo>
                  <a:pt x="151174" y="46354"/>
                </a:lnTo>
                <a:close/>
              </a:path>
              <a:path w="337184" h="118744">
                <a:moveTo>
                  <a:pt x="152273" y="116966"/>
                </a:moveTo>
                <a:lnTo>
                  <a:pt x="144272" y="116966"/>
                </a:lnTo>
                <a:lnTo>
                  <a:pt x="145287" y="117094"/>
                </a:lnTo>
                <a:lnTo>
                  <a:pt x="151383" y="117094"/>
                </a:lnTo>
                <a:lnTo>
                  <a:pt x="152273" y="116966"/>
                </a:lnTo>
                <a:close/>
              </a:path>
              <a:path w="337184" h="118744">
                <a:moveTo>
                  <a:pt x="155194" y="107187"/>
                </a:moveTo>
                <a:lnTo>
                  <a:pt x="141477" y="107187"/>
                </a:lnTo>
                <a:lnTo>
                  <a:pt x="141604" y="115824"/>
                </a:lnTo>
                <a:lnTo>
                  <a:pt x="142112" y="116204"/>
                </a:lnTo>
                <a:lnTo>
                  <a:pt x="142494" y="116586"/>
                </a:lnTo>
                <a:lnTo>
                  <a:pt x="143636" y="116966"/>
                </a:lnTo>
                <a:lnTo>
                  <a:pt x="152780" y="116966"/>
                </a:lnTo>
                <a:lnTo>
                  <a:pt x="153924" y="116586"/>
                </a:lnTo>
                <a:lnTo>
                  <a:pt x="154940" y="115824"/>
                </a:lnTo>
                <a:lnTo>
                  <a:pt x="155194" y="115315"/>
                </a:lnTo>
                <a:lnTo>
                  <a:pt x="155194" y="107187"/>
                </a:lnTo>
                <a:close/>
              </a:path>
              <a:path w="337184" h="118744">
                <a:moveTo>
                  <a:pt x="155194" y="80137"/>
                </a:moveTo>
                <a:lnTo>
                  <a:pt x="139319" y="80137"/>
                </a:lnTo>
                <a:lnTo>
                  <a:pt x="139319" y="96138"/>
                </a:lnTo>
                <a:lnTo>
                  <a:pt x="135381" y="99949"/>
                </a:lnTo>
                <a:lnTo>
                  <a:pt x="131572" y="102870"/>
                </a:lnTo>
                <a:lnTo>
                  <a:pt x="128016" y="104648"/>
                </a:lnTo>
                <a:lnTo>
                  <a:pt x="124459" y="106552"/>
                </a:lnTo>
                <a:lnTo>
                  <a:pt x="120523" y="107441"/>
                </a:lnTo>
                <a:lnTo>
                  <a:pt x="141195" y="107441"/>
                </a:lnTo>
                <a:lnTo>
                  <a:pt x="141477" y="107187"/>
                </a:lnTo>
                <a:lnTo>
                  <a:pt x="155194" y="107187"/>
                </a:lnTo>
                <a:lnTo>
                  <a:pt x="155194" y="80137"/>
                </a:lnTo>
                <a:close/>
              </a:path>
              <a:path w="337184" h="118744">
                <a:moveTo>
                  <a:pt x="127126" y="35178"/>
                </a:moveTo>
                <a:lnTo>
                  <a:pt x="117475" y="35178"/>
                </a:lnTo>
                <a:lnTo>
                  <a:pt x="114173" y="35433"/>
                </a:lnTo>
                <a:lnTo>
                  <a:pt x="94487" y="40639"/>
                </a:lnTo>
                <a:lnTo>
                  <a:pt x="92328" y="41656"/>
                </a:lnTo>
                <a:lnTo>
                  <a:pt x="88265" y="45593"/>
                </a:lnTo>
                <a:lnTo>
                  <a:pt x="88010" y="46354"/>
                </a:lnTo>
                <a:lnTo>
                  <a:pt x="88836" y="52959"/>
                </a:lnTo>
                <a:lnTo>
                  <a:pt x="89026" y="53339"/>
                </a:lnTo>
                <a:lnTo>
                  <a:pt x="89534" y="53848"/>
                </a:lnTo>
                <a:lnTo>
                  <a:pt x="89789" y="53848"/>
                </a:lnTo>
                <a:lnTo>
                  <a:pt x="90360" y="54228"/>
                </a:lnTo>
                <a:lnTo>
                  <a:pt x="91948" y="54228"/>
                </a:lnTo>
                <a:lnTo>
                  <a:pt x="93091" y="53848"/>
                </a:lnTo>
                <a:lnTo>
                  <a:pt x="94615" y="52959"/>
                </a:lnTo>
                <a:lnTo>
                  <a:pt x="98171" y="51308"/>
                </a:lnTo>
                <a:lnTo>
                  <a:pt x="115443" y="46354"/>
                </a:lnTo>
                <a:lnTo>
                  <a:pt x="151174" y="46354"/>
                </a:lnTo>
                <a:lnTo>
                  <a:pt x="150114" y="44831"/>
                </a:lnTo>
                <a:lnTo>
                  <a:pt x="144779" y="40004"/>
                </a:lnTo>
                <a:lnTo>
                  <a:pt x="141224" y="38226"/>
                </a:lnTo>
                <a:lnTo>
                  <a:pt x="136778" y="36957"/>
                </a:lnTo>
                <a:lnTo>
                  <a:pt x="132460" y="35813"/>
                </a:lnTo>
                <a:lnTo>
                  <a:pt x="127126" y="35178"/>
                </a:lnTo>
                <a:close/>
              </a:path>
              <a:path w="337184" h="118744">
                <a:moveTo>
                  <a:pt x="218312" y="35178"/>
                </a:moveTo>
                <a:lnTo>
                  <a:pt x="209803" y="35178"/>
                </a:lnTo>
                <a:lnTo>
                  <a:pt x="204470" y="36068"/>
                </a:lnTo>
                <a:lnTo>
                  <a:pt x="176022" y="63881"/>
                </a:lnTo>
                <a:lnTo>
                  <a:pt x="175005" y="70231"/>
                </a:lnTo>
                <a:lnTo>
                  <a:pt x="175005" y="84200"/>
                </a:lnTo>
                <a:lnTo>
                  <a:pt x="175768" y="90043"/>
                </a:lnTo>
                <a:lnTo>
                  <a:pt x="177546" y="95123"/>
                </a:lnTo>
                <a:lnTo>
                  <a:pt x="178731" y="98678"/>
                </a:lnTo>
                <a:lnTo>
                  <a:pt x="197103" y="115570"/>
                </a:lnTo>
                <a:lnTo>
                  <a:pt x="201929" y="117475"/>
                </a:lnTo>
                <a:lnTo>
                  <a:pt x="207518" y="118363"/>
                </a:lnTo>
                <a:lnTo>
                  <a:pt x="216789" y="118363"/>
                </a:lnTo>
                <a:lnTo>
                  <a:pt x="242950" y="107823"/>
                </a:lnTo>
                <a:lnTo>
                  <a:pt x="243204" y="107314"/>
                </a:lnTo>
                <a:lnTo>
                  <a:pt x="243331" y="106807"/>
                </a:lnTo>
                <a:lnTo>
                  <a:pt x="243458" y="106299"/>
                </a:lnTo>
                <a:lnTo>
                  <a:pt x="211835" y="106299"/>
                </a:lnTo>
                <a:lnTo>
                  <a:pt x="209092" y="105790"/>
                </a:lnTo>
                <a:lnTo>
                  <a:pt x="208731" y="105790"/>
                </a:lnTo>
                <a:lnTo>
                  <a:pt x="205485" y="104521"/>
                </a:lnTo>
                <a:lnTo>
                  <a:pt x="202437" y="103250"/>
                </a:lnTo>
                <a:lnTo>
                  <a:pt x="199898" y="101473"/>
                </a:lnTo>
                <a:lnTo>
                  <a:pt x="197866" y="98933"/>
                </a:lnTo>
                <a:lnTo>
                  <a:pt x="196047" y="96774"/>
                </a:lnTo>
                <a:lnTo>
                  <a:pt x="195077" y="95123"/>
                </a:lnTo>
                <a:lnTo>
                  <a:pt x="194182" y="93472"/>
                </a:lnTo>
                <a:lnTo>
                  <a:pt x="192150" y="86106"/>
                </a:lnTo>
                <a:lnTo>
                  <a:pt x="191516" y="81787"/>
                </a:lnTo>
                <a:lnTo>
                  <a:pt x="191516" y="67183"/>
                </a:lnTo>
                <a:lnTo>
                  <a:pt x="193675" y="59689"/>
                </a:lnTo>
                <a:lnTo>
                  <a:pt x="201802" y="49529"/>
                </a:lnTo>
                <a:lnTo>
                  <a:pt x="207645" y="46862"/>
                </a:lnTo>
                <a:lnTo>
                  <a:pt x="243027" y="46862"/>
                </a:lnTo>
                <a:lnTo>
                  <a:pt x="242950" y="46100"/>
                </a:lnTo>
                <a:lnTo>
                  <a:pt x="242697" y="45593"/>
                </a:lnTo>
                <a:lnTo>
                  <a:pt x="242570" y="45085"/>
                </a:lnTo>
                <a:lnTo>
                  <a:pt x="242316" y="44576"/>
                </a:lnTo>
                <a:lnTo>
                  <a:pt x="242061" y="44196"/>
                </a:lnTo>
                <a:lnTo>
                  <a:pt x="241173" y="43307"/>
                </a:lnTo>
                <a:lnTo>
                  <a:pt x="240410" y="42672"/>
                </a:lnTo>
                <a:lnTo>
                  <a:pt x="239649" y="41910"/>
                </a:lnTo>
                <a:lnTo>
                  <a:pt x="236727" y="40132"/>
                </a:lnTo>
                <a:lnTo>
                  <a:pt x="235203" y="39370"/>
                </a:lnTo>
                <a:lnTo>
                  <a:pt x="233045" y="38353"/>
                </a:lnTo>
                <a:lnTo>
                  <a:pt x="230885" y="37719"/>
                </a:lnTo>
                <a:lnTo>
                  <a:pt x="228600" y="36957"/>
                </a:lnTo>
                <a:lnTo>
                  <a:pt x="226186" y="36322"/>
                </a:lnTo>
                <a:lnTo>
                  <a:pt x="223647" y="35940"/>
                </a:lnTo>
                <a:lnTo>
                  <a:pt x="220979" y="35433"/>
                </a:lnTo>
                <a:lnTo>
                  <a:pt x="218312" y="35178"/>
                </a:lnTo>
                <a:close/>
              </a:path>
              <a:path w="337184" h="118744">
                <a:moveTo>
                  <a:pt x="241807" y="96774"/>
                </a:moveTo>
                <a:lnTo>
                  <a:pt x="239902" y="96774"/>
                </a:lnTo>
                <a:lnTo>
                  <a:pt x="239141" y="97154"/>
                </a:lnTo>
                <a:lnTo>
                  <a:pt x="236696" y="98933"/>
                </a:lnTo>
                <a:lnTo>
                  <a:pt x="236142" y="99313"/>
                </a:lnTo>
                <a:lnTo>
                  <a:pt x="219455" y="106299"/>
                </a:lnTo>
                <a:lnTo>
                  <a:pt x="243458" y="106299"/>
                </a:lnTo>
                <a:lnTo>
                  <a:pt x="242316" y="97154"/>
                </a:lnTo>
                <a:lnTo>
                  <a:pt x="241807" y="96774"/>
                </a:lnTo>
                <a:close/>
              </a:path>
              <a:path w="337184" h="118744">
                <a:moveTo>
                  <a:pt x="243027" y="46862"/>
                </a:moveTo>
                <a:lnTo>
                  <a:pt x="219075" y="46862"/>
                </a:lnTo>
                <a:lnTo>
                  <a:pt x="222376" y="47371"/>
                </a:lnTo>
                <a:lnTo>
                  <a:pt x="225044" y="48260"/>
                </a:lnTo>
                <a:lnTo>
                  <a:pt x="227837" y="49275"/>
                </a:lnTo>
                <a:lnTo>
                  <a:pt x="230124" y="50291"/>
                </a:lnTo>
                <a:lnTo>
                  <a:pt x="232155" y="51435"/>
                </a:lnTo>
                <a:lnTo>
                  <a:pt x="234060" y="52450"/>
                </a:lnTo>
                <a:lnTo>
                  <a:pt x="235584" y="53466"/>
                </a:lnTo>
                <a:lnTo>
                  <a:pt x="236854" y="54483"/>
                </a:lnTo>
                <a:lnTo>
                  <a:pt x="238125" y="55372"/>
                </a:lnTo>
                <a:lnTo>
                  <a:pt x="239268" y="55879"/>
                </a:lnTo>
                <a:lnTo>
                  <a:pt x="241046" y="55879"/>
                </a:lnTo>
                <a:lnTo>
                  <a:pt x="241807" y="55372"/>
                </a:lnTo>
                <a:lnTo>
                  <a:pt x="242316" y="54483"/>
                </a:lnTo>
                <a:lnTo>
                  <a:pt x="242950" y="53721"/>
                </a:lnTo>
                <a:lnTo>
                  <a:pt x="243027" y="46862"/>
                </a:lnTo>
                <a:close/>
              </a:path>
              <a:path w="337184" h="118744">
                <a:moveTo>
                  <a:pt x="275632" y="116712"/>
                </a:moveTo>
                <a:lnTo>
                  <a:pt x="264032" y="116712"/>
                </a:lnTo>
                <a:lnTo>
                  <a:pt x="264795" y="116966"/>
                </a:lnTo>
                <a:lnTo>
                  <a:pt x="265810" y="117094"/>
                </a:lnTo>
                <a:lnTo>
                  <a:pt x="273684" y="117094"/>
                </a:lnTo>
                <a:lnTo>
                  <a:pt x="274700" y="116966"/>
                </a:lnTo>
                <a:lnTo>
                  <a:pt x="275632" y="116712"/>
                </a:lnTo>
                <a:close/>
              </a:path>
              <a:path w="337184" h="118744">
                <a:moveTo>
                  <a:pt x="334518" y="116712"/>
                </a:moveTo>
                <a:lnTo>
                  <a:pt x="322960" y="116712"/>
                </a:lnTo>
                <a:lnTo>
                  <a:pt x="323850" y="116966"/>
                </a:lnTo>
                <a:lnTo>
                  <a:pt x="324866" y="117094"/>
                </a:lnTo>
                <a:lnTo>
                  <a:pt x="332740" y="117094"/>
                </a:lnTo>
                <a:lnTo>
                  <a:pt x="333755" y="116966"/>
                </a:lnTo>
                <a:lnTo>
                  <a:pt x="334518" y="116712"/>
                </a:lnTo>
                <a:close/>
              </a:path>
              <a:path w="337184" h="118744">
                <a:moveTo>
                  <a:pt x="275590" y="0"/>
                </a:moveTo>
                <a:lnTo>
                  <a:pt x="264032" y="0"/>
                </a:lnTo>
                <a:lnTo>
                  <a:pt x="262762" y="508"/>
                </a:lnTo>
                <a:lnTo>
                  <a:pt x="262381" y="762"/>
                </a:lnTo>
                <a:lnTo>
                  <a:pt x="262127" y="1143"/>
                </a:lnTo>
                <a:lnTo>
                  <a:pt x="261874" y="1397"/>
                </a:lnTo>
                <a:lnTo>
                  <a:pt x="261874" y="115443"/>
                </a:lnTo>
                <a:lnTo>
                  <a:pt x="262127" y="115697"/>
                </a:lnTo>
                <a:lnTo>
                  <a:pt x="262381" y="116077"/>
                </a:lnTo>
                <a:lnTo>
                  <a:pt x="262762" y="116332"/>
                </a:lnTo>
                <a:lnTo>
                  <a:pt x="263715" y="116712"/>
                </a:lnTo>
                <a:lnTo>
                  <a:pt x="275780" y="116712"/>
                </a:lnTo>
                <a:lnTo>
                  <a:pt x="276732" y="116332"/>
                </a:lnTo>
                <a:lnTo>
                  <a:pt x="277114" y="116077"/>
                </a:lnTo>
                <a:lnTo>
                  <a:pt x="277368" y="115697"/>
                </a:lnTo>
                <a:lnTo>
                  <a:pt x="277622" y="115443"/>
                </a:lnTo>
                <a:lnTo>
                  <a:pt x="277749" y="61722"/>
                </a:lnTo>
                <a:lnTo>
                  <a:pt x="282194" y="56896"/>
                </a:lnTo>
                <a:lnTo>
                  <a:pt x="286384" y="53339"/>
                </a:lnTo>
                <a:lnTo>
                  <a:pt x="290322" y="50926"/>
                </a:lnTo>
                <a:lnTo>
                  <a:pt x="294385" y="48387"/>
                </a:lnTo>
                <a:lnTo>
                  <a:pt x="296748" y="47625"/>
                </a:lnTo>
                <a:lnTo>
                  <a:pt x="277749" y="47625"/>
                </a:lnTo>
                <a:lnTo>
                  <a:pt x="277622" y="1397"/>
                </a:lnTo>
                <a:lnTo>
                  <a:pt x="277368" y="1143"/>
                </a:lnTo>
                <a:lnTo>
                  <a:pt x="277114" y="762"/>
                </a:lnTo>
                <a:lnTo>
                  <a:pt x="276732" y="508"/>
                </a:lnTo>
                <a:lnTo>
                  <a:pt x="276098" y="253"/>
                </a:lnTo>
                <a:lnTo>
                  <a:pt x="275590" y="0"/>
                </a:lnTo>
                <a:close/>
              </a:path>
              <a:path w="337184" h="118744">
                <a:moveTo>
                  <a:pt x="332138" y="47116"/>
                </a:moveTo>
                <a:lnTo>
                  <a:pt x="305434" y="47116"/>
                </a:lnTo>
                <a:lnTo>
                  <a:pt x="308101" y="47625"/>
                </a:lnTo>
                <a:lnTo>
                  <a:pt x="310515" y="48640"/>
                </a:lnTo>
                <a:lnTo>
                  <a:pt x="320928" y="115443"/>
                </a:lnTo>
                <a:lnTo>
                  <a:pt x="321182" y="115697"/>
                </a:lnTo>
                <a:lnTo>
                  <a:pt x="321436" y="116077"/>
                </a:lnTo>
                <a:lnTo>
                  <a:pt x="321818" y="116332"/>
                </a:lnTo>
                <a:lnTo>
                  <a:pt x="322770" y="116712"/>
                </a:lnTo>
                <a:lnTo>
                  <a:pt x="334899" y="116712"/>
                </a:lnTo>
                <a:lnTo>
                  <a:pt x="336169" y="116077"/>
                </a:lnTo>
                <a:lnTo>
                  <a:pt x="336423" y="115697"/>
                </a:lnTo>
                <a:lnTo>
                  <a:pt x="336676" y="115443"/>
                </a:lnTo>
                <a:lnTo>
                  <a:pt x="336615" y="61722"/>
                </a:lnTo>
                <a:lnTo>
                  <a:pt x="332358" y="47371"/>
                </a:lnTo>
                <a:lnTo>
                  <a:pt x="332138" y="47116"/>
                </a:lnTo>
                <a:close/>
              </a:path>
              <a:path w="337184" h="118744">
                <a:moveTo>
                  <a:pt x="311403" y="35178"/>
                </a:moveTo>
                <a:lnTo>
                  <a:pt x="300862" y="35178"/>
                </a:lnTo>
                <a:lnTo>
                  <a:pt x="296291" y="36195"/>
                </a:lnTo>
                <a:lnTo>
                  <a:pt x="286893" y="40259"/>
                </a:lnTo>
                <a:lnTo>
                  <a:pt x="282321" y="43434"/>
                </a:lnTo>
                <a:lnTo>
                  <a:pt x="277749" y="47625"/>
                </a:lnTo>
                <a:lnTo>
                  <a:pt x="296748" y="47625"/>
                </a:lnTo>
                <a:lnTo>
                  <a:pt x="298323" y="47116"/>
                </a:lnTo>
                <a:lnTo>
                  <a:pt x="332138" y="47116"/>
                </a:lnTo>
                <a:lnTo>
                  <a:pt x="327405" y="41656"/>
                </a:lnTo>
                <a:lnTo>
                  <a:pt x="324230" y="39370"/>
                </a:lnTo>
                <a:lnTo>
                  <a:pt x="320294" y="37719"/>
                </a:lnTo>
                <a:lnTo>
                  <a:pt x="316356" y="35940"/>
                </a:lnTo>
                <a:lnTo>
                  <a:pt x="311403" y="35178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639175" y="2759075"/>
            <a:ext cx="245025" cy="14732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950070" y="2794253"/>
            <a:ext cx="386842" cy="11201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405746" y="2759075"/>
            <a:ext cx="795020" cy="11836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264775" y="2759075"/>
            <a:ext cx="426720" cy="11836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014084" y="3039998"/>
            <a:ext cx="115824" cy="11188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193535" y="3034791"/>
            <a:ext cx="242188" cy="11849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630541" y="3034791"/>
            <a:ext cx="692911" cy="11849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499225" y="3034791"/>
            <a:ext cx="1068785" cy="14757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4880840" y="3396591"/>
            <a:ext cx="868044" cy="1560830"/>
            <a:chOff x="4880840" y="3396591"/>
            <a:chExt cx="868044" cy="1560830"/>
          </a:xfrm>
        </p:grpSpPr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81753" y="3398012"/>
              <a:ext cx="862558" cy="155435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86198" y="3401949"/>
              <a:ext cx="857250" cy="1550035"/>
            </a:xfrm>
            <a:custGeom>
              <a:avLst/>
              <a:gdLst/>
              <a:ahLst/>
              <a:cxnLst/>
              <a:rect l="l" t="t" r="r" b="b"/>
              <a:pathLst>
                <a:path w="857250" h="1550035">
                  <a:moveTo>
                    <a:pt x="0" y="1378331"/>
                  </a:moveTo>
                  <a:lnTo>
                    <a:pt x="428625" y="1549781"/>
                  </a:lnTo>
                  <a:lnTo>
                    <a:pt x="857250" y="137833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378331"/>
                  </a:lnTo>
                  <a:close/>
                </a:path>
              </a:pathLst>
            </a:custGeom>
            <a:ln w="10716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56403" y="4108069"/>
              <a:ext cx="119507" cy="163703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010021" y="3640454"/>
            <a:ext cx="702563" cy="15379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018021" y="4034282"/>
            <a:ext cx="1586610" cy="14744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669783" y="4069841"/>
            <a:ext cx="892429" cy="8318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637523" y="4039742"/>
            <a:ext cx="387476" cy="14198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088628" y="4033773"/>
            <a:ext cx="586104" cy="14198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746488" y="4034282"/>
            <a:ext cx="435228" cy="11874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016116" y="4300982"/>
            <a:ext cx="729361" cy="147828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814819" y="4300982"/>
            <a:ext cx="507873" cy="14744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87081" y="4300982"/>
            <a:ext cx="1787778" cy="14782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238995" y="4300982"/>
            <a:ext cx="415417" cy="11874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724390" y="4300601"/>
            <a:ext cx="957199" cy="11912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004940" y="4576826"/>
            <a:ext cx="246380" cy="11874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315709" y="4576826"/>
            <a:ext cx="421766" cy="11874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802755" y="4593463"/>
            <a:ext cx="1456054" cy="131191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326119" y="4582286"/>
            <a:ext cx="494791" cy="113284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4880840" y="4949039"/>
            <a:ext cx="868044" cy="1560830"/>
            <a:chOff x="4880840" y="4949039"/>
            <a:chExt cx="868044" cy="1560830"/>
          </a:xfrm>
        </p:grpSpPr>
        <p:pic>
          <p:nvPicPr>
            <p:cNvPr id="55" name="object 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881753" y="4950320"/>
              <a:ext cx="862558" cy="155435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886198" y="4954397"/>
              <a:ext cx="857250" cy="1550035"/>
            </a:xfrm>
            <a:custGeom>
              <a:avLst/>
              <a:gdLst/>
              <a:ahLst/>
              <a:cxnLst/>
              <a:rect l="l" t="t" r="r" b="b"/>
              <a:pathLst>
                <a:path w="857250" h="1550034">
                  <a:moveTo>
                    <a:pt x="0" y="1378318"/>
                  </a:moveTo>
                  <a:lnTo>
                    <a:pt x="428625" y="1549755"/>
                  </a:lnTo>
                  <a:lnTo>
                    <a:pt x="857250" y="1378318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378318"/>
                  </a:lnTo>
                  <a:close/>
                </a:path>
              </a:pathLst>
            </a:custGeom>
            <a:ln w="10716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255768" y="5661025"/>
              <a:ext cx="119380" cy="166560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018657" y="5193919"/>
            <a:ext cx="1104650" cy="15328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003290" y="5578094"/>
            <a:ext cx="742568" cy="14778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815873" y="5578094"/>
            <a:ext cx="950049" cy="147701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835772" y="5578094"/>
            <a:ext cx="900937" cy="147421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8805291" y="5613653"/>
            <a:ext cx="70230" cy="8318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8951341" y="5578094"/>
            <a:ext cx="848258" cy="14778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9864217" y="5578094"/>
            <a:ext cx="739521" cy="147701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6003290" y="5854179"/>
            <a:ext cx="274955" cy="118745"/>
          </a:xfrm>
          <a:custGeom>
            <a:avLst/>
            <a:gdLst/>
            <a:ahLst/>
            <a:cxnLst/>
            <a:rect l="l" t="t" r="r" b="b"/>
            <a:pathLst>
              <a:path w="274954" h="118745">
                <a:moveTo>
                  <a:pt x="53848" y="20319"/>
                </a:moveTo>
                <a:lnTo>
                  <a:pt x="37464" y="20319"/>
                </a:lnTo>
                <a:lnTo>
                  <a:pt x="37464" y="115112"/>
                </a:lnTo>
                <a:lnTo>
                  <a:pt x="42799" y="117284"/>
                </a:lnTo>
                <a:lnTo>
                  <a:pt x="48513" y="117284"/>
                </a:lnTo>
                <a:lnTo>
                  <a:pt x="53848" y="20319"/>
                </a:lnTo>
                <a:close/>
              </a:path>
              <a:path w="274954" h="118745">
                <a:moveTo>
                  <a:pt x="89408" y="8153"/>
                </a:moveTo>
                <a:lnTo>
                  <a:pt x="1905" y="8153"/>
                </a:lnTo>
                <a:lnTo>
                  <a:pt x="1143" y="8597"/>
                </a:lnTo>
                <a:lnTo>
                  <a:pt x="762" y="8966"/>
                </a:lnTo>
                <a:lnTo>
                  <a:pt x="254" y="9982"/>
                </a:lnTo>
                <a:lnTo>
                  <a:pt x="0" y="10629"/>
                </a:lnTo>
                <a:lnTo>
                  <a:pt x="0" y="17830"/>
                </a:lnTo>
                <a:lnTo>
                  <a:pt x="254" y="18453"/>
                </a:lnTo>
                <a:lnTo>
                  <a:pt x="762" y="19405"/>
                </a:lnTo>
                <a:lnTo>
                  <a:pt x="1143" y="19761"/>
                </a:lnTo>
                <a:lnTo>
                  <a:pt x="2100" y="20319"/>
                </a:lnTo>
                <a:lnTo>
                  <a:pt x="89212" y="20319"/>
                </a:lnTo>
                <a:lnTo>
                  <a:pt x="91567" y="16256"/>
                </a:lnTo>
                <a:lnTo>
                  <a:pt x="91567" y="12255"/>
                </a:lnTo>
                <a:lnTo>
                  <a:pt x="89408" y="8153"/>
                </a:lnTo>
                <a:close/>
              </a:path>
              <a:path w="274954" h="118745">
                <a:moveTo>
                  <a:pt x="116839" y="0"/>
                </a:moveTo>
                <a:lnTo>
                  <a:pt x="107187" y="0"/>
                </a:lnTo>
                <a:lnTo>
                  <a:pt x="106425" y="165"/>
                </a:lnTo>
                <a:lnTo>
                  <a:pt x="105156" y="609"/>
                </a:lnTo>
                <a:lnTo>
                  <a:pt x="104775" y="889"/>
                </a:lnTo>
                <a:lnTo>
                  <a:pt x="104267" y="1562"/>
                </a:lnTo>
                <a:lnTo>
                  <a:pt x="104139" y="1955"/>
                </a:lnTo>
                <a:lnTo>
                  <a:pt x="104139" y="115201"/>
                </a:lnTo>
                <a:lnTo>
                  <a:pt x="107187" y="117081"/>
                </a:lnTo>
                <a:lnTo>
                  <a:pt x="116839" y="117081"/>
                </a:lnTo>
                <a:lnTo>
                  <a:pt x="117729" y="116903"/>
                </a:lnTo>
                <a:lnTo>
                  <a:pt x="118237" y="116687"/>
                </a:lnTo>
                <a:lnTo>
                  <a:pt x="118872" y="116459"/>
                </a:lnTo>
                <a:lnTo>
                  <a:pt x="119252" y="116192"/>
                </a:lnTo>
                <a:lnTo>
                  <a:pt x="119761" y="115582"/>
                </a:lnTo>
                <a:lnTo>
                  <a:pt x="119887" y="61861"/>
                </a:lnTo>
                <a:lnTo>
                  <a:pt x="124206" y="57099"/>
                </a:lnTo>
                <a:lnTo>
                  <a:pt x="128270" y="53479"/>
                </a:lnTo>
                <a:lnTo>
                  <a:pt x="136144" y="48539"/>
                </a:lnTo>
                <a:lnTo>
                  <a:pt x="138457" y="47815"/>
                </a:lnTo>
                <a:lnTo>
                  <a:pt x="119888" y="47815"/>
                </a:lnTo>
                <a:lnTo>
                  <a:pt x="119762" y="1955"/>
                </a:lnTo>
                <a:lnTo>
                  <a:pt x="119761" y="1562"/>
                </a:lnTo>
                <a:lnTo>
                  <a:pt x="119252" y="889"/>
                </a:lnTo>
                <a:lnTo>
                  <a:pt x="118872" y="609"/>
                </a:lnTo>
                <a:lnTo>
                  <a:pt x="118237" y="393"/>
                </a:lnTo>
                <a:lnTo>
                  <a:pt x="117729" y="165"/>
                </a:lnTo>
                <a:lnTo>
                  <a:pt x="116839" y="0"/>
                </a:lnTo>
                <a:close/>
              </a:path>
              <a:path w="274954" h="118745">
                <a:moveTo>
                  <a:pt x="173267" y="47307"/>
                </a:moveTo>
                <a:lnTo>
                  <a:pt x="147065" y="47307"/>
                </a:lnTo>
                <a:lnTo>
                  <a:pt x="149733" y="47815"/>
                </a:lnTo>
                <a:lnTo>
                  <a:pt x="154305" y="49834"/>
                </a:lnTo>
                <a:lnTo>
                  <a:pt x="162306" y="115582"/>
                </a:lnTo>
                <a:lnTo>
                  <a:pt x="162813" y="116192"/>
                </a:lnTo>
                <a:lnTo>
                  <a:pt x="163195" y="116459"/>
                </a:lnTo>
                <a:lnTo>
                  <a:pt x="163830" y="116687"/>
                </a:lnTo>
                <a:lnTo>
                  <a:pt x="164337" y="116903"/>
                </a:lnTo>
                <a:lnTo>
                  <a:pt x="165100" y="117081"/>
                </a:lnTo>
                <a:lnTo>
                  <a:pt x="174879" y="117081"/>
                </a:lnTo>
                <a:lnTo>
                  <a:pt x="177673" y="115582"/>
                </a:lnTo>
                <a:lnTo>
                  <a:pt x="177649" y="61861"/>
                </a:lnTo>
                <a:lnTo>
                  <a:pt x="177292" y="58597"/>
                </a:lnTo>
                <a:lnTo>
                  <a:pt x="175360" y="51295"/>
                </a:lnTo>
                <a:lnTo>
                  <a:pt x="175260" y="50914"/>
                </a:lnTo>
                <a:lnTo>
                  <a:pt x="173482" y="47561"/>
                </a:lnTo>
                <a:lnTo>
                  <a:pt x="173267" y="47307"/>
                </a:lnTo>
                <a:close/>
              </a:path>
              <a:path w="274954" h="118745">
                <a:moveTo>
                  <a:pt x="152908" y="35293"/>
                </a:moveTo>
                <a:lnTo>
                  <a:pt x="142621" y="35293"/>
                </a:lnTo>
                <a:lnTo>
                  <a:pt x="138049" y="36309"/>
                </a:lnTo>
                <a:lnTo>
                  <a:pt x="128905" y="40398"/>
                </a:lnTo>
                <a:lnTo>
                  <a:pt x="124333" y="43522"/>
                </a:lnTo>
                <a:lnTo>
                  <a:pt x="119793" y="47815"/>
                </a:lnTo>
                <a:lnTo>
                  <a:pt x="138457" y="47815"/>
                </a:lnTo>
                <a:lnTo>
                  <a:pt x="140081" y="47307"/>
                </a:lnTo>
                <a:lnTo>
                  <a:pt x="173267" y="47307"/>
                </a:lnTo>
                <a:lnTo>
                  <a:pt x="168656" y="41846"/>
                </a:lnTo>
                <a:lnTo>
                  <a:pt x="165481" y="39560"/>
                </a:lnTo>
                <a:lnTo>
                  <a:pt x="161671" y="37846"/>
                </a:lnTo>
                <a:lnTo>
                  <a:pt x="157734" y="36144"/>
                </a:lnTo>
                <a:lnTo>
                  <a:pt x="152908" y="35293"/>
                </a:lnTo>
                <a:close/>
              </a:path>
              <a:path w="274954" h="118745">
                <a:moveTo>
                  <a:pt x="243839" y="35293"/>
                </a:moveTo>
                <a:lnTo>
                  <a:pt x="230759" y="35293"/>
                </a:lnTo>
                <a:lnTo>
                  <a:pt x="225171" y="36258"/>
                </a:lnTo>
                <a:lnTo>
                  <a:pt x="196976" y="64896"/>
                </a:lnTo>
                <a:lnTo>
                  <a:pt x="196087" y="70739"/>
                </a:lnTo>
                <a:lnTo>
                  <a:pt x="196087" y="84086"/>
                </a:lnTo>
                <a:lnTo>
                  <a:pt x="207010" y="108102"/>
                </a:lnTo>
                <a:lnTo>
                  <a:pt x="210328" y="111302"/>
                </a:lnTo>
                <a:lnTo>
                  <a:pt x="210741" y="111633"/>
                </a:lnTo>
                <a:lnTo>
                  <a:pt x="215011" y="114109"/>
                </a:lnTo>
                <a:lnTo>
                  <a:pt x="225551" y="117576"/>
                </a:lnTo>
                <a:lnTo>
                  <a:pt x="231775" y="118452"/>
                </a:lnTo>
                <a:lnTo>
                  <a:pt x="242824" y="118452"/>
                </a:lnTo>
                <a:lnTo>
                  <a:pt x="266319" y="113779"/>
                </a:lnTo>
                <a:lnTo>
                  <a:pt x="268097" y="113080"/>
                </a:lnTo>
                <a:lnTo>
                  <a:pt x="269113" y="112572"/>
                </a:lnTo>
                <a:lnTo>
                  <a:pt x="269494" y="112268"/>
                </a:lnTo>
                <a:lnTo>
                  <a:pt x="269748" y="111963"/>
                </a:lnTo>
                <a:lnTo>
                  <a:pt x="270129" y="111633"/>
                </a:lnTo>
                <a:lnTo>
                  <a:pt x="270256" y="111302"/>
                </a:lnTo>
                <a:lnTo>
                  <a:pt x="270510" y="110972"/>
                </a:lnTo>
                <a:lnTo>
                  <a:pt x="270637" y="110591"/>
                </a:lnTo>
                <a:lnTo>
                  <a:pt x="270763" y="110172"/>
                </a:lnTo>
                <a:lnTo>
                  <a:pt x="270890" y="109270"/>
                </a:lnTo>
                <a:lnTo>
                  <a:pt x="271018" y="108737"/>
                </a:lnTo>
                <a:lnTo>
                  <a:pt x="271018" y="107187"/>
                </a:lnTo>
                <a:lnTo>
                  <a:pt x="235076" y="107187"/>
                </a:lnTo>
                <a:lnTo>
                  <a:pt x="230759" y="106540"/>
                </a:lnTo>
                <a:lnTo>
                  <a:pt x="213740" y="91033"/>
                </a:lnTo>
                <a:lnTo>
                  <a:pt x="212725" y="87668"/>
                </a:lnTo>
                <a:lnTo>
                  <a:pt x="212363" y="84086"/>
                </a:lnTo>
                <a:lnTo>
                  <a:pt x="212344" y="79679"/>
                </a:lnTo>
                <a:lnTo>
                  <a:pt x="270256" y="79679"/>
                </a:lnTo>
                <a:lnTo>
                  <a:pt x="271652" y="79222"/>
                </a:lnTo>
                <a:lnTo>
                  <a:pt x="272796" y="78295"/>
                </a:lnTo>
                <a:lnTo>
                  <a:pt x="274065" y="77368"/>
                </a:lnTo>
                <a:lnTo>
                  <a:pt x="274700" y="75818"/>
                </a:lnTo>
                <a:lnTo>
                  <a:pt x="274700" y="69507"/>
                </a:lnTo>
                <a:lnTo>
                  <a:pt x="212344" y="69507"/>
                </a:lnTo>
                <a:lnTo>
                  <a:pt x="212471" y="66433"/>
                </a:lnTo>
                <a:lnTo>
                  <a:pt x="212979" y="63474"/>
                </a:lnTo>
                <a:lnTo>
                  <a:pt x="214122" y="60642"/>
                </a:lnTo>
                <a:lnTo>
                  <a:pt x="215137" y="57810"/>
                </a:lnTo>
                <a:lnTo>
                  <a:pt x="232410" y="46139"/>
                </a:lnTo>
                <a:lnTo>
                  <a:pt x="266098" y="46139"/>
                </a:lnTo>
                <a:lnTo>
                  <a:pt x="262889" y="42621"/>
                </a:lnTo>
                <a:lnTo>
                  <a:pt x="259050" y="40119"/>
                </a:lnTo>
                <a:lnTo>
                  <a:pt x="249586" y="36258"/>
                </a:lnTo>
                <a:lnTo>
                  <a:pt x="243839" y="35293"/>
                </a:lnTo>
                <a:close/>
              </a:path>
              <a:path w="274954" h="118745">
                <a:moveTo>
                  <a:pt x="269367" y="101561"/>
                </a:moveTo>
                <a:lnTo>
                  <a:pt x="267318" y="101561"/>
                </a:lnTo>
                <a:lnTo>
                  <a:pt x="266573" y="101752"/>
                </a:lnTo>
                <a:lnTo>
                  <a:pt x="265175" y="102349"/>
                </a:lnTo>
                <a:lnTo>
                  <a:pt x="263358" y="103035"/>
                </a:lnTo>
                <a:lnTo>
                  <a:pt x="244348" y="107187"/>
                </a:lnTo>
                <a:lnTo>
                  <a:pt x="271018" y="107187"/>
                </a:lnTo>
                <a:lnTo>
                  <a:pt x="270893" y="103593"/>
                </a:lnTo>
                <a:lnTo>
                  <a:pt x="270763" y="103035"/>
                </a:lnTo>
                <a:lnTo>
                  <a:pt x="270510" y="102641"/>
                </a:lnTo>
                <a:lnTo>
                  <a:pt x="270415" y="102349"/>
                </a:lnTo>
                <a:lnTo>
                  <a:pt x="270203" y="102108"/>
                </a:lnTo>
                <a:lnTo>
                  <a:pt x="269748" y="101752"/>
                </a:lnTo>
                <a:lnTo>
                  <a:pt x="269367" y="101561"/>
                </a:lnTo>
                <a:close/>
              </a:path>
              <a:path w="274954" h="118745">
                <a:moveTo>
                  <a:pt x="266098" y="46139"/>
                </a:moveTo>
                <a:lnTo>
                  <a:pt x="243839" y="46139"/>
                </a:lnTo>
                <a:lnTo>
                  <a:pt x="249555" y="48209"/>
                </a:lnTo>
                <a:lnTo>
                  <a:pt x="253492" y="52362"/>
                </a:lnTo>
                <a:lnTo>
                  <a:pt x="257301" y="56502"/>
                </a:lnTo>
                <a:lnTo>
                  <a:pt x="259080" y="62217"/>
                </a:lnTo>
                <a:lnTo>
                  <a:pt x="259058" y="63474"/>
                </a:lnTo>
                <a:lnTo>
                  <a:pt x="258952" y="69507"/>
                </a:lnTo>
                <a:lnTo>
                  <a:pt x="274700" y="69507"/>
                </a:lnTo>
                <a:lnTo>
                  <a:pt x="274700" y="66179"/>
                </a:lnTo>
                <a:lnTo>
                  <a:pt x="274051" y="62217"/>
                </a:lnTo>
                <a:lnTo>
                  <a:pt x="273938" y="61531"/>
                </a:lnTo>
                <a:lnTo>
                  <a:pt x="271145" y="52844"/>
                </a:lnTo>
                <a:lnTo>
                  <a:pt x="268859" y="49060"/>
                </a:lnTo>
                <a:lnTo>
                  <a:pt x="266098" y="46139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341617" y="5854179"/>
            <a:ext cx="417957" cy="118452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823836" y="5854013"/>
            <a:ext cx="355346" cy="118618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7245984" y="5889472"/>
            <a:ext cx="405130" cy="83185"/>
          </a:xfrm>
          <a:custGeom>
            <a:avLst/>
            <a:gdLst/>
            <a:ahLst/>
            <a:cxnLst/>
            <a:rect l="l" t="t" r="r" b="b"/>
            <a:pathLst>
              <a:path w="405129" h="83185">
                <a:moveTo>
                  <a:pt x="11430" y="1384"/>
                </a:moveTo>
                <a:lnTo>
                  <a:pt x="2667" y="1384"/>
                </a:lnTo>
                <a:lnTo>
                  <a:pt x="1905" y="1549"/>
                </a:lnTo>
                <a:lnTo>
                  <a:pt x="1365" y="1816"/>
                </a:lnTo>
                <a:lnTo>
                  <a:pt x="762" y="2057"/>
                </a:lnTo>
                <a:lnTo>
                  <a:pt x="381" y="2336"/>
                </a:lnTo>
                <a:lnTo>
                  <a:pt x="254" y="2641"/>
                </a:lnTo>
                <a:lnTo>
                  <a:pt x="0" y="2946"/>
                </a:lnTo>
                <a:lnTo>
                  <a:pt x="0" y="80289"/>
                </a:lnTo>
                <a:lnTo>
                  <a:pt x="508" y="80899"/>
                </a:lnTo>
                <a:lnTo>
                  <a:pt x="889" y="81165"/>
                </a:lnTo>
                <a:lnTo>
                  <a:pt x="2159" y="81610"/>
                </a:lnTo>
                <a:lnTo>
                  <a:pt x="2921" y="81788"/>
                </a:lnTo>
                <a:lnTo>
                  <a:pt x="12573" y="81788"/>
                </a:lnTo>
                <a:lnTo>
                  <a:pt x="13462" y="81610"/>
                </a:lnTo>
                <a:lnTo>
                  <a:pt x="13970" y="81394"/>
                </a:lnTo>
                <a:lnTo>
                  <a:pt x="14605" y="81165"/>
                </a:lnTo>
                <a:lnTo>
                  <a:pt x="14986" y="80899"/>
                </a:lnTo>
                <a:lnTo>
                  <a:pt x="15494" y="80289"/>
                </a:lnTo>
                <a:lnTo>
                  <a:pt x="15621" y="26568"/>
                </a:lnTo>
                <a:lnTo>
                  <a:pt x="19939" y="21805"/>
                </a:lnTo>
                <a:lnTo>
                  <a:pt x="23875" y="18186"/>
                </a:lnTo>
                <a:lnTo>
                  <a:pt x="30446" y="13779"/>
                </a:lnTo>
                <a:lnTo>
                  <a:pt x="14097" y="13779"/>
                </a:lnTo>
                <a:lnTo>
                  <a:pt x="13970" y="2946"/>
                </a:lnTo>
                <a:lnTo>
                  <a:pt x="13716" y="2641"/>
                </a:lnTo>
                <a:lnTo>
                  <a:pt x="13589" y="2336"/>
                </a:lnTo>
                <a:lnTo>
                  <a:pt x="13208" y="2057"/>
                </a:lnTo>
                <a:lnTo>
                  <a:pt x="12192" y="1549"/>
                </a:lnTo>
                <a:lnTo>
                  <a:pt x="11430" y="1384"/>
                </a:lnTo>
                <a:close/>
              </a:path>
              <a:path w="405129" h="83185">
                <a:moveTo>
                  <a:pt x="66741" y="12014"/>
                </a:moveTo>
                <a:lnTo>
                  <a:pt x="41401" y="12014"/>
                </a:lnTo>
                <a:lnTo>
                  <a:pt x="43942" y="12522"/>
                </a:lnTo>
                <a:lnTo>
                  <a:pt x="46100" y="13525"/>
                </a:lnTo>
                <a:lnTo>
                  <a:pt x="48133" y="14541"/>
                </a:lnTo>
                <a:lnTo>
                  <a:pt x="49911" y="16002"/>
                </a:lnTo>
                <a:lnTo>
                  <a:pt x="52705" y="19812"/>
                </a:lnTo>
                <a:lnTo>
                  <a:pt x="53596" y="21805"/>
                </a:lnTo>
                <a:lnTo>
                  <a:pt x="53721" y="22085"/>
                </a:lnTo>
                <a:lnTo>
                  <a:pt x="54483" y="24714"/>
                </a:lnTo>
                <a:lnTo>
                  <a:pt x="55118" y="27355"/>
                </a:lnTo>
                <a:lnTo>
                  <a:pt x="55499" y="30264"/>
                </a:lnTo>
                <a:lnTo>
                  <a:pt x="55625" y="80289"/>
                </a:lnTo>
                <a:lnTo>
                  <a:pt x="56134" y="80899"/>
                </a:lnTo>
                <a:lnTo>
                  <a:pt x="56515" y="81165"/>
                </a:lnTo>
                <a:lnTo>
                  <a:pt x="57023" y="81394"/>
                </a:lnTo>
                <a:lnTo>
                  <a:pt x="57658" y="81610"/>
                </a:lnTo>
                <a:lnTo>
                  <a:pt x="58547" y="81788"/>
                </a:lnTo>
                <a:lnTo>
                  <a:pt x="68072" y="81788"/>
                </a:lnTo>
                <a:lnTo>
                  <a:pt x="71247" y="26568"/>
                </a:lnTo>
                <a:lnTo>
                  <a:pt x="75565" y="21805"/>
                </a:lnTo>
                <a:lnTo>
                  <a:pt x="79629" y="18186"/>
                </a:lnTo>
                <a:lnTo>
                  <a:pt x="83185" y="15722"/>
                </a:lnTo>
                <a:lnTo>
                  <a:pt x="84318" y="14960"/>
                </a:lnTo>
                <a:lnTo>
                  <a:pt x="68199" y="14960"/>
                </a:lnTo>
                <a:lnTo>
                  <a:pt x="67183" y="12725"/>
                </a:lnTo>
                <a:lnTo>
                  <a:pt x="66741" y="12014"/>
                </a:lnTo>
                <a:close/>
              </a:path>
              <a:path w="405129" h="83185">
                <a:moveTo>
                  <a:pt x="122478" y="12014"/>
                </a:moveTo>
                <a:lnTo>
                  <a:pt x="97028" y="12014"/>
                </a:lnTo>
                <a:lnTo>
                  <a:pt x="99568" y="12522"/>
                </a:lnTo>
                <a:lnTo>
                  <a:pt x="103886" y="14541"/>
                </a:lnTo>
                <a:lnTo>
                  <a:pt x="105664" y="16002"/>
                </a:lnTo>
                <a:lnTo>
                  <a:pt x="108458" y="19812"/>
                </a:lnTo>
                <a:lnTo>
                  <a:pt x="109349" y="21805"/>
                </a:lnTo>
                <a:lnTo>
                  <a:pt x="109474" y="22085"/>
                </a:lnTo>
                <a:lnTo>
                  <a:pt x="110744" y="27355"/>
                </a:lnTo>
                <a:lnTo>
                  <a:pt x="110998" y="30264"/>
                </a:lnTo>
                <a:lnTo>
                  <a:pt x="111125" y="80289"/>
                </a:lnTo>
                <a:lnTo>
                  <a:pt x="111633" y="80899"/>
                </a:lnTo>
                <a:lnTo>
                  <a:pt x="112014" y="81165"/>
                </a:lnTo>
                <a:lnTo>
                  <a:pt x="113284" y="81610"/>
                </a:lnTo>
                <a:lnTo>
                  <a:pt x="114046" y="81788"/>
                </a:lnTo>
                <a:lnTo>
                  <a:pt x="123825" y="81788"/>
                </a:lnTo>
                <a:lnTo>
                  <a:pt x="126647" y="26568"/>
                </a:lnTo>
                <a:lnTo>
                  <a:pt x="126238" y="23304"/>
                </a:lnTo>
                <a:lnTo>
                  <a:pt x="122682" y="12268"/>
                </a:lnTo>
                <a:lnTo>
                  <a:pt x="122478" y="12014"/>
                </a:lnTo>
                <a:close/>
              </a:path>
              <a:path w="405129" h="83185">
                <a:moveTo>
                  <a:pt x="102870" y="0"/>
                </a:moveTo>
                <a:lnTo>
                  <a:pt x="95123" y="0"/>
                </a:lnTo>
                <a:lnTo>
                  <a:pt x="91922" y="355"/>
                </a:lnTo>
                <a:lnTo>
                  <a:pt x="92425" y="355"/>
                </a:lnTo>
                <a:lnTo>
                  <a:pt x="88223" y="1384"/>
                </a:lnTo>
                <a:lnTo>
                  <a:pt x="86106" y="2184"/>
                </a:lnTo>
                <a:lnTo>
                  <a:pt x="81280" y="4533"/>
                </a:lnTo>
                <a:lnTo>
                  <a:pt x="78867" y="6070"/>
                </a:lnTo>
                <a:lnTo>
                  <a:pt x="76326" y="7988"/>
                </a:lnTo>
                <a:lnTo>
                  <a:pt x="73660" y="9893"/>
                </a:lnTo>
                <a:lnTo>
                  <a:pt x="70941" y="12268"/>
                </a:lnTo>
                <a:lnTo>
                  <a:pt x="68199" y="14960"/>
                </a:lnTo>
                <a:lnTo>
                  <a:pt x="84318" y="14960"/>
                </a:lnTo>
                <a:lnTo>
                  <a:pt x="86868" y="13246"/>
                </a:lnTo>
                <a:lnTo>
                  <a:pt x="90424" y="12014"/>
                </a:lnTo>
                <a:lnTo>
                  <a:pt x="122478" y="12014"/>
                </a:lnTo>
                <a:lnTo>
                  <a:pt x="118110" y="6553"/>
                </a:lnTo>
                <a:lnTo>
                  <a:pt x="115062" y="4267"/>
                </a:lnTo>
                <a:lnTo>
                  <a:pt x="110784" y="2336"/>
                </a:lnTo>
                <a:lnTo>
                  <a:pt x="107569" y="850"/>
                </a:lnTo>
                <a:lnTo>
                  <a:pt x="102870" y="0"/>
                </a:lnTo>
                <a:close/>
              </a:path>
              <a:path w="405129" h="83185">
                <a:moveTo>
                  <a:pt x="45339" y="0"/>
                </a:moveTo>
                <a:lnTo>
                  <a:pt x="37211" y="0"/>
                </a:lnTo>
                <a:lnTo>
                  <a:pt x="32639" y="1104"/>
                </a:lnTo>
                <a:lnTo>
                  <a:pt x="28067" y="3314"/>
                </a:lnTo>
                <a:lnTo>
                  <a:pt x="23622" y="5524"/>
                </a:lnTo>
                <a:lnTo>
                  <a:pt x="18923" y="9017"/>
                </a:lnTo>
                <a:lnTo>
                  <a:pt x="14097" y="13779"/>
                </a:lnTo>
                <a:lnTo>
                  <a:pt x="30446" y="13779"/>
                </a:lnTo>
                <a:lnTo>
                  <a:pt x="31242" y="13246"/>
                </a:lnTo>
                <a:lnTo>
                  <a:pt x="34925" y="12014"/>
                </a:lnTo>
                <a:lnTo>
                  <a:pt x="66741" y="12014"/>
                </a:lnTo>
                <a:lnTo>
                  <a:pt x="65913" y="10680"/>
                </a:lnTo>
                <a:lnTo>
                  <a:pt x="48514" y="355"/>
                </a:lnTo>
                <a:lnTo>
                  <a:pt x="45339" y="0"/>
                </a:lnTo>
                <a:close/>
              </a:path>
              <a:path w="405129" h="83185">
                <a:moveTo>
                  <a:pt x="195453" y="0"/>
                </a:moveTo>
                <a:lnTo>
                  <a:pt x="181101" y="0"/>
                </a:lnTo>
                <a:lnTo>
                  <a:pt x="174751" y="1028"/>
                </a:lnTo>
                <a:lnTo>
                  <a:pt x="147574" y="25260"/>
                </a:lnTo>
                <a:lnTo>
                  <a:pt x="145795" y="30099"/>
                </a:lnTo>
                <a:lnTo>
                  <a:pt x="145669" y="30441"/>
                </a:lnTo>
                <a:lnTo>
                  <a:pt x="144780" y="36118"/>
                </a:lnTo>
                <a:lnTo>
                  <a:pt x="144894" y="49415"/>
                </a:lnTo>
                <a:lnTo>
                  <a:pt x="145669" y="54394"/>
                </a:lnTo>
                <a:lnTo>
                  <a:pt x="147447" y="59448"/>
                </a:lnTo>
                <a:lnTo>
                  <a:pt x="149098" y="64490"/>
                </a:lnTo>
                <a:lnTo>
                  <a:pt x="151638" y="68783"/>
                </a:lnTo>
                <a:lnTo>
                  <a:pt x="155194" y="72313"/>
                </a:lnTo>
                <a:lnTo>
                  <a:pt x="158623" y="75844"/>
                </a:lnTo>
                <a:lnTo>
                  <a:pt x="163068" y="78536"/>
                </a:lnTo>
                <a:lnTo>
                  <a:pt x="173482" y="82232"/>
                </a:lnTo>
                <a:lnTo>
                  <a:pt x="179578" y="83159"/>
                </a:lnTo>
                <a:lnTo>
                  <a:pt x="193801" y="83159"/>
                </a:lnTo>
                <a:lnTo>
                  <a:pt x="200151" y="82105"/>
                </a:lnTo>
                <a:lnTo>
                  <a:pt x="211200" y="77901"/>
                </a:lnTo>
                <a:lnTo>
                  <a:pt x="215773" y="74968"/>
                </a:lnTo>
                <a:lnTo>
                  <a:pt x="219099" y="71462"/>
                </a:lnTo>
                <a:lnTo>
                  <a:pt x="182372" y="71462"/>
                </a:lnTo>
                <a:lnTo>
                  <a:pt x="178518" y="70739"/>
                </a:lnTo>
                <a:lnTo>
                  <a:pt x="178317" y="70739"/>
                </a:lnTo>
                <a:lnTo>
                  <a:pt x="174751" y="69075"/>
                </a:lnTo>
                <a:lnTo>
                  <a:pt x="161154" y="36118"/>
                </a:lnTo>
                <a:lnTo>
                  <a:pt x="161368" y="34442"/>
                </a:lnTo>
                <a:lnTo>
                  <a:pt x="161457" y="33743"/>
                </a:lnTo>
                <a:lnTo>
                  <a:pt x="161544" y="33070"/>
                </a:lnTo>
                <a:lnTo>
                  <a:pt x="162687" y="29425"/>
                </a:lnTo>
                <a:lnTo>
                  <a:pt x="163703" y="25781"/>
                </a:lnTo>
                <a:lnTo>
                  <a:pt x="179046" y="12395"/>
                </a:lnTo>
                <a:lnTo>
                  <a:pt x="178857" y="12395"/>
                </a:lnTo>
                <a:lnTo>
                  <a:pt x="183134" y="11595"/>
                </a:lnTo>
                <a:lnTo>
                  <a:pt x="220591" y="11595"/>
                </a:lnTo>
                <a:lnTo>
                  <a:pt x="219837" y="10845"/>
                </a:lnTo>
                <a:lnTo>
                  <a:pt x="216408" y="7315"/>
                </a:lnTo>
                <a:lnTo>
                  <a:pt x="212090" y="4622"/>
                </a:lnTo>
                <a:lnTo>
                  <a:pt x="201877" y="1028"/>
                </a:lnTo>
                <a:lnTo>
                  <a:pt x="202310" y="1028"/>
                </a:lnTo>
                <a:lnTo>
                  <a:pt x="195453" y="0"/>
                </a:lnTo>
                <a:close/>
              </a:path>
              <a:path w="405129" h="83185">
                <a:moveTo>
                  <a:pt x="220591" y="11595"/>
                </a:moveTo>
                <a:lnTo>
                  <a:pt x="192913" y="11595"/>
                </a:lnTo>
                <a:lnTo>
                  <a:pt x="197104" y="12395"/>
                </a:lnTo>
                <a:lnTo>
                  <a:pt x="200533" y="13995"/>
                </a:lnTo>
                <a:lnTo>
                  <a:pt x="214012" y="46939"/>
                </a:lnTo>
                <a:lnTo>
                  <a:pt x="213791" y="48679"/>
                </a:lnTo>
                <a:lnTo>
                  <a:pt x="213697" y="49415"/>
                </a:lnTo>
                <a:lnTo>
                  <a:pt x="199390" y="69278"/>
                </a:lnTo>
                <a:lnTo>
                  <a:pt x="196088" y="70739"/>
                </a:lnTo>
                <a:lnTo>
                  <a:pt x="192024" y="71462"/>
                </a:lnTo>
                <a:lnTo>
                  <a:pt x="219099" y="71462"/>
                </a:lnTo>
                <a:lnTo>
                  <a:pt x="222999" y="67475"/>
                </a:lnTo>
                <a:lnTo>
                  <a:pt x="225806" y="62992"/>
                </a:lnTo>
                <a:lnTo>
                  <a:pt x="229362" y="52616"/>
                </a:lnTo>
                <a:lnTo>
                  <a:pt x="230378" y="46939"/>
                </a:lnTo>
                <a:lnTo>
                  <a:pt x="230268" y="33743"/>
                </a:lnTo>
                <a:lnTo>
                  <a:pt x="229752" y="30441"/>
                </a:lnTo>
                <a:lnTo>
                  <a:pt x="229699" y="30099"/>
                </a:lnTo>
                <a:lnTo>
                  <a:pt x="229594" y="29425"/>
                </a:lnTo>
                <a:lnTo>
                  <a:pt x="229489" y="28752"/>
                </a:lnTo>
                <a:lnTo>
                  <a:pt x="225933" y="18656"/>
                </a:lnTo>
                <a:lnTo>
                  <a:pt x="223393" y="14376"/>
                </a:lnTo>
                <a:lnTo>
                  <a:pt x="220591" y="11595"/>
                </a:lnTo>
                <a:close/>
              </a:path>
              <a:path w="405129" h="83185">
                <a:moveTo>
                  <a:pt x="254254" y="2260"/>
                </a:moveTo>
                <a:lnTo>
                  <a:pt x="239016" y="2260"/>
                </a:lnTo>
                <a:lnTo>
                  <a:pt x="238757" y="2603"/>
                </a:lnTo>
                <a:lnTo>
                  <a:pt x="238760" y="4876"/>
                </a:lnTo>
                <a:lnTo>
                  <a:pt x="238893" y="5397"/>
                </a:lnTo>
                <a:lnTo>
                  <a:pt x="239014" y="5880"/>
                </a:lnTo>
                <a:lnTo>
                  <a:pt x="239268" y="6464"/>
                </a:lnTo>
                <a:lnTo>
                  <a:pt x="239522" y="7137"/>
                </a:lnTo>
                <a:lnTo>
                  <a:pt x="268605" y="79032"/>
                </a:lnTo>
                <a:lnTo>
                  <a:pt x="270785" y="81254"/>
                </a:lnTo>
                <a:lnTo>
                  <a:pt x="270967" y="81254"/>
                </a:lnTo>
                <a:lnTo>
                  <a:pt x="272948" y="81788"/>
                </a:lnTo>
                <a:lnTo>
                  <a:pt x="286054" y="81788"/>
                </a:lnTo>
                <a:lnTo>
                  <a:pt x="288036" y="81254"/>
                </a:lnTo>
                <a:lnTo>
                  <a:pt x="288671" y="80937"/>
                </a:lnTo>
                <a:lnTo>
                  <a:pt x="289433" y="80162"/>
                </a:lnTo>
                <a:lnTo>
                  <a:pt x="289814" y="79654"/>
                </a:lnTo>
                <a:lnTo>
                  <a:pt x="294850" y="67259"/>
                </a:lnTo>
                <a:lnTo>
                  <a:pt x="279908" y="67259"/>
                </a:lnTo>
                <a:lnTo>
                  <a:pt x="255397" y="3860"/>
                </a:lnTo>
                <a:lnTo>
                  <a:pt x="255270" y="3606"/>
                </a:lnTo>
                <a:lnTo>
                  <a:pt x="255143" y="3352"/>
                </a:lnTo>
                <a:lnTo>
                  <a:pt x="254889" y="2933"/>
                </a:lnTo>
                <a:lnTo>
                  <a:pt x="254635" y="2603"/>
                </a:lnTo>
                <a:lnTo>
                  <a:pt x="254254" y="2260"/>
                </a:lnTo>
                <a:close/>
              </a:path>
              <a:path w="405129" h="83185">
                <a:moveTo>
                  <a:pt x="318642" y="1638"/>
                </a:moveTo>
                <a:lnTo>
                  <a:pt x="306414" y="1638"/>
                </a:lnTo>
                <a:lnTo>
                  <a:pt x="304636" y="2260"/>
                </a:lnTo>
                <a:lnTo>
                  <a:pt x="305054" y="2260"/>
                </a:lnTo>
                <a:lnTo>
                  <a:pt x="304673" y="2603"/>
                </a:lnTo>
                <a:lnTo>
                  <a:pt x="304536" y="2781"/>
                </a:lnTo>
                <a:lnTo>
                  <a:pt x="304419" y="2933"/>
                </a:lnTo>
                <a:lnTo>
                  <a:pt x="304165" y="3352"/>
                </a:lnTo>
                <a:lnTo>
                  <a:pt x="304038" y="3860"/>
                </a:lnTo>
                <a:lnTo>
                  <a:pt x="280162" y="66255"/>
                </a:lnTo>
                <a:lnTo>
                  <a:pt x="279908" y="67259"/>
                </a:lnTo>
                <a:lnTo>
                  <a:pt x="294850" y="67259"/>
                </a:lnTo>
                <a:lnTo>
                  <a:pt x="319278" y="7137"/>
                </a:lnTo>
                <a:lnTo>
                  <a:pt x="319405" y="6743"/>
                </a:lnTo>
                <a:lnTo>
                  <a:pt x="319504" y="6464"/>
                </a:lnTo>
                <a:lnTo>
                  <a:pt x="319627" y="5880"/>
                </a:lnTo>
                <a:lnTo>
                  <a:pt x="319659" y="5715"/>
                </a:lnTo>
                <a:lnTo>
                  <a:pt x="319786" y="5397"/>
                </a:lnTo>
                <a:lnTo>
                  <a:pt x="319913" y="2781"/>
                </a:lnTo>
                <a:lnTo>
                  <a:pt x="319479" y="2260"/>
                </a:lnTo>
                <a:lnTo>
                  <a:pt x="318642" y="1638"/>
                </a:lnTo>
                <a:close/>
              </a:path>
              <a:path w="405129" h="83185">
                <a:moveTo>
                  <a:pt x="252893" y="1638"/>
                </a:moveTo>
                <a:lnTo>
                  <a:pt x="240011" y="1638"/>
                </a:lnTo>
                <a:lnTo>
                  <a:pt x="238826" y="2260"/>
                </a:lnTo>
                <a:lnTo>
                  <a:pt x="254671" y="2260"/>
                </a:lnTo>
                <a:lnTo>
                  <a:pt x="252893" y="1638"/>
                </a:lnTo>
                <a:close/>
              </a:path>
              <a:path w="405129" h="83185">
                <a:moveTo>
                  <a:pt x="374269" y="0"/>
                </a:moveTo>
                <a:lnTo>
                  <a:pt x="361188" y="0"/>
                </a:lnTo>
                <a:lnTo>
                  <a:pt x="355600" y="965"/>
                </a:lnTo>
                <a:lnTo>
                  <a:pt x="327406" y="29603"/>
                </a:lnTo>
                <a:lnTo>
                  <a:pt x="326517" y="35445"/>
                </a:lnTo>
                <a:lnTo>
                  <a:pt x="326517" y="48793"/>
                </a:lnTo>
                <a:lnTo>
                  <a:pt x="337439" y="72809"/>
                </a:lnTo>
                <a:lnTo>
                  <a:pt x="340757" y="76009"/>
                </a:lnTo>
                <a:lnTo>
                  <a:pt x="341170" y="76339"/>
                </a:lnTo>
                <a:lnTo>
                  <a:pt x="345440" y="78816"/>
                </a:lnTo>
                <a:lnTo>
                  <a:pt x="355981" y="82283"/>
                </a:lnTo>
                <a:lnTo>
                  <a:pt x="362204" y="83159"/>
                </a:lnTo>
                <a:lnTo>
                  <a:pt x="373253" y="83159"/>
                </a:lnTo>
                <a:lnTo>
                  <a:pt x="396748" y="78486"/>
                </a:lnTo>
                <a:lnTo>
                  <a:pt x="398525" y="77787"/>
                </a:lnTo>
                <a:lnTo>
                  <a:pt x="399542" y="77279"/>
                </a:lnTo>
                <a:lnTo>
                  <a:pt x="399923" y="76974"/>
                </a:lnTo>
                <a:lnTo>
                  <a:pt x="400176" y="76669"/>
                </a:lnTo>
                <a:lnTo>
                  <a:pt x="400558" y="76339"/>
                </a:lnTo>
                <a:lnTo>
                  <a:pt x="400685" y="76009"/>
                </a:lnTo>
                <a:lnTo>
                  <a:pt x="400939" y="75679"/>
                </a:lnTo>
                <a:lnTo>
                  <a:pt x="400883" y="71894"/>
                </a:lnTo>
                <a:lnTo>
                  <a:pt x="365506" y="71894"/>
                </a:lnTo>
                <a:lnTo>
                  <a:pt x="361188" y="71247"/>
                </a:lnTo>
                <a:lnTo>
                  <a:pt x="344170" y="55740"/>
                </a:lnTo>
                <a:lnTo>
                  <a:pt x="343154" y="52374"/>
                </a:lnTo>
                <a:lnTo>
                  <a:pt x="342792" y="48793"/>
                </a:lnTo>
                <a:lnTo>
                  <a:pt x="342773" y="44386"/>
                </a:lnTo>
                <a:lnTo>
                  <a:pt x="400558" y="44386"/>
                </a:lnTo>
                <a:lnTo>
                  <a:pt x="402082" y="43929"/>
                </a:lnTo>
                <a:lnTo>
                  <a:pt x="403225" y="43002"/>
                </a:lnTo>
                <a:lnTo>
                  <a:pt x="404495" y="42075"/>
                </a:lnTo>
                <a:lnTo>
                  <a:pt x="405130" y="40525"/>
                </a:lnTo>
                <a:lnTo>
                  <a:pt x="405130" y="34213"/>
                </a:lnTo>
                <a:lnTo>
                  <a:pt x="342773" y="34213"/>
                </a:lnTo>
                <a:lnTo>
                  <a:pt x="342900" y="31140"/>
                </a:lnTo>
                <a:lnTo>
                  <a:pt x="343408" y="28181"/>
                </a:lnTo>
                <a:lnTo>
                  <a:pt x="344550" y="25349"/>
                </a:lnTo>
                <a:lnTo>
                  <a:pt x="345567" y="22517"/>
                </a:lnTo>
                <a:lnTo>
                  <a:pt x="362839" y="10845"/>
                </a:lnTo>
                <a:lnTo>
                  <a:pt x="396528" y="10845"/>
                </a:lnTo>
                <a:lnTo>
                  <a:pt x="393319" y="7327"/>
                </a:lnTo>
                <a:lnTo>
                  <a:pt x="389479" y="4826"/>
                </a:lnTo>
                <a:lnTo>
                  <a:pt x="380015" y="965"/>
                </a:lnTo>
                <a:lnTo>
                  <a:pt x="374269" y="0"/>
                </a:lnTo>
                <a:close/>
              </a:path>
              <a:path w="405129" h="83185">
                <a:moveTo>
                  <a:pt x="399796" y="66268"/>
                </a:moveTo>
                <a:lnTo>
                  <a:pt x="397747" y="66268"/>
                </a:lnTo>
                <a:lnTo>
                  <a:pt x="397001" y="66459"/>
                </a:lnTo>
                <a:lnTo>
                  <a:pt x="395605" y="67056"/>
                </a:lnTo>
                <a:lnTo>
                  <a:pt x="394081" y="67640"/>
                </a:lnTo>
                <a:lnTo>
                  <a:pt x="374776" y="71894"/>
                </a:lnTo>
                <a:lnTo>
                  <a:pt x="400883" y="71894"/>
                </a:lnTo>
                <a:lnTo>
                  <a:pt x="400813" y="67056"/>
                </a:lnTo>
                <a:lnTo>
                  <a:pt x="400942" y="67056"/>
                </a:lnTo>
                <a:lnTo>
                  <a:pt x="400176" y="66459"/>
                </a:lnTo>
                <a:lnTo>
                  <a:pt x="399796" y="66268"/>
                </a:lnTo>
                <a:close/>
              </a:path>
              <a:path w="405129" h="83185">
                <a:moveTo>
                  <a:pt x="396528" y="10845"/>
                </a:moveTo>
                <a:lnTo>
                  <a:pt x="374269" y="10845"/>
                </a:lnTo>
                <a:lnTo>
                  <a:pt x="379984" y="12915"/>
                </a:lnTo>
                <a:lnTo>
                  <a:pt x="383921" y="17068"/>
                </a:lnTo>
                <a:lnTo>
                  <a:pt x="387731" y="21209"/>
                </a:lnTo>
                <a:lnTo>
                  <a:pt x="389295" y="26238"/>
                </a:lnTo>
                <a:lnTo>
                  <a:pt x="389382" y="34213"/>
                </a:lnTo>
                <a:lnTo>
                  <a:pt x="405130" y="34213"/>
                </a:lnTo>
                <a:lnTo>
                  <a:pt x="405130" y="30886"/>
                </a:lnTo>
                <a:lnTo>
                  <a:pt x="404480" y="26924"/>
                </a:lnTo>
                <a:lnTo>
                  <a:pt x="404368" y="26238"/>
                </a:lnTo>
                <a:lnTo>
                  <a:pt x="401574" y="17551"/>
                </a:lnTo>
                <a:lnTo>
                  <a:pt x="399288" y="13766"/>
                </a:lnTo>
                <a:lnTo>
                  <a:pt x="396528" y="10845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7715377" y="5854179"/>
            <a:ext cx="1017777" cy="11845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752965" y="5854179"/>
            <a:ext cx="638265" cy="147548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8803513" y="5854179"/>
            <a:ext cx="874140" cy="14103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0456544" y="5859449"/>
            <a:ext cx="118109" cy="11181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006465" y="6129146"/>
            <a:ext cx="1078484" cy="148424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151243" y="6130023"/>
            <a:ext cx="734567" cy="118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39"/>
            <a:ext cx="11430000" cy="6591300"/>
          </a:xfrm>
          <a:custGeom>
            <a:avLst/>
            <a:gdLst/>
            <a:ahLst/>
            <a:cxnLst/>
            <a:rect l="l" t="t" r="r" b="b"/>
            <a:pathLst>
              <a:path w="11430000" h="6591300">
                <a:moveTo>
                  <a:pt x="11429492" y="0"/>
                </a:moveTo>
                <a:lnTo>
                  <a:pt x="0" y="0"/>
                </a:lnTo>
                <a:lnTo>
                  <a:pt x="0" y="6590817"/>
                </a:lnTo>
                <a:lnTo>
                  <a:pt x="11429492" y="6590817"/>
                </a:lnTo>
                <a:lnTo>
                  <a:pt x="11429492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19" y="624712"/>
            <a:ext cx="2737739" cy="38684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480308" y="624712"/>
            <a:ext cx="645160" cy="311785"/>
          </a:xfrm>
          <a:custGeom>
            <a:avLst/>
            <a:gdLst/>
            <a:ahLst/>
            <a:cxnLst/>
            <a:rect l="l" t="t" r="r" b="b"/>
            <a:pathLst>
              <a:path w="645160" h="311784">
                <a:moveTo>
                  <a:pt x="96138" y="139953"/>
                </a:moveTo>
                <a:lnTo>
                  <a:pt x="35305" y="139953"/>
                </a:lnTo>
                <a:lnTo>
                  <a:pt x="35378" y="242950"/>
                </a:lnTo>
                <a:lnTo>
                  <a:pt x="35567" y="249279"/>
                </a:lnTo>
                <a:lnTo>
                  <a:pt x="36244" y="256286"/>
                </a:lnTo>
                <a:lnTo>
                  <a:pt x="36353" y="257413"/>
                </a:lnTo>
                <a:lnTo>
                  <a:pt x="37525" y="264160"/>
                </a:lnTo>
                <a:lnTo>
                  <a:pt x="37570" y="264413"/>
                </a:lnTo>
                <a:lnTo>
                  <a:pt x="37663" y="264951"/>
                </a:lnTo>
                <a:lnTo>
                  <a:pt x="57132" y="297941"/>
                </a:lnTo>
                <a:lnTo>
                  <a:pt x="97185" y="310641"/>
                </a:lnTo>
                <a:lnTo>
                  <a:pt x="105917" y="310896"/>
                </a:lnTo>
                <a:lnTo>
                  <a:pt x="110362" y="310896"/>
                </a:lnTo>
                <a:lnTo>
                  <a:pt x="114807" y="310641"/>
                </a:lnTo>
                <a:lnTo>
                  <a:pt x="119252" y="310134"/>
                </a:lnTo>
                <a:lnTo>
                  <a:pt x="122586" y="309848"/>
                </a:lnTo>
                <a:lnTo>
                  <a:pt x="123069" y="309848"/>
                </a:lnTo>
                <a:lnTo>
                  <a:pt x="127888" y="309118"/>
                </a:lnTo>
                <a:lnTo>
                  <a:pt x="131699" y="308356"/>
                </a:lnTo>
                <a:lnTo>
                  <a:pt x="135508" y="307466"/>
                </a:lnTo>
                <a:lnTo>
                  <a:pt x="138811" y="306577"/>
                </a:lnTo>
                <a:lnTo>
                  <a:pt x="141604" y="305435"/>
                </a:lnTo>
                <a:lnTo>
                  <a:pt x="144399" y="304419"/>
                </a:lnTo>
                <a:lnTo>
                  <a:pt x="151511" y="294386"/>
                </a:lnTo>
                <a:lnTo>
                  <a:pt x="152400" y="290957"/>
                </a:lnTo>
                <a:lnTo>
                  <a:pt x="152907" y="286003"/>
                </a:lnTo>
                <a:lnTo>
                  <a:pt x="152907" y="275463"/>
                </a:lnTo>
                <a:lnTo>
                  <a:pt x="152653" y="272034"/>
                </a:lnTo>
                <a:lnTo>
                  <a:pt x="151891" y="266826"/>
                </a:lnTo>
                <a:lnTo>
                  <a:pt x="151450" y="264951"/>
                </a:lnTo>
                <a:lnTo>
                  <a:pt x="151383" y="264668"/>
                </a:lnTo>
                <a:lnTo>
                  <a:pt x="151299" y="264413"/>
                </a:lnTo>
                <a:lnTo>
                  <a:pt x="112140" y="264413"/>
                </a:lnTo>
                <a:lnTo>
                  <a:pt x="105409" y="261747"/>
                </a:lnTo>
                <a:lnTo>
                  <a:pt x="101726" y="256286"/>
                </a:lnTo>
                <a:lnTo>
                  <a:pt x="98043" y="250951"/>
                </a:lnTo>
                <a:lnTo>
                  <a:pt x="96138" y="242950"/>
                </a:lnTo>
                <a:lnTo>
                  <a:pt x="96138" y="139953"/>
                </a:lnTo>
                <a:close/>
              </a:path>
              <a:path w="645160" h="311784">
                <a:moveTo>
                  <a:pt x="147065" y="259334"/>
                </a:moveTo>
                <a:lnTo>
                  <a:pt x="144906" y="259334"/>
                </a:lnTo>
                <a:lnTo>
                  <a:pt x="143763" y="259587"/>
                </a:lnTo>
                <a:lnTo>
                  <a:pt x="140969" y="260603"/>
                </a:lnTo>
                <a:lnTo>
                  <a:pt x="139318" y="261238"/>
                </a:lnTo>
                <a:lnTo>
                  <a:pt x="135254" y="262509"/>
                </a:lnTo>
                <a:lnTo>
                  <a:pt x="132968" y="263144"/>
                </a:lnTo>
                <a:lnTo>
                  <a:pt x="127762" y="264160"/>
                </a:lnTo>
                <a:lnTo>
                  <a:pt x="124840" y="264413"/>
                </a:lnTo>
                <a:lnTo>
                  <a:pt x="151299" y="264413"/>
                </a:lnTo>
                <a:lnTo>
                  <a:pt x="150875" y="263144"/>
                </a:lnTo>
                <a:lnTo>
                  <a:pt x="150526" y="261747"/>
                </a:lnTo>
                <a:lnTo>
                  <a:pt x="150209" y="261238"/>
                </a:lnTo>
                <a:lnTo>
                  <a:pt x="149732" y="260603"/>
                </a:lnTo>
                <a:lnTo>
                  <a:pt x="147954" y="259587"/>
                </a:lnTo>
                <a:lnTo>
                  <a:pt x="147065" y="259334"/>
                </a:lnTo>
                <a:close/>
              </a:path>
              <a:path w="645160" h="311784">
                <a:moveTo>
                  <a:pt x="144779" y="94996"/>
                </a:moveTo>
                <a:lnTo>
                  <a:pt x="8000" y="94996"/>
                </a:lnTo>
                <a:lnTo>
                  <a:pt x="6603" y="95376"/>
                </a:lnTo>
                <a:lnTo>
                  <a:pt x="5461" y="96138"/>
                </a:lnTo>
                <a:lnTo>
                  <a:pt x="4190" y="96774"/>
                </a:lnTo>
                <a:lnTo>
                  <a:pt x="634" y="106680"/>
                </a:lnTo>
                <a:lnTo>
                  <a:pt x="126" y="109600"/>
                </a:lnTo>
                <a:lnTo>
                  <a:pt x="0" y="125475"/>
                </a:lnTo>
                <a:lnTo>
                  <a:pt x="762" y="131318"/>
                </a:lnTo>
                <a:lnTo>
                  <a:pt x="4063" y="138175"/>
                </a:lnTo>
                <a:lnTo>
                  <a:pt x="6350" y="139953"/>
                </a:lnTo>
                <a:lnTo>
                  <a:pt x="146430" y="139953"/>
                </a:lnTo>
                <a:lnTo>
                  <a:pt x="148843" y="138175"/>
                </a:lnTo>
                <a:lnTo>
                  <a:pt x="150494" y="134747"/>
                </a:lnTo>
                <a:lnTo>
                  <a:pt x="152018" y="131318"/>
                </a:lnTo>
                <a:lnTo>
                  <a:pt x="152907" y="125475"/>
                </a:lnTo>
                <a:lnTo>
                  <a:pt x="152907" y="113157"/>
                </a:lnTo>
                <a:lnTo>
                  <a:pt x="147446" y="96138"/>
                </a:lnTo>
                <a:lnTo>
                  <a:pt x="146176" y="95376"/>
                </a:lnTo>
                <a:lnTo>
                  <a:pt x="144779" y="94996"/>
                </a:lnTo>
                <a:close/>
              </a:path>
              <a:path w="645160" h="311784">
                <a:moveTo>
                  <a:pt x="76580" y="42037"/>
                </a:moveTo>
                <a:lnTo>
                  <a:pt x="54990" y="42037"/>
                </a:lnTo>
                <a:lnTo>
                  <a:pt x="46989" y="42799"/>
                </a:lnTo>
                <a:lnTo>
                  <a:pt x="36702" y="47244"/>
                </a:lnTo>
                <a:lnTo>
                  <a:pt x="35813" y="48387"/>
                </a:lnTo>
                <a:lnTo>
                  <a:pt x="35305" y="49657"/>
                </a:lnTo>
                <a:lnTo>
                  <a:pt x="35305" y="94996"/>
                </a:lnTo>
                <a:lnTo>
                  <a:pt x="96138" y="94996"/>
                </a:lnTo>
                <a:lnTo>
                  <a:pt x="96138" y="49657"/>
                </a:lnTo>
                <a:lnTo>
                  <a:pt x="84454" y="42799"/>
                </a:lnTo>
                <a:lnTo>
                  <a:pt x="76580" y="42037"/>
                </a:lnTo>
                <a:close/>
              </a:path>
              <a:path w="645160" h="311784">
                <a:moveTo>
                  <a:pt x="229488" y="0"/>
                </a:moveTo>
                <a:lnTo>
                  <a:pt x="207644" y="0"/>
                </a:lnTo>
                <a:lnTo>
                  <a:pt x="203707" y="508"/>
                </a:lnTo>
                <a:lnTo>
                  <a:pt x="199897" y="888"/>
                </a:lnTo>
                <a:lnTo>
                  <a:pt x="196722" y="1524"/>
                </a:lnTo>
                <a:lnTo>
                  <a:pt x="194437" y="2412"/>
                </a:lnTo>
                <a:lnTo>
                  <a:pt x="192024" y="3175"/>
                </a:lnTo>
                <a:lnTo>
                  <a:pt x="190372" y="4190"/>
                </a:lnTo>
                <a:lnTo>
                  <a:pt x="189483" y="5334"/>
                </a:lnTo>
                <a:lnTo>
                  <a:pt x="188467" y="6476"/>
                </a:lnTo>
                <a:lnTo>
                  <a:pt x="187959" y="7874"/>
                </a:lnTo>
                <a:lnTo>
                  <a:pt x="187959" y="300482"/>
                </a:lnTo>
                <a:lnTo>
                  <a:pt x="188467" y="301751"/>
                </a:lnTo>
                <a:lnTo>
                  <a:pt x="189483" y="302768"/>
                </a:lnTo>
                <a:lnTo>
                  <a:pt x="190372" y="303911"/>
                </a:lnTo>
                <a:lnTo>
                  <a:pt x="192024" y="304800"/>
                </a:lnTo>
                <a:lnTo>
                  <a:pt x="194437" y="305562"/>
                </a:lnTo>
                <a:lnTo>
                  <a:pt x="196722" y="306324"/>
                </a:lnTo>
                <a:lnTo>
                  <a:pt x="199897" y="306832"/>
                </a:lnTo>
                <a:lnTo>
                  <a:pt x="207644" y="307594"/>
                </a:lnTo>
                <a:lnTo>
                  <a:pt x="229488" y="307594"/>
                </a:lnTo>
                <a:lnTo>
                  <a:pt x="249046" y="300482"/>
                </a:lnTo>
                <a:lnTo>
                  <a:pt x="249046" y="168401"/>
                </a:lnTo>
                <a:lnTo>
                  <a:pt x="255434" y="161424"/>
                </a:lnTo>
                <a:lnTo>
                  <a:pt x="289559" y="138175"/>
                </a:lnTo>
                <a:lnTo>
                  <a:pt x="389262" y="138175"/>
                </a:lnTo>
                <a:lnTo>
                  <a:pt x="387919" y="133949"/>
                </a:lnTo>
                <a:lnTo>
                  <a:pt x="384889" y="127000"/>
                </a:lnTo>
                <a:lnTo>
                  <a:pt x="381216" y="120526"/>
                </a:lnTo>
                <a:lnTo>
                  <a:pt x="379302" y="117856"/>
                </a:lnTo>
                <a:lnTo>
                  <a:pt x="249046" y="117856"/>
                </a:lnTo>
                <a:lnTo>
                  <a:pt x="249046" y="7874"/>
                </a:lnTo>
                <a:lnTo>
                  <a:pt x="242696" y="2412"/>
                </a:lnTo>
                <a:lnTo>
                  <a:pt x="240283" y="1524"/>
                </a:lnTo>
                <a:lnTo>
                  <a:pt x="237236" y="888"/>
                </a:lnTo>
                <a:lnTo>
                  <a:pt x="233299" y="508"/>
                </a:lnTo>
                <a:lnTo>
                  <a:pt x="229488" y="0"/>
                </a:lnTo>
                <a:close/>
              </a:path>
              <a:path w="645160" h="311784">
                <a:moveTo>
                  <a:pt x="389262" y="138175"/>
                </a:moveTo>
                <a:lnTo>
                  <a:pt x="303402" y="138175"/>
                </a:lnTo>
                <a:lnTo>
                  <a:pt x="308737" y="139191"/>
                </a:lnTo>
                <a:lnTo>
                  <a:pt x="313436" y="141350"/>
                </a:lnTo>
                <a:lnTo>
                  <a:pt x="333628" y="177291"/>
                </a:lnTo>
                <a:lnTo>
                  <a:pt x="333628" y="300482"/>
                </a:lnTo>
                <a:lnTo>
                  <a:pt x="334137" y="301751"/>
                </a:lnTo>
                <a:lnTo>
                  <a:pt x="336041" y="303911"/>
                </a:lnTo>
                <a:lnTo>
                  <a:pt x="337692" y="304800"/>
                </a:lnTo>
                <a:lnTo>
                  <a:pt x="339978" y="305562"/>
                </a:lnTo>
                <a:lnTo>
                  <a:pt x="342138" y="306324"/>
                </a:lnTo>
                <a:lnTo>
                  <a:pt x="345313" y="306832"/>
                </a:lnTo>
                <a:lnTo>
                  <a:pt x="353187" y="307594"/>
                </a:lnTo>
                <a:lnTo>
                  <a:pt x="374903" y="307594"/>
                </a:lnTo>
                <a:lnTo>
                  <a:pt x="392938" y="302768"/>
                </a:lnTo>
                <a:lnTo>
                  <a:pt x="393953" y="301751"/>
                </a:lnTo>
                <a:lnTo>
                  <a:pt x="394462" y="300482"/>
                </a:lnTo>
                <a:lnTo>
                  <a:pt x="394433" y="177291"/>
                </a:lnTo>
                <a:lnTo>
                  <a:pt x="394246" y="169799"/>
                </a:lnTo>
                <a:lnTo>
                  <a:pt x="394200" y="167961"/>
                </a:lnTo>
                <a:lnTo>
                  <a:pt x="393473" y="159003"/>
                </a:lnTo>
                <a:lnTo>
                  <a:pt x="393414" y="158273"/>
                </a:lnTo>
                <a:lnTo>
                  <a:pt x="392248" y="150368"/>
                </a:lnTo>
                <a:lnTo>
                  <a:pt x="392221" y="150185"/>
                </a:lnTo>
                <a:lnTo>
                  <a:pt x="392104" y="149395"/>
                </a:lnTo>
                <a:lnTo>
                  <a:pt x="390270" y="141350"/>
                </a:lnTo>
                <a:lnTo>
                  <a:pt x="389262" y="138175"/>
                </a:lnTo>
                <a:close/>
              </a:path>
              <a:path w="645160" h="311784">
                <a:moveTo>
                  <a:pt x="315213" y="89915"/>
                </a:moveTo>
                <a:lnTo>
                  <a:pt x="273032" y="100782"/>
                </a:lnTo>
                <a:lnTo>
                  <a:pt x="249046" y="117856"/>
                </a:lnTo>
                <a:lnTo>
                  <a:pt x="379302" y="117856"/>
                </a:lnTo>
                <a:lnTo>
                  <a:pt x="344396" y="93612"/>
                </a:lnTo>
                <a:lnTo>
                  <a:pt x="335943" y="91646"/>
                </a:lnTo>
                <a:lnTo>
                  <a:pt x="336287" y="91646"/>
                </a:lnTo>
                <a:lnTo>
                  <a:pt x="326002" y="90346"/>
                </a:lnTo>
                <a:lnTo>
                  <a:pt x="326435" y="90346"/>
                </a:lnTo>
                <a:lnTo>
                  <a:pt x="315213" y="89915"/>
                </a:lnTo>
                <a:close/>
              </a:path>
              <a:path w="645160" h="311784">
                <a:moveTo>
                  <a:pt x="543178" y="89915"/>
                </a:moveTo>
                <a:lnTo>
                  <a:pt x="497077" y="97662"/>
                </a:lnTo>
                <a:lnTo>
                  <a:pt x="462279" y="120014"/>
                </a:lnTo>
                <a:lnTo>
                  <a:pt x="440436" y="155701"/>
                </a:lnTo>
                <a:lnTo>
                  <a:pt x="432985" y="201802"/>
                </a:lnTo>
                <a:lnTo>
                  <a:pt x="432942" y="202946"/>
                </a:lnTo>
                <a:lnTo>
                  <a:pt x="433072" y="206756"/>
                </a:lnTo>
                <a:lnTo>
                  <a:pt x="433179" y="209931"/>
                </a:lnTo>
                <a:lnTo>
                  <a:pt x="433291" y="213233"/>
                </a:lnTo>
                <a:lnTo>
                  <a:pt x="433393" y="216233"/>
                </a:lnTo>
                <a:lnTo>
                  <a:pt x="434736" y="228663"/>
                </a:lnTo>
                <a:lnTo>
                  <a:pt x="449103" y="269621"/>
                </a:lnTo>
                <a:lnTo>
                  <a:pt x="478155" y="296608"/>
                </a:lnTo>
                <a:lnTo>
                  <a:pt x="521477" y="309895"/>
                </a:lnTo>
                <a:lnTo>
                  <a:pt x="548513" y="311531"/>
                </a:lnTo>
                <a:lnTo>
                  <a:pt x="553846" y="311531"/>
                </a:lnTo>
                <a:lnTo>
                  <a:pt x="562552" y="311124"/>
                </a:lnTo>
                <a:lnTo>
                  <a:pt x="563174" y="311124"/>
                </a:lnTo>
                <a:lnTo>
                  <a:pt x="603503" y="305181"/>
                </a:lnTo>
                <a:lnTo>
                  <a:pt x="610869" y="303530"/>
                </a:lnTo>
                <a:lnTo>
                  <a:pt x="616838" y="301878"/>
                </a:lnTo>
                <a:lnTo>
                  <a:pt x="621411" y="300100"/>
                </a:lnTo>
                <a:lnTo>
                  <a:pt x="626109" y="298323"/>
                </a:lnTo>
                <a:lnTo>
                  <a:pt x="634745" y="282828"/>
                </a:lnTo>
                <a:lnTo>
                  <a:pt x="635000" y="280543"/>
                </a:lnTo>
                <a:lnTo>
                  <a:pt x="634947" y="269621"/>
                </a:lnTo>
                <a:lnTo>
                  <a:pt x="548783" y="269621"/>
                </a:lnTo>
                <a:lnTo>
                  <a:pt x="539480" y="268731"/>
                </a:lnTo>
                <a:lnTo>
                  <a:pt x="503936" y="250189"/>
                </a:lnTo>
                <a:lnTo>
                  <a:pt x="495045" y="223138"/>
                </a:lnTo>
                <a:lnTo>
                  <a:pt x="495045" y="214757"/>
                </a:lnTo>
                <a:lnTo>
                  <a:pt x="632332" y="214757"/>
                </a:lnTo>
                <a:lnTo>
                  <a:pt x="636904" y="213233"/>
                </a:lnTo>
                <a:lnTo>
                  <a:pt x="640206" y="209931"/>
                </a:lnTo>
                <a:lnTo>
                  <a:pt x="643508" y="206756"/>
                </a:lnTo>
                <a:lnTo>
                  <a:pt x="645159" y="201802"/>
                </a:lnTo>
                <a:lnTo>
                  <a:pt x="645159" y="186182"/>
                </a:lnTo>
                <a:lnTo>
                  <a:pt x="644914" y="179197"/>
                </a:lnTo>
                <a:lnTo>
                  <a:pt x="495045" y="179197"/>
                </a:lnTo>
                <a:lnTo>
                  <a:pt x="495300" y="172212"/>
                </a:lnTo>
                <a:lnTo>
                  <a:pt x="496305" y="166512"/>
                </a:lnTo>
                <a:lnTo>
                  <a:pt x="496353" y="166242"/>
                </a:lnTo>
                <a:lnTo>
                  <a:pt x="496442" y="165735"/>
                </a:lnTo>
                <a:lnTo>
                  <a:pt x="521462" y="133096"/>
                </a:lnTo>
                <a:lnTo>
                  <a:pt x="534034" y="129159"/>
                </a:lnTo>
                <a:lnTo>
                  <a:pt x="630396" y="129159"/>
                </a:lnTo>
                <a:lnTo>
                  <a:pt x="626997" y="124110"/>
                </a:lnTo>
                <a:lnTo>
                  <a:pt x="589661" y="97155"/>
                </a:lnTo>
                <a:lnTo>
                  <a:pt x="568918" y="91836"/>
                </a:lnTo>
                <a:lnTo>
                  <a:pt x="569362" y="91836"/>
                </a:lnTo>
                <a:lnTo>
                  <a:pt x="556511" y="90394"/>
                </a:lnTo>
                <a:lnTo>
                  <a:pt x="557028" y="90394"/>
                </a:lnTo>
                <a:lnTo>
                  <a:pt x="543178" y="89915"/>
                </a:lnTo>
                <a:close/>
              </a:path>
              <a:path w="645160" h="311784">
                <a:moveTo>
                  <a:pt x="628776" y="256286"/>
                </a:moveTo>
                <a:lnTo>
                  <a:pt x="624839" y="256286"/>
                </a:lnTo>
                <a:lnTo>
                  <a:pt x="621030" y="257048"/>
                </a:lnTo>
                <a:lnTo>
                  <a:pt x="621318" y="257048"/>
                </a:lnTo>
                <a:lnTo>
                  <a:pt x="617497" y="258445"/>
                </a:lnTo>
                <a:lnTo>
                  <a:pt x="613515" y="259841"/>
                </a:lnTo>
                <a:lnTo>
                  <a:pt x="609091" y="261238"/>
                </a:lnTo>
                <a:lnTo>
                  <a:pt x="603122" y="262889"/>
                </a:lnTo>
                <a:lnTo>
                  <a:pt x="597280" y="264668"/>
                </a:lnTo>
                <a:lnTo>
                  <a:pt x="559489" y="269621"/>
                </a:lnTo>
                <a:lnTo>
                  <a:pt x="634947" y="269621"/>
                </a:lnTo>
                <a:lnTo>
                  <a:pt x="634846" y="267588"/>
                </a:lnTo>
                <a:lnTo>
                  <a:pt x="634699" y="266191"/>
                </a:lnTo>
                <a:lnTo>
                  <a:pt x="634580" y="264668"/>
                </a:lnTo>
                <a:lnTo>
                  <a:pt x="629919" y="256539"/>
                </a:lnTo>
                <a:lnTo>
                  <a:pt x="628776" y="256286"/>
                </a:lnTo>
                <a:close/>
              </a:path>
              <a:path w="645160" h="311784">
                <a:moveTo>
                  <a:pt x="630396" y="129159"/>
                </a:moveTo>
                <a:lnTo>
                  <a:pt x="541781" y="129159"/>
                </a:lnTo>
                <a:lnTo>
                  <a:pt x="552547" y="129992"/>
                </a:lnTo>
                <a:lnTo>
                  <a:pt x="561800" y="132492"/>
                </a:lnTo>
                <a:lnTo>
                  <a:pt x="585747" y="168122"/>
                </a:lnTo>
                <a:lnTo>
                  <a:pt x="585879" y="172212"/>
                </a:lnTo>
                <a:lnTo>
                  <a:pt x="586002" y="176010"/>
                </a:lnTo>
                <a:lnTo>
                  <a:pt x="586104" y="179197"/>
                </a:lnTo>
                <a:lnTo>
                  <a:pt x="644914" y="179197"/>
                </a:lnTo>
                <a:lnTo>
                  <a:pt x="636089" y="139350"/>
                </a:lnTo>
                <a:lnTo>
                  <a:pt x="631936" y="131445"/>
                </a:lnTo>
                <a:lnTo>
                  <a:pt x="630396" y="129159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2848" y="641349"/>
            <a:ext cx="1149730" cy="29489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46471" y="644778"/>
            <a:ext cx="930275" cy="366395"/>
          </a:xfrm>
          <a:custGeom>
            <a:avLst/>
            <a:gdLst/>
            <a:ahLst/>
            <a:cxnLst/>
            <a:rect l="l" t="t" r="r" b="b"/>
            <a:pathLst>
              <a:path w="930275" h="366394">
                <a:moveTo>
                  <a:pt x="38226" y="0"/>
                </a:moveTo>
                <a:lnTo>
                  <a:pt x="25780" y="0"/>
                </a:lnTo>
                <a:lnTo>
                  <a:pt x="20700" y="254"/>
                </a:lnTo>
                <a:lnTo>
                  <a:pt x="16637" y="762"/>
                </a:lnTo>
                <a:lnTo>
                  <a:pt x="12445" y="1143"/>
                </a:lnTo>
                <a:lnTo>
                  <a:pt x="0" y="7874"/>
                </a:lnTo>
                <a:lnTo>
                  <a:pt x="0" y="274574"/>
                </a:lnTo>
                <a:lnTo>
                  <a:pt x="1777" y="279273"/>
                </a:lnTo>
                <a:lnTo>
                  <a:pt x="5461" y="282067"/>
                </a:lnTo>
                <a:lnTo>
                  <a:pt x="9143" y="284988"/>
                </a:lnTo>
                <a:lnTo>
                  <a:pt x="13588" y="286385"/>
                </a:lnTo>
                <a:lnTo>
                  <a:pt x="164211" y="286385"/>
                </a:lnTo>
                <a:lnTo>
                  <a:pt x="169799" y="280797"/>
                </a:lnTo>
                <a:lnTo>
                  <a:pt x="170687" y="278765"/>
                </a:lnTo>
                <a:lnTo>
                  <a:pt x="171323" y="276352"/>
                </a:lnTo>
                <a:lnTo>
                  <a:pt x="172084" y="270256"/>
                </a:lnTo>
                <a:lnTo>
                  <a:pt x="172212" y="266573"/>
                </a:lnTo>
                <a:lnTo>
                  <a:pt x="172212" y="257810"/>
                </a:lnTo>
                <a:lnTo>
                  <a:pt x="172084" y="254000"/>
                </a:lnTo>
                <a:lnTo>
                  <a:pt x="171323" y="248031"/>
                </a:lnTo>
                <a:lnTo>
                  <a:pt x="170687" y="245618"/>
                </a:lnTo>
                <a:lnTo>
                  <a:pt x="169799" y="243712"/>
                </a:lnTo>
                <a:lnTo>
                  <a:pt x="169037" y="241935"/>
                </a:lnTo>
                <a:lnTo>
                  <a:pt x="168020" y="240665"/>
                </a:lnTo>
                <a:lnTo>
                  <a:pt x="166877" y="239775"/>
                </a:lnTo>
                <a:lnTo>
                  <a:pt x="165607" y="239014"/>
                </a:lnTo>
                <a:lnTo>
                  <a:pt x="164211" y="238633"/>
                </a:lnTo>
                <a:lnTo>
                  <a:pt x="64007" y="238633"/>
                </a:lnTo>
                <a:lnTo>
                  <a:pt x="64007" y="7874"/>
                </a:lnTo>
                <a:lnTo>
                  <a:pt x="63500" y="6477"/>
                </a:lnTo>
                <a:lnTo>
                  <a:pt x="62356" y="5334"/>
                </a:lnTo>
                <a:lnTo>
                  <a:pt x="61340" y="4191"/>
                </a:lnTo>
                <a:lnTo>
                  <a:pt x="47498" y="762"/>
                </a:lnTo>
                <a:lnTo>
                  <a:pt x="43433" y="254"/>
                </a:lnTo>
                <a:lnTo>
                  <a:pt x="38226" y="0"/>
                </a:lnTo>
                <a:close/>
              </a:path>
              <a:path w="930275" h="366394">
                <a:moveTo>
                  <a:pt x="302894" y="69850"/>
                </a:moveTo>
                <a:lnTo>
                  <a:pt x="262497" y="74404"/>
                </a:lnTo>
                <a:lnTo>
                  <a:pt x="221876" y="94015"/>
                </a:lnTo>
                <a:lnTo>
                  <a:pt x="196010" y="126648"/>
                </a:lnTo>
                <a:lnTo>
                  <a:pt x="184878" y="170334"/>
                </a:lnTo>
                <a:lnTo>
                  <a:pt x="184555" y="178689"/>
                </a:lnTo>
                <a:lnTo>
                  <a:pt x="184497" y="180212"/>
                </a:lnTo>
                <a:lnTo>
                  <a:pt x="184403" y="182625"/>
                </a:lnTo>
                <a:lnTo>
                  <a:pt x="184563" y="187328"/>
                </a:lnTo>
                <a:lnTo>
                  <a:pt x="184686" y="190978"/>
                </a:lnTo>
                <a:lnTo>
                  <a:pt x="184794" y="194183"/>
                </a:lnTo>
                <a:lnTo>
                  <a:pt x="184868" y="195627"/>
                </a:lnTo>
                <a:lnTo>
                  <a:pt x="186096" y="207010"/>
                </a:lnTo>
                <a:lnTo>
                  <a:pt x="186118" y="207216"/>
                </a:lnTo>
                <a:lnTo>
                  <a:pt x="199818" y="247554"/>
                </a:lnTo>
                <a:lnTo>
                  <a:pt x="227933" y="275240"/>
                </a:lnTo>
                <a:lnTo>
                  <a:pt x="270621" y="289655"/>
                </a:lnTo>
                <a:lnTo>
                  <a:pt x="297561" y="291465"/>
                </a:lnTo>
                <a:lnTo>
                  <a:pt x="310590" y="291012"/>
                </a:lnTo>
                <a:lnTo>
                  <a:pt x="311577" y="291012"/>
                </a:lnTo>
                <a:lnTo>
                  <a:pt x="349630" y="283337"/>
                </a:lnTo>
                <a:lnTo>
                  <a:pt x="386714" y="260223"/>
                </a:lnTo>
                <a:lnTo>
                  <a:pt x="397304" y="247142"/>
                </a:lnTo>
                <a:lnTo>
                  <a:pt x="299719" y="247142"/>
                </a:lnTo>
                <a:lnTo>
                  <a:pt x="292558" y="246832"/>
                </a:lnTo>
                <a:lnTo>
                  <a:pt x="258444" y="228219"/>
                </a:lnTo>
                <a:lnTo>
                  <a:pt x="254507" y="222250"/>
                </a:lnTo>
                <a:lnTo>
                  <a:pt x="247390" y="188446"/>
                </a:lnTo>
                <a:lnTo>
                  <a:pt x="247308" y="187328"/>
                </a:lnTo>
                <a:lnTo>
                  <a:pt x="247184" y="178689"/>
                </a:lnTo>
                <a:lnTo>
                  <a:pt x="247322" y="173751"/>
                </a:lnTo>
                <a:lnTo>
                  <a:pt x="247354" y="172616"/>
                </a:lnTo>
                <a:lnTo>
                  <a:pt x="247852" y="166941"/>
                </a:lnTo>
                <a:lnTo>
                  <a:pt x="247941" y="165925"/>
                </a:lnTo>
                <a:lnTo>
                  <a:pt x="247983" y="165449"/>
                </a:lnTo>
                <a:lnTo>
                  <a:pt x="260350" y="131445"/>
                </a:lnTo>
                <a:lnTo>
                  <a:pt x="264667" y="125603"/>
                </a:lnTo>
                <a:lnTo>
                  <a:pt x="270255" y="121285"/>
                </a:lnTo>
                <a:lnTo>
                  <a:pt x="283844" y="115189"/>
                </a:lnTo>
                <a:lnTo>
                  <a:pt x="291718" y="113665"/>
                </a:lnTo>
                <a:lnTo>
                  <a:pt x="400809" y="113665"/>
                </a:lnTo>
                <a:lnTo>
                  <a:pt x="395122" y="105400"/>
                </a:lnTo>
                <a:lnTo>
                  <a:pt x="363527" y="80988"/>
                </a:lnTo>
                <a:lnTo>
                  <a:pt x="317472" y="70352"/>
                </a:lnTo>
                <a:lnTo>
                  <a:pt x="318582" y="70352"/>
                </a:lnTo>
                <a:lnTo>
                  <a:pt x="302894" y="69850"/>
                </a:lnTo>
                <a:close/>
              </a:path>
              <a:path w="930275" h="366394">
                <a:moveTo>
                  <a:pt x="400791" y="113665"/>
                </a:moveTo>
                <a:lnTo>
                  <a:pt x="300736" y="113665"/>
                </a:lnTo>
                <a:lnTo>
                  <a:pt x="308042" y="113994"/>
                </a:lnTo>
                <a:lnTo>
                  <a:pt x="314705" y="114966"/>
                </a:lnTo>
                <a:lnTo>
                  <a:pt x="342138" y="132842"/>
                </a:lnTo>
                <a:lnTo>
                  <a:pt x="346201" y="138937"/>
                </a:lnTo>
                <a:lnTo>
                  <a:pt x="352539" y="165925"/>
                </a:lnTo>
                <a:lnTo>
                  <a:pt x="352663" y="166941"/>
                </a:lnTo>
                <a:lnTo>
                  <a:pt x="353068" y="172616"/>
                </a:lnTo>
                <a:lnTo>
                  <a:pt x="353121" y="188446"/>
                </a:lnTo>
                <a:lnTo>
                  <a:pt x="352653" y="194183"/>
                </a:lnTo>
                <a:lnTo>
                  <a:pt x="352536" y="195627"/>
                </a:lnTo>
                <a:lnTo>
                  <a:pt x="336168" y="235331"/>
                </a:lnTo>
                <a:lnTo>
                  <a:pt x="308990" y="247142"/>
                </a:lnTo>
                <a:lnTo>
                  <a:pt x="397304" y="247142"/>
                </a:lnTo>
                <a:lnTo>
                  <a:pt x="414242" y="202707"/>
                </a:lnTo>
                <a:lnTo>
                  <a:pt x="415995" y="180212"/>
                </a:lnTo>
                <a:lnTo>
                  <a:pt x="416051" y="178689"/>
                </a:lnTo>
                <a:lnTo>
                  <a:pt x="415886" y="173751"/>
                </a:lnTo>
                <a:lnTo>
                  <a:pt x="415772" y="170334"/>
                </a:lnTo>
                <a:lnTo>
                  <a:pt x="415659" y="166941"/>
                </a:lnTo>
                <a:lnTo>
                  <a:pt x="415574" y="165449"/>
                </a:lnTo>
                <a:lnTo>
                  <a:pt x="414380" y="154178"/>
                </a:lnTo>
                <a:lnTo>
                  <a:pt x="414353" y="153924"/>
                </a:lnTo>
                <a:lnTo>
                  <a:pt x="412247" y="142684"/>
                </a:lnTo>
                <a:lnTo>
                  <a:pt x="409320" y="132207"/>
                </a:lnTo>
                <a:lnTo>
                  <a:pt x="405461" y="122493"/>
                </a:lnTo>
                <a:lnTo>
                  <a:pt x="400791" y="113665"/>
                </a:lnTo>
                <a:close/>
              </a:path>
              <a:path w="930275" h="366394">
                <a:moveTo>
                  <a:pt x="560451" y="69850"/>
                </a:moveTo>
                <a:lnTo>
                  <a:pt x="520053" y="74404"/>
                </a:lnTo>
                <a:lnTo>
                  <a:pt x="479432" y="94015"/>
                </a:lnTo>
                <a:lnTo>
                  <a:pt x="453566" y="126648"/>
                </a:lnTo>
                <a:lnTo>
                  <a:pt x="442434" y="170334"/>
                </a:lnTo>
                <a:lnTo>
                  <a:pt x="442111" y="178689"/>
                </a:lnTo>
                <a:lnTo>
                  <a:pt x="442053" y="180212"/>
                </a:lnTo>
                <a:lnTo>
                  <a:pt x="441959" y="182625"/>
                </a:lnTo>
                <a:lnTo>
                  <a:pt x="442119" y="187328"/>
                </a:lnTo>
                <a:lnTo>
                  <a:pt x="442242" y="190978"/>
                </a:lnTo>
                <a:lnTo>
                  <a:pt x="442350" y="194183"/>
                </a:lnTo>
                <a:lnTo>
                  <a:pt x="442424" y="195627"/>
                </a:lnTo>
                <a:lnTo>
                  <a:pt x="443652" y="207010"/>
                </a:lnTo>
                <a:lnTo>
                  <a:pt x="443674" y="207216"/>
                </a:lnTo>
                <a:lnTo>
                  <a:pt x="457374" y="247554"/>
                </a:lnTo>
                <a:lnTo>
                  <a:pt x="485489" y="275240"/>
                </a:lnTo>
                <a:lnTo>
                  <a:pt x="528177" y="289655"/>
                </a:lnTo>
                <a:lnTo>
                  <a:pt x="555116" y="291465"/>
                </a:lnTo>
                <a:lnTo>
                  <a:pt x="568146" y="291012"/>
                </a:lnTo>
                <a:lnTo>
                  <a:pt x="569133" y="291012"/>
                </a:lnTo>
                <a:lnTo>
                  <a:pt x="607187" y="283337"/>
                </a:lnTo>
                <a:lnTo>
                  <a:pt x="644270" y="260223"/>
                </a:lnTo>
                <a:lnTo>
                  <a:pt x="654860" y="247142"/>
                </a:lnTo>
                <a:lnTo>
                  <a:pt x="557276" y="247142"/>
                </a:lnTo>
                <a:lnTo>
                  <a:pt x="550114" y="246832"/>
                </a:lnTo>
                <a:lnTo>
                  <a:pt x="516000" y="228219"/>
                </a:lnTo>
                <a:lnTo>
                  <a:pt x="512063" y="222250"/>
                </a:lnTo>
                <a:lnTo>
                  <a:pt x="504946" y="188446"/>
                </a:lnTo>
                <a:lnTo>
                  <a:pt x="504864" y="187328"/>
                </a:lnTo>
                <a:lnTo>
                  <a:pt x="504740" y="178689"/>
                </a:lnTo>
                <a:lnTo>
                  <a:pt x="504878" y="173751"/>
                </a:lnTo>
                <a:lnTo>
                  <a:pt x="504910" y="172616"/>
                </a:lnTo>
                <a:lnTo>
                  <a:pt x="505408" y="166941"/>
                </a:lnTo>
                <a:lnTo>
                  <a:pt x="505497" y="165925"/>
                </a:lnTo>
                <a:lnTo>
                  <a:pt x="505539" y="165449"/>
                </a:lnTo>
                <a:lnTo>
                  <a:pt x="517905" y="131445"/>
                </a:lnTo>
                <a:lnTo>
                  <a:pt x="522224" y="125603"/>
                </a:lnTo>
                <a:lnTo>
                  <a:pt x="527812" y="121285"/>
                </a:lnTo>
                <a:lnTo>
                  <a:pt x="541401" y="115189"/>
                </a:lnTo>
                <a:lnTo>
                  <a:pt x="549275" y="113665"/>
                </a:lnTo>
                <a:lnTo>
                  <a:pt x="658365" y="113665"/>
                </a:lnTo>
                <a:lnTo>
                  <a:pt x="652678" y="105400"/>
                </a:lnTo>
                <a:lnTo>
                  <a:pt x="621083" y="80988"/>
                </a:lnTo>
                <a:lnTo>
                  <a:pt x="575028" y="70352"/>
                </a:lnTo>
                <a:lnTo>
                  <a:pt x="576138" y="70352"/>
                </a:lnTo>
                <a:lnTo>
                  <a:pt x="560451" y="69850"/>
                </a:lnTo>
                <a:close/>
              </a:path>
              <a:path w="930275" h="366394">
                <a:moveTo>
                  <a:pt x="658347" y="113665"/>
                </a:moveTo>
                <a:lnTo>
                  <a:pt x="558291" y="113665"/>
                </a:lnTo>
                <a:lnTo>
                  <a:pt x="565598" y="113994"/>
                </a:lnTo>
                <a:lnTo>
                  <a:pt x="572262" y="114966"/>
                </a:lnTo>
                <a:lnTo>
                  <a:pt x="599693" y="132842"/>
                </a:lnTo>
                <a:lnTo>
                  <a:pt x="603757" y="138937"/>
                </a:lnTo>
                <a:lnTo>
                  <a:pt x="610095" y="165925"/>
                </a:lnTo>
                <a:lnTo>
                  <a:pt x="610219" y="166941"/>
                </a:lnTo>
                <a:lnTo>
                  <a:pt x="610624" y="172616"/>
                </a:lnTo>
                <a:lnTo>
                  <a:pt x="610677" y="188446"/>
                </a:lnTo>
                <a:lnTo>
                  <a:pt x="610209" y="194183"/>
                </a:lnTo>
                <a:lnTo>
                  <a:pt x="610092" y="195627"/>
                </a:lnTo>
                <a:lnTo>
                  <a:pt x="593725" y="235331"/>
                </a:lnTo>
                <a:lnTo>
                  <a:pt x="566546" y="247142"/>
                </a:lnTo>
                <a:lnTo>
                  <a:pt x="654860" y="247142"/>
                </a:lnTo>
                <a:lnTo>
                  <a:pt x="671798" y="202707"/>
                </a:lnTo>
                <a:lnTo>
                  <a:pt x="673551" y="180212"/>
                </a:lnTo>
                <a:lnTo>
                  <a:pt x="673607" y="178689"/>
                </a:lnTo>
                <a:lnTo>
                  <a:pt x="673442" y="173751"/>
                </a:lnTo>
                <a:lnTo>
                  <a:pt x="673328" y="170334"/>
                </a:lnTo>
                <a:lnTo>
                  <a:pt x="673215" y="166941"/>
                </a:lnTo>
                <a:lnTo>
                  <a:pt x="673130" y="165449"/>
                </a:lnTo>
                <a:lnTo>
                  <a:pt x="671936" y="154178"/>
                </a:lnTo>
                <a:lnTo>
                  <a:pt x="671909" y="153924"/>
                </a:lnTo>
                <a:lnTo>
                  <a:pt x="669803" y="142684"/>
                </a:lnTo>
                <a:lnTo>
                  <a:pt x="666876" y="132207"/>
                </a:lnTo>
                <a:lnTo>
                  <a:pt x="663017" y="122493"/>
                </a:lnTo>
                <a:lnTo>
                  <a:pt x="658347" y="113665"/>
                </a:lnTo>
                <a:close/>
              </a:path>
              <a:path w="930275" h="366394">
                <a:moveTo>
                  <a:pt x="754490" y="74618"/>
                </a:moveTo>
                <a:lnTo>
                  <a:pt x="722392" y="74618"/>
                </a:lnTo>
                <a:lnTo>
                  <a:pt x="720089" y="75057"/>
                </a:lnTo>
                <a:lnTo>
                  <a:pt x="716026" y="76581"/>
                </a:lnTo>
                <a:lnTo>
                  <a:pt x="714628" y="77470"/>
                </a:lnTo>
                <a:lnTo>
                  <a:pt x="713866" y="78612"/>
                </a:lnTo>
                <a:lnTo>
                  <a:pt x="713104" y="79629"/>
                </a:lnTo>
                <a:lnTo>
                  <a:pt x="712596" y="80899"/>
                </a:lnTo>
                <a:lnTo>
                  <a:pt x="712596" y="358394"/>
                </a:lnTo>
                <a:lnTo>
                  <a:pt x="713104" y="359664"/>
                </a:lnTo>
                <a:lnTo>
                  <a:pt x="714120" y="360807"/>
                </a:lnTo>
                <a:lnTo>
                  <a:pt x="715009" y="361950"/>
                </a:lnTo>
                <a:lnTo>
                  <a:pt x="728344" y="365633"/>
                </a:lnTo>
                <a:lnTo>
                  <a:pt x="732281" y="366141"/>
                </a:lnTo>
                <a:lnTo>
                  <a:pt x="737234" y="366395"/>
                </a:lnTo>
                <a:lnTo>
                  <a:pt x="749173" y="366395"/>
                </a:lnTo>
                <a:lnTo>
                  <a:pt x="754126" y="366141"/>
                </a:lnTo>
                <a:lnTo>
                  <a:pt x="757936" y="365633"/>
                </a:lnTo>
                <a:lnTo>
                  <a:pt x="761873" y="365252"/>
                </a:lnTo>
                <a:lnTo>
                  <a:pt x="773683" y="358394"/>
                </a:lnTo>
                <a:lnTo>
                  <a:pt x="773683" y="264414"/>
                </a:lnTo>
                <a:lnTo>
                  <a:pt x="902763" y="264414"/>
                </a:lnTo>
                <a:lnTo>
                  <a:pt x="906017" y="260858"/>
                </a:lnTo>
                <a:lnTo>
                  <a:pt x="911586" y="253047"/>
                </a:lnTo>
                <a:lnTo>
                  <a:pt x="916463" y="244475"/>
                </a:lnTo>
                <a:lnTo>
                  <a:pt x="916520" y="244348"/>
                </a:lnTo>
                <a:lnTo>
                  <a:pt x="822451" y="244348"/>
                </a:lnTo>
                <a:lnTo>
                  <a:pt x="816161" y="243845"/>
                </a:lnTo>
                <a:lnTo>
                  <a:pt x="810487" y="242443"/>
                </a:lnTo>
                <a:lnTo>
                  <a:pt x="810299" y="242443"/>
                </a:lnTo>
                <a:lnTo>
                  <a:pt x="804056" y="239793"/>
                </a:lnTo>
                <a:lnTo>
                  <a:pt x="773683" y="213487"/>
                </a:lnTo>
                <a:lnTo>
                  <a:pt x="773683" y="148717"/>
                </a:lnTo>
                <a:lnTo>
                  <a:pt x="804290" y="121793"/>
                </a:lnTo>
                <a:lnTo>
                  <a:pt x="820292" y="117221"/>
                </a:lnTo>
                <a:lnTo>
                  <a:pt x="918945" y="117221"/>
                </a:lnTo>
                <a:lnTo>
                  <a:pt x="914909" y="109261"/>
                </a:lnTo>
                <a:lnTo>
                  <a:pt x="912501" y="105537"/>
                </a:lnTo>
                <a:lnTo>
                  <a:pt x="764286" y="105537"/>
                </a:lnTo>
                <a:lnTo>
                  <a:pt x="764286" y="80899"/>
                </a:lnTo>
                <a:lnTo>
                  <a:pt x="763904" y="79629"/>
                </a:lnTo>
                <a:lnTo>
                  <a:pt x="763127" y="78740"/>
                </a:lnTo>
                <a:lnTo>
                  <a:pt x="763015" y="78612"/>
                </a:lnTo>
                <a:lnTo>
                  <a:pt x="762253" y="77470"/>
                </a:lnTo>
                <a:lnTo>
                  <a:pt x="760856" y="76581"/>
                </a:lnTo>
                <a:lnTo>
                  <a:pt x="756792" y="75057"/>
                </a:lnTo>
                <a:lnTo>
                  <a:pt x="754490" y="74618"/>
                </a:lnTo>
                <a:close/>
              </a:path>
              <a:path w="930275" h="366394">
                <a:moveTo>
                  <a:pt x="902763" y="264414"/>
                </a:moveTo>
                <a:lnTo>
                  <a:pt x="773683" y="264414"/>
                </a:lnTo>
                <a:lnTo>
                  <a:pt x="778890" y="268859"/>
                </a:lnTo>
                <a:lnTo>
                  <a:pt x="813434" y="288671"/>
                </a:lnTo>
                <a:lnTo>
                  <a:pt x="829690" y="291465"/>
                </a:lnTo>
                <a:lnTo>
                  <a:pt x="835913" y="291465"/>
                </a:lnTo>
                <a:lnTo>
                  <a:pt x="876426" y="283464"/>
                </a:lnTo>
                <a:lnTo>
                  <a:pt x="902763" y="264414"/>
                </a:lnTo>
                <a:close/>
              </a:path>
              <a:path w="930275" h="366394">
                <a:moveTo>
                  <a:pt x="918945" y="117221"/>
                </a:moveTo>
                <a:lnTo>
                  <a:pt x="832357" y="117221"/>
                </a:lnTo>
                <a:lnTo>
                  <a:pt x="839215" y="118999"/>
                </a:lnTo>
                <a:lnTo>
                  <a:pt x="850011" y="126237"/>
                </a:lnTo>
                <a:lnTo>
                  <a:pt x="866013" y="165354"/>
                </a:lnTo>
                <a:lnTo>
                  <a:pt x="866775" y="173355"/>
                </a:lnTo>
                <a:lnTo>
                  <a:pt x="866775" y="189230"/>
                </a:lnTo>
                <a:lnTo>
                  <a:pt x="852804" y="230378"/>
                </a:lnTo>
                <a:lnTo>
                  <a:pt x="830326" y="244348"/>
                </a:lnTo>
                <a:lnTo>
                  <a:pt x="916520" y="244348"/>
                </a:lnTo>
                <a:lnTo>
                  <a:pt x="928687" y="202755"/>
                </a:lnTo>
                <a:lnTo>
                  <a:pt x="930151" y="181737"/>
                </a:lnTo>
                <a:lnTo>
                  <a:pt x="930149" y="173355"/>
                </a:lnTo>
                <a:lnTo>
                  <a:pt x="922669" y="126746"/>
                </a:lnTo>
                <a:lnTo>
                  <a:pt x="922581" y="126442"/>
                </a:lnTo>
                <a:lnTo>
                  <a:pt x="919182" y="117729"/>
                </a:lnTo>
                <a:lnTo>
                  <a:pt x="918945" y="117221"/>
                </a:lnTo>
                <a:close/>
              </a:path>
              <a:path w="930275" h="366394">
                <a:moveTo>
                  <a:pt x="842263" y="69850"/>
                </a:moveTo>
                <a:lnTo>
                  <a:pt x="834643" y="69850"/>
                </a:lnTo>
                <a:lnTo>
                  <a:pt x="827531" y="70612"/>
                </a:lnTo>
                <a:lnTo>
                  <a:pt x="788796" y="85598"/>
                </a:lnTo>
                <a:lnTo>
                  <a:pt x="782827" y="90043"/>
                </a:lnTo>
                <a:lnTo>
                  <a:pt x="776627" y="94575"/>
                </a:lnTo>
                <a:lnTo>
                  <a:pt x="770508" y="99695"/>
                </a:lnTo>
                <a:lnTo>
                  <a:pt x="764286" y="105537"/>
                </a:lnTo>
                <a:lnTo>
                  <a:pt x="912501" y="105537"/>
                </a:lnTo>
                <a:lnTo>
                  <a:pt x="882776" y="78359"/>
                </a:lnTo>
                <a:lnTo>
                  <a:pt x="864456" y="72009"/>
                </a:lnTo>
                <a:lnTo>
                  <a:pt x="864599" y="72009"/>
                </a:lnTo>
                <a:lnTo>
                  <a:pt x="853719" y="70375"/>
                </a:lnTo>
                <a:lnTo>
                  <a:pt x="842263" y="69850"/>
                </a:lnTo>
                <a:close/>
              </a:path>
              <a:path w="930275" h="366394">
                <a:moveTo>
                  <a:pt x="747521" y="73787"/>
                </a:moveTo>
                <a:lnTo>
                  <a:pt x="729361" y="73787"/>
                </a:lnTo>
                <a:lnTo>
                  <a:pt x="722155" y="74618"/>
                </a:lnTo>
                <a:lnTo>
                  <a:pt x="754727" y="74618"/>
                </a:lnTo>
                <a:lnTo>
                  <a:pt x="747521" y="73787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02348" y="625220"/>
            <a:ext cx="710565" cy="311150"/>
          </a:xfrm>
          <a:custGeom>
            <a:avLst/>
            <a:gdLst/>
            <a:ahLst/>
            <a:cxnLst/>
            <a:rect l="l" t="t" r="r" b="b"/>
            <a:pathLst>
              <a:path w="710565" h="311150">
                <a:moveTo>
                  <a:pt x="191931" y="131444"/>
                </a:moveTo>
                <a:lnTo>
                  <a:pt x="104521" y="131444"/>
                </a:lnTo>
                <a:lnTo>
                  <a:pt x="111052" y="132222"/>
                </a:lnTo>
                <a:lnTo>
                  <a:pt x="116204" y="133730"/>
                </a:lnTo>
                <a:lnTo>
                  <a:pt x="121539" y="135127"/>
                </a:lnTo>
                <a:lnTo>
                  <a:pt x="125729" y="137413"/>
                </a:lnTo>
                <a:lnTo>
                  <a:pt x="131952" y="143637"/>
                </a:lnTo>
                <a:lnTo>
                  <a:pt x="134162" y="147319"/>
                </a:lnTo>
                <a:lnTo>
                  <a:pt x="134239" y="147447"/>
                </a:lnTo>
                <a:lnTo>
                  <a:pt x="135635" y="152145"/>
                </a:lnTo>
                <a:lnTo>
                  <a:pt x="137032" y="156717"/>
                </a:lnTo>
                <a:lnTo>
                  <a:pt x="137668" y="162051"/>
                </a:lnTo>
                <a:lnTo>
                  <a:pt x="137668" y="180212"/>
                </a:lnTo>
                <a:lnTo>
                  <a:pt x="116585" y="180212"/>
                </a:lnTo>
                <a:lnTo>
                  <a:pt x="102631" y="180453"/>
                </a:lnTo>
                <a:lnTo>
                  <a:pt x="55485" y="186412"/>
                </a:lnTo>
                <a:lnTo>
                  <a:pt x="16621" y="205724"/>
                </a:lnTo>
                <a:lnTo>
                  <a:pt x="0" y="247141"/>
                </a:lnTo>
                <a:lnTo>
                  <a:pt x="318" y="253618"/>
                </a:lnTo>
                <a:lnTo>
                  <a:pt x="377" y="254807"/>
                </a:lnTo>
                <a:lnTo>
                  <a:pt x="17272" y="290526"/>
                </a:lnTo>
                <a:lnTo>
                  <a:pt x="54576" y="308719"/>
                </a:lnTo>
                <a:lnTo>
                  <a:pt x="78740" y="311023"/>
                </a:lnTo>
                <a:lnTo>
                  <a:pt x="88959" y="310570"/>
                </a:lnTo>
                <a:lnTo>
                  <a:pt x="132889" y="295005"/>
                </a:lnTo>
                <a:lnTo>
                  <a:pt x="147066" y="283463"/>
                </a:lnTo>
                <a:lnTo>
                  <a:pt x="197484" y="283463"/>
                </a:lnTo>
                <a:lnTo>
                  <a:pt x="197484" y="271779"/>
                </a:lnTo>
                <a:lnTo>
                  <a:pt x="81915" y="271779"/>
                </a:lnTo>
                <a:lnTo>
                  <a:pt x="74041" y="269493"/>
                </a:lnTo>
                <a:lnTo>
                  <a:pt x="68325" y="264794"/>
                </a:lnTo>
                <a:lnTo>
                  <a:pt x="62483" y="260095"/>
                </a:lnTo>
                <a:lnTo>
                  <a:pt x="59764" y="253791"/>
                </a:lnTo>
                <a:lnTo>
                  <a:pt x="59690" y="240537"/>
                </a:lnTo>
                <a:lnTo>
                  <a:pt x="60705" y="236219"/>
                </a:lnTo>
                <a:lnTo>
                  <a:pt x="62737" y="232537"/>
                </a:lnTo>
                <a:lnTo>
                  <a:pt x="64770" y="228726"/>
                </a:lnTo>
                <a:lnTo>
                  <a:pt x="104521" y="215011"/>
                </a:lnTo>
                <a:lnTo>
                  <a:pt x="197484" y="215011"/>
                </a:lnTo>
                <a:lnTo>
                  <a:pt x="197484" y="167004"/>
                </a:lnTo>
                <a:lnTo>
                  <a:pt x="197151" y="157170"/>
                </a:lnTo>
                <a:lnTo>
                  <a:pt x="196600" y="152145"/>
                </a:lnTo>
                <a:lnTo>
                  <a:pt x="196503" y="151256"/>
                </a:lnTo>
                <a:lnTo>
                  <a:pt x="196391" y="150240"/>
                </a:lnTo>
                <a:lnTo>
                  <a:pt x="196336" y="149732"/>
                </a:lnTo>
                <a:lnTo>
                  <a:pt x="196224" y="148716"/>
                </a:lnTo>
                <a:lnTo>
                  <a:pt x="196151" y="148050"/>
                </a:lnTo>
                <a:lnTo>
                  <a:pt x="194484" y="139644"/>
                </a:lnTo>
                <a:lnTo>
                  <a:pt x="192305" y="132461"/>
                </a:lnTo>
                <a:lnTo>
                  <a:pt x="192232" y="132222"/>
                </a:lnTo>
                <a:lnTo>
                  <a:pt x="192150" y="131952"/>
                </a:lnTo>
                <a:lnTo>
                  <a:pt x="192014" y="131637"/>
                </a:lnTo>
                <a:lnTo>
                  <a:pt x="191931" y="131444"/>
                </a:lnTo>
                <a:close/>
              </a:path>
              <a:path w="710565" h="311150">
                <a:moveTo>
                  <a:pt x="197484" y="283463"/>
                </a:moveTo>
                <a:lnTo>
                  <a:pt x="147066" y="283463"/>
                </a:lnTo>
                <a:lnTo>
                  <a:pt x="147066" y="301116"/>
                </a:lnTo>
                <a:lnTo>
                  <a:pt x="147827" y="302767"/>
                </a:lnTo>
                <a:lnTo>
                  <a:pt x="149225" y="303911"/>
                </a:lnTo>
                <a:lnTo>
                  <a:pt x="150622" y="305180"/>
                </a:lnTo>
                <a:lnTo>
                  <a:pt x="152907" y="305942"/>
                </a:lnTo>
                <a:lnTo>
                  <a:pt x="159511" y="306958"/>
                </a:lnTo>
                <a:lnTo>
                  <a:pt x="164846" y="307213"/>
                </a:lnTo>
                <a:lnTo>
                  <a:pt x="178816" y="307213"/>
                </a:lnTo>
                <a:lnTo>
                  <a:pt x="184023" y="306958"/>
                </a:lnTo>
                <a:lnTo>
                  <a:pt x="190880" y="305942"/>
                </a:lnTo>
                <a:lnTo>
                  <a:pt x="193548" y="305180"/>
                </a:lnTo>
                <a:lnTo>
                  <a:pt x="195072" y="303911"/>
                </a:lnTo>
                <a:lnTo>
                  <a:pt x="196723" y="302767"/>
                </a:lnTo>
                <a:lnTo>
                  <a:pt x="197484" y="301116"/>
                </a:lnTo>
                <a:lnTo>
                  <a:pt x="197484" y="283463"/>
                </a:lnTo>
                <a:close/>
              </a:path>
              <a:path w="710565" h="311150">
                <a:moveTo>
                  <a:pt x="197484" y="215011"/>
                </a:moveTo>
                <a:lnTo>
                  <a:pt x="137668" y="215011"/>
                </a:lnTo>
                <a:lnTo>
                  <a:pt x="137668" y="248412"/>
                </a:lnTo>
                <a:lnTo>
                  <a:pt x="132145" y="253791"/>
                </a:lnTo>
                <a:lnTo>
                  <a:pt x="100710" y="271779"/>
                </a:lnTo>
                <a:lnTo>
                  <a:pt x="197484" y="271779"/>
                </a:lnTo>
                <a:lnTo>
                  <a:pt x="197484" y="215011"/>
                </a:lnTo>
                <a:close/>
              </a:path>
              <a:path w="710565" h="311150">
                <a:moveTo>
                  <a:pt x="102107" y="89407"/>
                </a:moveTo>
                <a:lnTo>
                  <a:pt x="57023" y="94741"/>
                </a:lnTo>
                <a:lnTo>
                  <a:pt x="20066" y="108965"/>
                </a:lnTo>
                <a:lnTo>
                  <a:pt x="11937" y="124460"/>
                </a:lnTo>
                <a:lnTo>
                  <a:pt x="12000" y="133213"/>
                </a:lnTo>
                <a:lnTo>
                  <a:pt x="12117" y="134619"/>
                </a:lnTo>
                <a:lnTo>
                  <a:pt x="12192" y="135508"/>
                </a:lnTo>
                <a:lnTo>
                  <a:pt x="12700" y="138302"/>
                </a:lnTo>
                <a:lnTo>
                  <a:pt x="13080" y="141097"/>
                </a:lnTo>
                <a:lnTo>
                  <a:pt x="13902" y="143637"/>
                </a:lnTo>
                <a:lnTo>
                  <a:pt x="15621" y="147319"/>
                </a:lnTo>
                <a:lnTo>
                  <a:pt x="16764" y="148716"/>
                </a:lnTo>
                <a:lnTo>
                  <a:pt x="18160" y="149732"/>
                </a:lnTo>
                <a:lnTo>
                  <a:pt x="19430" y="150749"/>
                </a:lnTo>
                <a:lnTo>
                  <a:pt x="21081" y="151256"/>
                </a:lnTo>
                <a:lnTo>
                  <a:pt x="25400" y="151256"/>
                </a:lnTo>
                <a:lnTo>
                  <a:pt x="28828" y="150240"/>
                </a:lnTo>
                <a:lnTo>
                  <a:pt x="36956" y="146176"/>
                </a:lnTo>
                <a:lnTo>
                  <a:pt x="42164" y="143890"/>
                </a:lnTo>
                <a:lnTo>
                  <a:pt x="82311" y="132222"/>
                </a:lnTo>
                <a:lnTo>
                  <a:pt x="96774" y="131444"/>
                </a:lnTo>
                <a:lnTo>
                  <a:pt x="191931" y="131444"/>
                </a:lnTo>
                <a:lnTo>
                  <a:pt x="189101" y="124878"/>
                </a:lnTo>
                <a:lnTo>
                  <a:pt x="154185" y="96500"/>
                </a:lnTo>
                <a:lnTo>
                  <a:pt x="126285" y="90640"/>
                </a:lnTo>
                <a:lnTo>
                  <a:pt x="126812" y="90640"/>
                </a:lnTo>
                <a:lnTo>
                  <a:pt x="114323" y="89693"/>
                </a:lnTo>
                <a:lnTo>
                  <a:pt x="102107" y="89407"/>
                </a:lnTo>
                <a:close/>
              </a:path>
              <a:path w="710565" h="311150">
                <a:moveTo>
                  <a:pt x="283718" y="93344"/>
                </a:moveTo>
                <a:lnTo>
                  <a:pt x="265049" y="93344"/>
                </a:lnTo>
                <a:lnTo>
                  <a:pt x="258445" y="94106"/>
                </a:lnTo>
                <a:lnTo>
                  <a:pt x="249300" y="98170"/>
                </a:lnTo>
                <a:lnTo>
                  <a:pt x="248539" y="99187"/>
                </a:lnTo>
                <a:lnTo>
                  <a:pt x="248030" y="100456"/>
                </a:lnTo>
                <a:lnTo>
                  <a:pt x="248030" y="299974"/>
                </a:lnTo>
                <a:lnTo>
                  <a:pt x="248539" y="301243"/>
                </a:lnTo>
                <a:lnTo>
                  <a:pt x="249554" y="302260"/>
                </a:lnTo>
                <a:lnTo>
                  <a:pt x="250444" y="303402"/>
                </a:lnTo>
                <a:lnTo>
                  <a:pt x="252095" y="304291"/>
                </a:lnTo>
                <a:lnTo>
                  <a:pt x="254507" y="305053"/>
                </a:lnTo>
                <a:lnTo>
                  <a:pt x="256794" y="305815"/>
                </a:lnTo>
                <a:lnTo>
                  <a:pt x="259969" y="306324"/>
                </a:lnTo>
                <a:lnTo>
                  <a:pt x="267716" y="307086"/>
                </a:lnTo>
                <a:lnTo>
                  <a:pt x="289559" y="307086"/>
                </a:lnTo>
                <a:lnTo>
                  <a:pt x="309118" y="299974"/>
                </a:lnTo>
                <a:lnTo>
                  <a:pt x="309118" y="167893"/>
                </a:lnTo>
                <a:lnTo>
                  <a:pt x="315505" y="160916"/>
                </a:lnTo>
                <a:lnTo>
                  <a:pt x="349630" y="137667"/>
                </a:lnTo>
                <a:lnTo>
                  <a:pt x="449443" y="137667"/>
                </a:lnTo>
                <a:lnTo>
                  <a:pt x="447990" y="133153"/>
                </a:lnTo>
                <a:lnTo>
                  <a:pt x="444960" y="126285"/>
                </a:lnTo>
                <a:lnTo>
                  <a:pt x="444060" y="124713"/>
                </a:lnTo>
                <a:lnTo>
                  <a:pt x="300227" y="124713"/>
                </a:lnTo>
                <a:lnTo>
                  <a:pt x="300227" y="100456"/>
                </a:lnTo>
                <a:lnTo>
                  <a:pt x="299720" y="99187"/>
                </a:lnTo>
                <a:lnTo>
                  <a:pt x="298957" y="98170"/>
                </a:lnTo>
                <a:lnTo>
                  <a:pt x="298196" y="97027"/>
                </a:lnTo>
                <a:lnTo>
                  <a:pt x="296799" y="96138"/>
                </a:lnTo>
                <a:lnTo>
                  <a:pt x="295021" y="95376"/>
                </a:lnTo>
                <a:lnTo>
                  <a:pt x="293116" y="94614"/>
                </a:lnTo>
                <a:lnTo>
                  <a:pt x="290449" y="94106"/>
                </a:lnTo>
                <a:lnTo>
                  <a:pt x="283718" y="93344"/>
                </a:lnTo>
                <a:close/>
              </a:path>
              <a:path w="710565" h="311150">
                <a:moveTo>
                  <a:pt x="449443" y="137667"/>
                </a:moveTo>
                <a:lnTo>
                  <a:pt x="363474" y="137667"/>
                </a:lnTo>
                <a:lnTo>
                  <a:pt x="368807" y="138683"/>
                </a:lnTo>
                <a:lnTo>
                  <a:pt x="373506" y="140842"/>
                </a:lnTo>
                <a:lnTo>
                  <a:pt x="393700" y="176783"/>
                </a:lnTo>
                <a:lnTo>
                  <a:pt x="393700" y="299974"/>
                </a:lnTo>
                <a:lnTo>
                  <a:pt x="394207" y="301243"/>
                </a:lnTo>
                <a:lnTo>
                  <a:pt x="396112" y="303402"/>
                </a:lnTo>
                <a:lnTo>
                  <a:pt x="397764" y="304291"/>
                </a:lnTo>
                <a:lnTo>
                  <a:pt x="400050" y="305053"/>
                </a:lnTo>
                <a:lnTo>
                  <a:pt x="402208" y="305815"/>
                </a:lnTo>
                <a:lnTo>
                  <a:pt x="405383" y="306324"/>
                </a:lnTo>
                <a:lnTo>
                  <a:pt x="413257" y="307086"/>
                </a:lnTo>
                <a:lnTo>
                  <a:pt x="434975" y="307086"/>
                </a:lnTo>
                <a:lnTo>
                  <a:pt x="453008" y="302260"/>
                </a:lnTo>
                <a:lnTo>
                  <a:pt x="454025" y="301243"/>
                </a:lnTo>
                <a:lnTo>
                  <a:pt x="454532" y="299974"/>
                </a:lnTo>
                <a:lnTo>
                  <a:pt x="454526" y="176783"/>
                </a:lnTo>
                <a:lnTo>
                  <a:pt x="454335" y="169290"/>
                </a:lnTo>
                <a:lnTo>
                  <a:pt x="454271" y="166750"/>
                </a:lnTo>
                <a:lnTo>
                  <a:pt x="453590" y="158495"/>
                </a:lnTo>
                <a:lnTo>
                  <a:pt x="453485" y="157225"/>
                </a:lnTo>
                <a:lnTo>
                  <a:pt x="452175" y="148462"/>
                </a:lnTo>
                <a:lnTo>
                  <a:pt x="450429" y="140842"/>
                </a:lnTo>
                <a:lnTo>
                  <a:pt x="450342" y="140462"/>
                </a:lnTo>
                <a:lnTo>
                  <a:pt x="449443" y="137667"/>
                </a:lnTo>
                <a:close/>
              </a:path>
              <a:path w="710565" h="311150">
                <a:moveTo>
                  <a:pt x="375284" y="89407"/>
                </a:moveTo>
                <a:lnTo>
                  <a:pt x="336676" y="98170"/>
                </a:lnTo>
                <a:lnTo>
                  <a:pt x="300227" y="124713"/>
                </a:lnTo>
                <a:lnTo>
                  <a:pt x="444060" y="124713"/>
                </a:lnTo>
                <a:lnTo>
                  <a:pt x="412748" y="96138"/>
                </a:lnTo>
                <a:lnTo>
                  <a:pt x="375284" y="89407"/>
                </a:lnTo>
                <a:close/>
              </a:path>
              <a:path w="710565" h="311150">
                <a:moveTo>
                  <a:pt x="587755" y="89407"/>
                </a:moveTo>
                <a:lnTo>
                  <a:pt x="547116" y="97408"/>
                </a:lnTo>
                <a:lnTo>
                  <a:pt x="511956" y="127805"/>
                </a:lnTo>
                <a:lnTo>
                  <a:pt x="496750" y="166510"/>
                </a:lnTo>
                <a:lnTo>
                  <a:pt x="493268" y="202818"/>
                </a:lnTo>
                <a:lnTo>
                  <a:pt x="493575" y="213629"/>
                </a:lnTo>
                <a:lnTo>
                  <a:pt x="500927" y="253924"/>
                </a:lnTo>
                <a:lnTo>
                  <a:pt x="526113" y="292099"/>
                </a:lnTo>
                <a:lnTo>
                  <a:pt x="560593" y="308832"/>
                </a:lnTo>
                <a:lnTo>
                  <a:pt x="583437" y="311023"/>
                </a:lnTo>
                <a:lnTo>
                  <a:pt x="593905" y="310475"/>
                </a:lnTo>
                <a:lnTo>
                  <a:pt x="594189" y="310475"/>
                </a:lnTo>
                <a:lnTo>
                  <a:pt x="604210" y="308832"/>
                </a:lnTo>
                <a:lnTo>
                  <a:pt x="604416" y="308832"/>
                </a:lnTo>
                <a:lnTo>
                  <a:pt x="614566" y="305933"/>
                </a:lnTo>
                <a:lnTo>
                  <a:pt x="650525" y="284325"/>
                </a:lnTo>
                <a:lnTo>
                  <a:pt x="659002" y="276605"/>
                </a:lnTo>
                <a:lnTo>
                  <a:pt x="710565" y="276605"/>
                </a:lnTo>
                <a:lnTo>
                  <a:pt x="710565" y="264032"/>
                </a:lnTo>
                <a:lnTo>
                  <a:pt x="590296" y="264032"/>
                </a:lnTo>
                <a:lnTo>
                  <a:pt x="583809" y="262381"/>
                </a:lnTo>
                <a:lnTo>
                  <a:pt x="583499" y="262381"/>
                </a:lnTo>
                <a:lnTo>
                  <a:pt x="572389" y="254888"/>
                </a:lnTo>
                <a:lnTo>
                  <a:pt x="567944" y="250062"/>
                </a:lnTo>
                <a:lnTo>
                  <a:pt x="561340" y="237870"/>
                </a:lnTo>
                <a:lnTo>
                  <a:pt x="558926" y="230886"/>
                </a:lnTo>
                <a:lnTo>
                  <a:pt x="557529" y="223138"/>
                </a:lnTo>
                <a:lnTo>
                  <a:pt x="556005" y="215391"/>
                </a:lnTo>
                <a:lnTo>
                  <a:pt x="555244" y="207390"/>
                </a:lnTo>
                <a:lnTo>
                  <a:pt x="555244" y="191388"/>
                </a:lnTo>
                <a:lnTo>
                  <a:pt x="556132" y="183768"/>
                </a:lnTo>
                <a:lnTo>
                  <a:pt x="557910" y="176275"/>
                </a:lnTo>
                <a:lnTo>
                  <a:pt x="559561" y="168910"/>
                </a:lnTo>
                <a:lnTo>
                  <a:pt x="562101" y="162178"/>
                </a:lnTo>
                <a:lnTo>
                  <a:pt x="565657" y="156210"/>
                </a:lnTo>
                <a:lnTo>
                  <a:pt x="569086" y="150113"/>
                </a:lnTo>
                <a:lnTo>
                  <a:pt x="573658" y="145287"/>
                </a:lnTo>
                <a:lnTo>
                  <a:pt x="585089" y="138175"/>
                </a:lnTo>
                <a:lnTo>
                  <a:pt x="591947" y="136398"/>
                </a:lnTo>
                <a:lnTo>
                  <a:pt x="710565" y="136398"/>
                </a:lnTo>
                <a:lnTo>
                  <a:pt x="710565" y="115824"/>
                </a:lnTo>
                <a:lnTo>
                  <a:pt x="649985" y="115824"/>
                </a:lnTo>
                <a:lnTo>
                  <a:pt x="642725" y="109729"/>
                </a:lnTo>
                <a:lnTo>
                  <a:pt x="635428" y="104409"/>
                </a:lnTo>
                <a:lnTo>
                  <a:pt x="597154" y="89908"/>
                </a:lnTo>
                <a:lnTo>
                  <a:pt x="598199" y="89908"/>
                </a:lnTo>
                <a:lnTo>
                  <a:pt x="587755" y="89407"/>
                </a:lnTo>
                <a:close/>
              </a:path>
              <a:path w="710565" h="311150">
                <a:moveTo>
                  <a:pt x="710565" y="276605"/>
                </a:moveTo>
                <a:lnTo>
                  <a:pt x="659002" y="276605"/>
                </a:lnTo>
                <a:lnTo>
                  <a:pt x="659002" y="300100"/>
                </a:lnTo>
                <a:lnTo>
                  <a:pt x="675767" y="307086"/>
                </a:lnTo>
                <a:lnTo>
                  <a:pt x="694054" y="307086"/>
                </a:lnTo>
                <a:lnTo>
                  <a:pt x="700658" y="306577"/>
                </a:lnTo>
                <a:lnTo>
                  <a:pt x="703200" y="306093"/>
                </a:lnTo>
                <a:lnTo>
                  <a:pt x="703668" y="305933"/>
                </a:lnTo>
                <a:lnTo>
                  <a:pt x="705230" y="305307"/>
                </a:lnTo>
                <a:lnTo>
                  <a:pt x="707262" y="304545"/>
                </a:lnTo>
                <a:lnTo>
                  <a:pt x="708532" y="303656"/>
                </a:lnTo>
                <a:lnTo>
                  <a:pt x="709422" y="302513"/>
                </a:lnTo>
                <a:lnTo>
                  <a:pt x="710183" y="301370"/>
                </a:lnTo>
                <a:lnTo>
                  <a:pt x="710565" y="300100"/>
                </a:lnTo>
                <a:lnTo>
                  <a:pt x="710565" y="276605"/>
                </a:lnTo>
                <a:close/>
              </a:path>
              <a:path w="710565" h="311150">
                <a:moveTo>
                  <a:pt x="710565" y="136398"/>
                </a:moveTo>
                <a:lnTo>
                  <a:pt x="599948" y="136398"/>
                </a:lnTo>
                <a:lnTo>
                  <a:pt x="606375" y="136878"/>
                </a:lnTo>
                <a:lnTo>
                  <a:pt x="612695" y="138334"/>
                </a:lnTo>
                <a:lnTo>
                  <a:pt x="649985" y="167131"/>
                </a:lnTo>
                <a:lnTo>
                  <a:pt x="649985" y="232410"/>
                </a:lnTo>
                <a:lnTo>
                  <a:pt x="618871" y="259587"/>
                </a:lnTo>
                <a:lnTo>
                  <a:pt x="610870" y="262381"/>
                </a:lnTo>
                <a:lnTo>
                  <a:pt x="606932" y="263525"/>
                </a:lnTo>
                <a:lnTo>
                  <a:pt x="602869" y="264032"/>
                </a:lnTo>
                <a:lnTo>
                  <a:pt x="710565" y="264032"/>
                </a:lnTo>
                <a:lnTo>
                  <a:pt x="710565" y="136398"/>
                </a:lnTo>
                <a:close/>
              </a:path>
              <a:path w="710565" h="311150">
                <a:moveTo>
                  <a:pt x="686307" y="0"/>
                </a:moveTo>
                <a:lnTo>
                  <a:pt x="674370" y="0"/>
                </a:lnTo>
                <a:lnTo>
                  <a:pt x="669417" y="253"/>
                </a:lnTo>
                <a:lnTo>
                  <a:pt x="649985" y="8000"/>
                </a:lnTo>
                <a:lnTo>
                  <a:pt x="649985" y="115824"/>
                </a:lnTo>
                <a:lnTo>
                  <a:pt x="710565" y="115824"/>
                </a:lnTo>
                <a:lnTo>
                  <a:pt x="710565" y="8000"/>
                </a:lnTo>
                <a:lnTo>
                  <a:pt x="686307" y="0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3248" y="641349"/>
            <a:ext cx="1149730" cy="2948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27947" y="641095"/>
            <a:ext cx="986027" cy="29514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309090" y="1377925"/>
            <a:ext cx="1698625" cy="1560830"/>
            <a:chOff x="2309090" y="1377925"/>
            <a:chExt cx="1698625" cy="156083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0257" y="1378838"/>
              <a:ext cx="1694561" cy="15544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14448" y="1383283"/>
              <a:ext cx="1687830" cy="1550035"/>
            </a:xfrm>
            <a:custGeom>
              <a:avLst/>
              <a:gdLst/>
              <a:ahLst/>
              <a:cxnLst/>
              <a:rect l="l" t="t" r="r" b="b"/>
              <a:pathLst>
                <a:path w="1687829" h="1550035">
                  <a:moveTo>
                    <a:pt x="843914" y="0"/>
                  </a:moveTo>
                  <a:lnTo>
                    <a:pt x="1687829" y="1549907"/>
                  </a:lnTo>
                  <a:lnTo>
                    <a:pt x="0" y="1549907"/>
                  </a:lnTo>
                  <a:lnTo>
                    <a:pt x="843914" y="0"/>
                  </a:lnTo>
                  <a:close/>
                </a:path>
              </a:pathLst>
            </a:custGeom>
            <a:ln w="10716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6613" y="2305303"/>
              <a:ext cx="70738" cy="13754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81347" y="2097277"/>
            <a:ext cx="561086" cy="14554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812665" y="2099309"/>
            <a:ext cx="455295" cy="180340"/>
          </a:xfrm>
          <a:custGeom>
            <a:avLst/>
            <a:gdLst/>
            <a:ahLst/>
            <a:cxnLst/>
            <a:rect l="l" t="t" r="r" b="b"/>
            <a:pathLst>
              <a:path w="455295" h="180339">
                <a:moveTo>
                  <a:pt x="23240" y="0"/>
                </a:moveTo>
                <a:lnTo>
                  <a:pt x="8127" y="0"/>
                </a:lnTo>
                <a:lnTo>
                  <a:pt x="6096" y="253"/>
                </a:lnTo>
                <a:lnTo>
                  <a:pt x="4572" y="508"/>
                </a:lnTo>
                <a:lnTo>
                  <a:pt x="3429" y="888"/>
                </a:lnTo>
                <a:lnTo>
                  <a:pt x="2159" y="1269"/>
                </a:lnTo>
                <a:lnTo>
                  <a:pt x="1397" y="1777"/>
                </a:lnTo>
                <a:lnTo>
                  <a:pt x="254" y="2921"/>
                </a:lnTo>
                <a:lnTo>
                  <a:pt x="0" y="3555"/>
                </a:lnTo>
                <a:lnTo>
                  <a:pt x="0" y="135127"/>
                </a:lnTo>
                <a:lnTo>
                  <a:pt x="790" y="137160"/>
                </a:lnTo>
                <a:lnTo>
                  <a:pt x="888" y="137413"/>
                </a:lnTo>
                <a:lnTo>
                  <a:pt x="4445" y="140208"/>
                </a:lnTo>
                <a:lnTo>
                  <a:pt x="6731" y="140969"/>
                </a:lnTo>
                <a:lnTo>
                  <a:pt x="80263" y="140969"/>
                </a:lnTo>
                <a:lnTo>
                  <a:pt x="83947" y="134492"/>
                </a:lnTo>
                <a:lnTo>
                  <a:pt x="84200" y="132968"/>
                </a:lnTo>
                <a:lnTo>
                  <a:pt x="84200" y="124967"/>
                </a:lnTo>
                <a:lnTo>
                  <a:pt x="83947" y="123571"/>
                </a:lnTo>
                <a:lnTo>
                  <a:pt x="83820" y="122047"/>
                </a:lnTo>
                <a:lnTo>
                  <a:pt x="81534" y="117983"/>
                </a:lnTo>
                <a:lnTo>
                  <a:pt x="81025" y="117601"/>
                </a:lnTo>
                <a:lnTo>
                  <a:pt x="80263" y="117348"/>
                </a:lnTo>
                <a:lnTo>
                  <a:pt x="31369" y="117348"/>
                </a:lnTo>
                <a:lnTo>
                  <a:pt x="31369" y="3555"/>
                </a:lnTo>
                <a:lnTo>
                  <a:pt x="25273" y="253"/>
                </a:lnTo>
                <a:lnTo>
                  <a:pt x="23240" y="0"/>
                </a:lnTo>
                <a:close/>
              </a:path>
              <a:path w="455295" h="180339">
                <a:moveTo>
                  <a:pt x="156845" y="34162"/>
                </a:moveTo>
                <a:lnTo>
                  <a:pt x="147320" y="34162"/>
                </a:lnTo>
                <a:lnTo>
                  <a:pt x="140297" y="34422"/>
                </a:lnTo>
                <a:lnTo>
                  <a:pt x="132767" y="35305"/>
                </a:lnTo>
                <a:lnTo>
                  <a:pt x="133179" y="35305"/>
                </a:lnTo>
                <a:lnTo>
                  <a:pt x="127585" y="36466"/>
                </a:lnTo>
                <a:lnTo>
                  <a:pt x="95504" y="60325"/>
                </a:lnTo>
                <a:lnTo>
                  <a:pt x="89408" y="81534"/>
                </a:lnTo>
                <a:lnTo>
                  <a:pt x="89465" y="98678"/>
                </a:lnTo>
                <a:lnTo>
                  <a:pt x="107442" y="133985"/>
                </a:lnTo>
                <a:lnTo>
                  <a:pt x="120269" y="139826"/>
                </a:lnTo>
                <a:lnTo>
                  <a:pt x="127126" y="142239"/>
                </a:lnTo>
                <a:lnTo>
                  <a:pt x="135382" y="143510"/>
                </a:lnTo>
                <a:lnTo>
                  <a:pt x="144780" y="143510"/>
                </a:lnTo>
                <a:lnTo>
                  <a:pt x="183514" y="132968"/>
                </a:lnTo>
                <a:lnTo>
                  <a:pt x="194017" y="121665"/>
                </a:lnTo>
                <a:lnTo>
                  <a:pt x="140843" y="121665"/>
                </a:lnTo>
                <a:lnTo>
                  <a:pt x="137359" y="120903"/>
                </a:lnTo>
                <a:lnTo>
                  <a:pt x="137033" y="120903"/>
                </a:lnTo>
                <a:lnTo>
                  <a:pt x="133730" y="119252"/>
                </a:lnTo>
                <a:lnTo>
                  <a:pt x="130175" y="117601"/>
                </a:lnTo>
                <a:lnTo>
                  <a:pt x="127508" y="115315"/>
                </a:lnTo>
                <a:lnTo>
                  <a:pt x="125602" y="112267"/>
                </a:lnTo>
                <a:lnTo>
                  <a:pt x="123698" y="109347"/>
                </a:lnTo>
                <a:lnTo>
                  <a:pt x="122350" y="105917"/>
                </a:lnTo>
                <a:lnTo>
                  <a:pt x="121412" y="101853"/>
                </a:lnTo>
                <a:lnTo>
                  <a:pt x="120717" y="98678"/>
                </a:lnTo>
                <a:lnTo>
                  <a:pt x="120634" y="98298"/>
                </a:lnTo>
                <a:lnTo>
                  <a:pt x="120523" y="97789"/>
                </a:lnTo>
                <a:lnTo>
                  <a:pt x="120207" y="94106"/>
                </a:lnTo>
                <a:lnTo>
                  <a:pt x="120142" y="83438"/>
                </a:lnTo>
                <a:lnTo>
                  <a:pt x="120551" y="79755"/>
                </a:lnTo>
                <a:lnTo>
                  <a:pt x="137646" y="56641"/>
                </a:lnTo>
                <a:lnTo>
                  <a:pt x="137265" y="56641"/>
                </a:lnTo>
                <a:lnTo>
                  <a:pt x="141859" y="55752"/>
                </a:lnTo>
                <a:lnTo>
                  <a:pt x="195545" y="55752"/>
                </a:lnTo>
                <a:lnTo>
                  <a:pt x="193675" y="52704"/>
                </a:lnTo>
                <a:lnTo>
                  <a:pt x="189230" y="48133"/>
                </a:lnTo>
                <a:lnTo>
                  <a:pt x="184658" y="43561"/>
                </a:lnTo>
                <a:lnTo>
                  <a:pt x="178943" y="40004"/>
                </a:lnTo>
                <a:lnTo>
                  <a:pt x="171958" y="37718"/>
                </a:lnTo>
                <a:lnTo>
                  <a:pt x="164973" y="35305"/>
                </a:lnTo>
                <a:lnTo>
                  <a:pt x="156845" y="34162"/>
                </a:lnTo>
                <a:close/>
              </a:path>
              <a:path w="455295" h="180339">
                <a:moveTo>
                  <a:pt x="195545" y="55752"/>
                </a:moveTo>
                <a:lnTo>
                  <a:pt x="151257" y="55752"/>
                </a:lnTo>
                <a:lnTo>
                  <a:pt x="155321" y="56641"/>
                </a:lnTo>
                <a:lnTo>
                  <a:pt x="161925" y="59943"/>
                </a:lnTo>
                <a:lnTo>
                  <a:pt x="164592" y="62229"/>
                </a:lnTo>
                <a:lnTo>
                  <a:pt x="166497" y="65277"/>
                </a:lnTo>
                <a:lnTo>
                  <a:pt x="168529" y="68199"/>
                </a:lnTo>
                <a:lnTo>
                  <a:pt x="169925" y="71754"/>
                </a:lnTo>
                <a:lnTo>
                  <a:pt x="170687" y="75691"/>
                </a:lnTo>
                <a:lnTo>
                  <a:pt x="171382" y="78866"/>
                </a:lnTo>
                <a:lnTo>
                  <a:pt x="171465" y="79248"/>
                </a:lnTo>
                <a:lnTo>
                  <a:pt x="171576" y="79755"/>
                </a:lnTo>
                <a:lnTo>
                  <a:pt x="171892" y="83438"/>
                </a:lnTo>
                <a:lnTo>
                  <a:pt x="171958" y="94106"/>
                </a:lnTo>
                <a:lnTo>
                  <a:pt x="171548" y="97789"/>
                </a:lnTo>
                <a:lnTo>
                  <a:pt x="171450" y="98678"/>
                </a:lnTo>
                <a:lnTo>
                  <a:pt x="170434" y="102615"/>
                </a:lnTo>
                <a:lnTo>
                  <a:pt x="169418" y="106679"/>
                </a:lnTo>
                <a:lnTo>
                  <a:pt x="150240" y="121665"/>
                </a:lnTo>
                <a:lnTo>
                  <a:pt x="194017" y="121665"/>
                </a:lnTo>
                <a:lnTo>
                  <a:pt x="196723" y="117221"/>
                </a:lnTo>
                <a:lnTo>
                  <a:pt x="199136" y="110489"/>
                </a:lnTo>
                <a:lnTo>
                  <a:pt x="201422" y="103631"/>
                </a:lnTo>
                <a:lnTo>
                  <a:pt x="202692" y="96138"/>
                </a:lnTo>
                <a:lnTo>
                  <a:pt x="202634" y="78866"/>
                </a:lnTo>
                <a:lnTo>
                  <a:pt x="201568" y="71754"/>
                </a:lnTo>
                <a:lnTo>
                  <a:pt x="201290" y="70865"/>
                </a:lnTo>
                <a:lnTo>
                  <a:pt x="199262" y="64897"/>
                </a:lnTo>
                <a:lnTo>
                  <a:pt x="197104" y="58292"/>
                </a:lnTo>
                <a:lnTo>
                  <a:pt x="195545" y="55752"/>
                </a:lnTo>
                <a:close/>
              </a:path>
              <a:path w="455295" h="180339">
                <a:moveTo>
                  <a:pt x="283337" y="34162"/>
                </a:moveTo>
                <a:lnTo>
                  <a:pt x="273812" y="34162"/>
                </a:lnTo>
                <a:lnTo>
                  <a:pt x="266789" y="34422"/>
                </a:lnTo>
                <a:lnTo>
                  <a:pt x="259259" y="35305"/>
                </a:lnTo>
                <a:lnTo>
                  <a:pt x="259671" y="35305"/>
                </a:lnTo>
                <a:lnTo>
                  <a:pt x="254077" y="36466"/>
                </a:lnTo>
                <a:lnTo>
                  <a:pt x="221996" y="60325"/>
                </a:lnTo>
                <a:lnTo>
                  <a:pt x="215900" y="81534"/>
                </a:lnTo>
                <a:lnTo>
                  <a:pt x="215957" y="98678"/>
                </a:lnTo>
                <a:lnTo>
                  <a:pt x="233934" y="133985"/>
                </a:lnTo>
                <a:lnTo>
                  <a:pt x="246761" y="139826"/>
                </a:lnTo>
                <a:lnTo>
                  <a:pt x="253619" y="142239"/>
                </a:lnTo>
                <a:lnTo>
                  <a:pt x="261874" y="143510"/>
                </a:lnTo>
                <a:lnTo>
                  <a:pt x="271272" y="143510"/>
                </a:lnTo>
                <a:lnTo>
                  <a:pt x="310007" y="132968"/>
                </a:lnTo>
                <a:lnTo>
                  <a:pt x="320509" y="121665"/>
                </a:lnTo>
                <a:lnTo>
                  <a:pt x="267335" y="121665"/>
                </a:lnTo>
                <a:lnTo>
                  <a:pt x="263851" y="120903"/>
                </a:lnTo>
                <a:lnTo>
                  <a:pt x="263525" y="120903"/>
                </a:lnTo>
                <a:lnTo>
                  <a:pt x="260223" y="119252"/>
                </a:lnTo>
                <a:lnTo>
                  <a:pt x="256667" y="117601"/>
                </a:lnTo>
                <a:lnTo>
                  <a:pt x="254000" y="115315"/>
                </a:lnTo>
                <a:lnTo>
                  <a:pt x="252095" y="112267"/>
                </a:lnTo>
                <a:lnTo>
                  <a:pt x="250189" y="109347"/>
                </a:lnTo>
                <a:lnTo>
                  <a:pt x="248842" y="105917"/>
                </a:lnTo>
                <a:lnTo>
                  <a:pt x="247904" y="101853"/>
                </a:lnTo>
                <a:lnTo>
                  <a:pt x="247209" y="98678"/>
                </a:lnTo>
                <a:lnTo>
                  <a:pt x="247126" y="98298"/>
                </a:lnTo>
                <a:lnTo>
                  <a:pt x="247014" y="97789"/>
                </a:lnTo>
                <a:lnTo>
                  <a:pt x="246699" y="94106"/>
                </a:lnTo>
                <a:lnTo>
                  <a:pt x="246634" y="83438"/>
                </a:lnTo>
                <a:lnTo>
                  <a:pt x="247043" y="79755"/>
                </a:lnTo>
                <a:lnTo>
                  <a:pt x="264138" y="56641"/>
                </a:lnTo>
                <a:lnTo>
                  <a:pt x="263757" y="56641"/>
                </a:lnTo>
                <a:lnTo>
                  <a:pt x="268350" y="55752"/>
                </a:lnTo>
                <a:lnTo>
                  <a:pt x="322037" y="55752"/>
                </a:lnTo>
                <a:lnTo>
                  <a:pt x="320167" y="52704"/>
                </a:lnTo>
                <a:lnTo>
                  <a:pt x="315722" y="48133"/>
                </a:lnTo>
                <a:lnTo>
                  <a:pt x="311150" y="43561"/>
                </a:lnTo>
                <a:lnTo>
                  <a:pt x="305435" y="40004"/>
                </a:lnTo>
                <a:lnTo>
                  <a:pt x="298450" y="37718"/>
                </a:lnTo>
                <a:lnTo>
                  <a:pt x="291464" y="35305"/>
                </a:lnTo>
                <a:lnTo>
                  <a:pt x="283337" y="34162"/>
                </a:lnTo>
                <a:close/>
              </a:path>
              <a:path w="455295" h="180339">
                <a:moveTo>
                  <a:pt x="322037" y="55752"/>
                </a:moveTo>
                <a:lnTo>
                  <a:pt x="277749" y="55752"/>
                </a:lnTo>
                <a:lnTo>
                  <a:pt x="281813" y="56641"/>
                </a:lnTo>
                <a:lnTo>
                  <a:pt x="288417" y="59943"/>
                </a:lnTo>
                <a:lnTo>
                  <a:pt x="291084" y="62229"/>
                </a:lnTo>
                <a:lnTo>
                  <a:pt x="292988" y="65277"/>
                </a:lnTo>
                <a:lnTo>
                  <a:pt x="295021" y="68199"/>
                </a:lnTo>
                <a:lnTo>
                  <a:pt x="296418" y="71754"/>
                </a:lnTo>
                <a:lnTo>
                  <a:pt x="297180" y="75691"/>
                </a:lnTo>
                <a:lnTo>
                  <a:pt x="297874" y="78866"/>
                </a:lnTo>
                <a:lnTo>
                  <a:pt x="297957" y="79248"/>
                </a:lnTo>
                <a:lnTo>
                  <a:pt x="298069" y="79755"/>
                </a:lnTo>
                <a:lnTo>
                  <a:pt x="298384" y="83438"/>
                </a:lnTo>
                <a:lnTo>
                  <a:pt x="298450" y="94106"/>
                </a:lnTo>
                <a:lnTo>
                  <a:pt x="298040" y="97789"/>
                </a:lnTo>
                <a:lnTo>
                  <a:pt x="297942" y="98678"/>
                </a:lnTo>
                <a:lnTo>
                  <a:pt x="296925" y="102615"/>
                </a:lnTo>
                <a:lnTo>
                  <a:pt x="295910" y="106679"/>
                </a:lnTo>
                <a:lnTo>
                  <a:pt x="276733" y="121665"/>
                </a:lnTo>
                <a:lnTo>
                  <a:pt x="320509" y="121665"/>
                </a:lnTo>
                <a:lnTo>
                  <a:pt x="323214" y="117221"/>
                </a:lnTo>
                <a:lnTo>
                  <a:pt x="325627" y="110489"/>
                </a:lnTo>
                <a:lnTo>
                  <a:pt x="327913" y="103631"/>
                </a:lnTo>
                <a:lnTo>
                  <a:pt x="329184" y="96138"/>
                </a:lnTo>
                <a:lnTo>
                  <a:pt x="329126" y="78866"/>
                </a:lnTo>
                <a:lnTo>
                  <a:pt x="328060" y="71754"/>
                </a:lnTo>
                <a:lnTo>
                  <a:pt x="327782" y="70865"/>
                </a:lnTo>
                <a:lnTo>
                  <a:pt x="325755" y="64897"/>
                </a:lnTo>
                <a:lnTo>
                  <a:pt x="323596" y="58292"/>
                </a:lnTo>
                <a:lnTo>
                  <a:pt x="322037" y="55752"/>
                </a:lnTo>
                <a:close/>
              </a:path>
              <a:path w="455295" h="180339">
                <a:moveTo>
                  <a:pt x="369062" y="36449"/>
                </a:moveTo>
                <a:lnTo>
                  <a:pt x="353695" y="36449"/>
                </a:lnTo>
                <a:lnTo>
                  <a:pt x="352425" y="36702"/>
                </a:lnTo>
                <a:lnTo>
                  <a:pt x="348742" y="39624"/>
                </a:lnTo>
                <a:lnTo>
                  <a:pt x="348742" y="176402"/>
                </a:lnTo>
                <a:lnTo>
                  <a:pt x="348996" y="177164"/>
                </a:lnTo>
                <a:lnTo>
                  <a:pt x="349504" y="177673"/>
                </a:lnTo>
                <a:lnTo>
                  <a:pt x="350012" y="178308"/>
                </a:lnTo>
                <a:lnTo>
                  <a:pt x="350774" y="178815"/>
                </a:lnTo>
                <a:lnTo>
                  <a:pt x="353060" y="179577"/>
                </a:lnTo>
                <a:lnTo>
                  <a:pt x="354584" y="179831"/>
                </a:lnTo>
                <a:lnTo>
                  <a:pt x="358394" y="180339"/>
                </a:lnTo>
                <a:lnTo>
                  <a:pt x="369062" y="180339"/>
                </a:lnTo>
                <a:lnTo>
                  <a:pt x="377951" y="177673"/>
                </a:lnTo>
                <a:lnTo>
                  <a:pt x="378460" y="177164"/>
                </a:lnTo>
                <a:lnTo>
                  <a:pt x="378587" y="130048"/>
                </a:lnTo>
                <a:lnTo>
                  <a:pt x="442010" y="130048"/>
                </a:lnTo>
                <a:lnTo>
                  <a:pt x="443357" y="128397"/>
                </a:lnTo>
                <a:lnTo>
                  <a:pt x="447167" y="123571"/>
                </a:lnTo>
                <a:lnTo>
                  <a:pt x="448782" y="120268"/>
                </a:lnTo>
                <a:lnTo>
                  <a:pt x="398399" y="120268"/>
                </a:lnTo>
                <a:lnTo>
                  <a:pt x="394335" y="118872"/>
                </a:lnTo>
                <a:lnTo>
                  <a:pt x="390651" y="116204"/>
                </a:lnTo>
                <a:lnTo>
                  <a:pt x="386842" y="113664"/>
                </a:lnTo>
                <a:lnTo>
                  <a:pt x="382777" y="109854"/>
                </a:lnTo>
                <a:lnTo>
                  <a:pt x="378587" y="105028"/>
                </a:lnTo>
                <a:lnTo>
                  <a:pt x="378587" y="73151"/>
                </a:lnTo>
                <a:lnTo>
                  <a:pt x="381000" y="70230"/>
                </a:lnTo>
                <a:lnTo>
                  <a:pt x="383286" y="67690"/>
                </a:lnTo>
                <a:lnTo>
                  <a:pt x="385445" y="65786"/>
                </a:lnTo>
                <a:lnTo>
                  <a:pt x="387476" y="63880"/>
                </a:lnTo>
                <a:lnTo>
                  <a:pt x="401447" y="57530"/>
                </a:lnTo>
                <a:lnTo>
                  <a:pt x="449989" y="57530"/>
                </a:lnTo>
                <a:lnTo>
                  <a:pt x="448690" y="54610"/>
                </a:lnTo>
                <a:lnTo>
                  <a:pt x="446705" y="51815"/>
                </a:lnTo>
                <a:lnTo>
                  <a:pt x="374014" y="51815"/>
                </a:lnTo>
                <a:lnTo>
                  <a:pt x="373888" y="38988"/>
                </a:lnTo>
                <a:lnTo>
                  <a:pt x="373380" y="38480"/>
                </a:lnTo>
                <a:lnTo>
                  <a:pt x="372999" y="37973"/>
                </a:lnTo>
                <a:lnTo>
                  <a:pt x="372363" y="37464"/>
                </a:lnTo>
                <a:lnTo>
                  <a:pt x="370332" y="36702"/>
                </a:lnTo>
                <a:lnTo>
                  <a:pt x="369062" y="36449"/>
                </a:lnTo>
                <a:close/>
              </a:path>
              <a:path w="455295" h="180339">
                <a:moveTo>
                  <a:pt x="442010" y="130048"/>
                </a:moveTo>
                <a:lnTo>
                  <a:pt x="378587" y="130048"/>
                </a:lnTo>
                <a:lnTo>
                  <a:pt x="381126" y="132334"/>
                </a:lnTo>
                <a:lnTo>
                  <a:pt x="400558" y="142621"/>
                </a:lnTo>
                <a:lnTo>
                  <a:pt x="403225" y="143255"/>
                </a:lnTo>
                <a:lnTo>
                  <a:pt x="406019" y="143510"/>
                </a:lnTo>
                <a:lnTo>
                  <a:pt x="416560" y="143510"/>
                </a:lnTo>
                <a:lnTo>
                  <a:pt x="423037" y="142112"/>
                </a:lnTo>
                <a:lnTo>
                  <a:pt x="428879" y="139573"/>
                </a:lnTo>
                <a:lnTo>
                  <a:pt x="434594" y="136905"/>
                </a:lnTo>
                <a:lnTo>
                  <a:pt x="439420" y="133223"/>
                </a:lnTo>
                <a:lnTo>
                  <a:pt x="442010" y="130048"/>
                </a:lnTo>
                <a:close/>
              </a:path>
              <a:path w="455295" h="180339">
                <a:moveTo>
                  <a:pt x="449989" y="57530"/>
                </a:moveTo>
                <a:lnTo>
                  <a:pt x="407288" y="57530"/>
                </a:lnTo>
                <a:lnTo>
                  <a:pt x="410590" y="58419"/>
                </a:lnTo>
                <a:lnTo>
                  <a:pt x="415925" y="61975"/>
                </a:lnTo>
                <a:lnTo>
                  <a:pt x="424180" y="85216"/>
                </a:lnTo>
                <a:lnTo>
                  <a:pt x="424180" y="93090"/>
                </a:lnTo>
                <a:lnTo>
                  <a:pt x="423777" y="96012"/>
                </a:lnTo>
                <a:lnTo>
                  <a:pt x="423672" y="96774"/>
                </a:lnTo>
                <a:lnTo>
                  <a:pt x="418973" y="110362"/>
                </a:lnTo>
                <a:lnTo>
                  <a:pt x="417322" y="113284"/>
                </a:lnTo>
                <a:lnTo>
                  <a:pt x="415036" y="115697"/>
                </a:lnTo>
                <a:lnTo>
                  <a:pt x="412169" y="117601"/>
                </a:lnTo>
                <a:lnTo>
                  <a:pt x="409575" y="119252"/>
                </a:lnTo>
                <a:lnTo>
                  <a:pt x="406273" y="120268"/>
                </a:lnTo>
                <a:lnTo>
                  <a:pt x="448782" y="120268"/>
                </a:lnTo>
                <a:lnTo>
                  <a:pt x="455168" y="80137"/>
                </a:lnTo>
                <a:lnTo>
                  <a:pt x="454461" y="73660"/>
                </a:lnTo>
                <a:lnTo>
                  <a:pt x="454406" y="73151"/>
                </a:lnTo>
                <a:lnTo>
                  <a:pt x="452755" y="66801"/>
                </a:lnTo>
                <a:lnTo>
                  <a:pt x="451231" y="60325"/>
                </a:lnTo>
                <a:lnTo>
                  <a:pt x="450102" y="57785"/>
                </a:lnTo>
                <a:lnTo>
                  <a:pt x="449989" y="57530"/>
                </a:lnTo>
                <a:close/>
              </a:path>
              <a:path w="455295" h="180339">
                <a:moveTo>
                  <a:pt x="419862" y="34162"/>
                </a:moveTo>
                <a:lnTo>
                  <a:pt x="408432" y="34162"/>
                </a:lnTo>
                <a:lnTo>
                  <a:pt x="405002" y="34543"/>
                </a:lnTo>
                <a:lnTo>
                  <a:pt x="401700" y="35305"/>
                </a:lnTo>
                <a:lnTo>
                  <a:pt x="397738" y="36067"/>
                </a:lnTo>
                <a:lnTo>
                  <a:pt x="398046" y="36067"/>
                </a:lnTo>
                <a:lnTo>
                  <a:pt x="395224" y="37084"/>
                </a:lnTo>
                <a:lnTo>
                  <a:pt x="392175" y="38608"/>
                </a:lnTo>
                <a:lnTo>
                  <a:pt x="374014" y="51815"/>
                </a:lnTo>
                <a:lnTo>
                  <a:pt x="446705" y="51815"/>
                </a:lnTo>
                <a:lnTo>
                  <a:pt x="441833" y="44958"/>
                </a:lnTo>
                <a:lnTo>
                  <a:pt x="437388" y="41148"/>
                </a:lnTo>
                <a:lnTo>
                  <a:pt x="426465" y="35560"/>
                </a:lnTo>
                <a:lnTo>
                  <a:pt x="419862" y="34162"/>
                </a:lnTo>
                <a:close/>
              </a:path>
              <a:path w="455295" h="180339">
                <a:moveTo>
                  <a:pt x="365887" y="36067"/>
                </a:moveTo>
                <a:lnTo>
                  <a:pt x="356997" y="36067"/>
                </a:lnTo>
                <a:lnTo>
                  <a:pt x="354520" y="36449"/>
                </a:lnTo>
                <a:lnTo>
                  <a:pt x="368172" y="36449"/>
                </a:lnTo>
                <a:lnTo>
                  <a:pt x="365887" y="36067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23266" y="2950082"/>
            <a:ext cx="10168255" cy="3169920"/>
            <a:chOff x="623266" y="2950082"/>
            <a:chExt cx="10168255" cy="3169920"/>
          </a:xfrm>
        </p:grpSpPr>
        <p:sp>
          <p:nvSpPr>
            <p:cNvPr id="17" name="object 17"/>
            <p:cNvSpPr/>
            <p:nvPr/>
          </p:nvSpPr>
          <p:spPr>
            <a:xfrm>
              <a:off x="4047871" y="2950082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6736587" y="0"/>
                  </a:moveTo>
                  <a:lnTo>
                    <a:pt x="9525" y="0"/>
                  </a:lnTo>
                  <a:lnTo>
                    <a:pt x="6984" y="0"/>
                  </a:lnTo>
                  <a:lnTo>
                    <a:pt x="4699" y="507"/>
                  </a:lnTo>
                  <a:lnTo>
                    <a:pt x="1015" y="2412"/>
                  </a:lnTo>
                  <a:lnTo>
                    <a:pt x="0" y="3555"/>
                  </a:lnTo>
                  <a:lnTo>
                    <a:pt x="0" y="6095"/>
                  </a:lnTo>
                  <a:lnTo>
                    <a:pt x="1015" y="7238"/>
                  </a:lnTo>
                  <a:lnTo>
                    <a:pt x="4699" y="9143"/>
                  </a:lnTo>
                  <a:lnTo>
                    <a:pt x="6984" y="9525"/>
                  </a:lnTo>
                  <a:lnTo>
                    <a:pt x="6736587" y="9525"/>
                  </a:lnTo>
                  <a:lnTo>
                    <a:pt x="6738747" y="9143"/>
                  </a:lnTo>
                  <a:lnTo>
                    <a:pt x="6742430" y="7238"/>
                  </a:lnTo>
                  <a:lnTo>
                    <a:pt x="6743446" y="6095"/>
                  </a:lnTo>
                  <a:lnTo>
                    <a:pt x="6743446" y="3555"/>
                  </a:lnTo>
                  <a:lnTo>
                    <a:pt x="6742430" y="2412"/>
                  </a:lnTo>
                  <a:lnTo>
                    <a:pt x="6738747" y="507"/>
                  </a:lnTo>
                  <a:lnTo>
                    <a:pt x="6736587" y="0"/>
                  </a:lnTo>
                  <a:close/>
                </a:path>
              </a:pathLst>
            </a:custGeom>
            <a:solidFill>
              <a:srgbClr val="4736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61897" y="2969894"/>
              <a:ext cx="3383153" cy="15544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66722" y="2973958"/>
              <a:ext cx="3375660" cy="1550035"/>
            </a:xfrm>
            <a:custGeom>
              <a:avLst/>
              <a:gdLst/>
              <a:ahLst/>
              <a:cxnLst/>
              <a:rect l="l" t="t" r="r" b="b"/>
              <a:pathLst>
                <a:path w="3375660" h="1550035">
                  <a:moveTo>
                    <a:pt x="835406" y="0"/>
                  </a:moveTo>
                  <a:lnTo>
                    <a:pt x="2540254" y="0"/>
                  </a:lnTo>
                  <a:lnTo>
                    <a:pt x="3375660" y="1549908"/>
                  </a:lnTo>
                  <a:lnTo>
                    <a:pt x="0" y="1549908"/>
                  </a:lnTo>
                  <a:lnTo>
                    <a:pt x="835406" y="0"/>
                  </a:lnTo>
                  <a:close/>
                </a:path>
              </a:pathLst>
            </a:custGeom>
            <a:ln w="10716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08579" y="3695191"/>
              <a:ext cx="101853" cy="1391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34026" y="3212591"/>
              <a:ext cx="692067" cy="1534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18404" y="3606037"/>
              <a:ext cx="297180" cy="118745"/>
            </a:xfrm>
            <a:custGeom>
              <a:avLst/>
              <a:gdLst/>
              <a:ahLst/>
              <a:cxnLst/>
              <a:rect l="l" t="t" r="r" b="b"/>
              <a:pathLst>
                <a:path w="297179" h="118745">
                  <a:moveTo>
                    <a:pt x="48895" y="117475"/>
                  </a:moveTo>
                  <a:lnTo>
                    <a:pt x="43180" y="117475"/>
                  </a:lnTo>
                  <a:lnTo>
                    <a:pt x="44450" y="117602"/>
                  </a:lnTo>
                  <a:lnTo>
                    <a:pt x="47625" y="117602"/>
                  </a:lnTo>
                  <a:lnTo>
                    <a:pt x="48895" y="117475"/>
                  </a:lnTo>
                  <a:close/>
                </a:path>
                <a:path w="297179" h="118745">
                  <a:moveTo>
                    <a:pt x="52197" y="117093"/>
                  </a:moveTo>
                  <a:lnTo>
                    <a:pt x="39877" y="117093"/>
                  </a:lnTo>
                  <a:lnTo>
                    <a:pt x="43307" y="117475"/>
                  </a:lnTo>
                  <a:lnTo>
                    <a:pt x="48767" y="117475"/>
                  </a:lnTo>
                  <a:lnTo>
                    <a:pt x="52197" y="117093"/>
                  </a:lnTo>
                  <a:close/>
                </a:path>
                <a:path w="297179" h="118745">
                  <a:moveTo>
                    <a:pt x="54229" y="20574"/>
                  </a:moveTo>
                  <a:lnTo>
                    <a:pt x="37846" y="20574"/>
                  </a:lnTo>
                  <a:lnTo>
                    <a:pt x="37973" y="115697"/>
                  </a:lnTo>
                  <a:lnTo>
                    <a:pt x="38481" y="116459"/>
                  </a:lnTo>
                  <a:lnTo>
                    <a:pt x="38862" y="116712"/>
                  </a:lnTo>
                  <a:lnTo>
                    <a:pt x="39497" y="116840"/>
                  </a:lnTo>
                  <a:lnTo>
                    <a:pt x="40132" y="117093"/>
                  </a:lnTo>
                  <a:lnTo>
                    <a:pt x="51816" y="117093"/>
                  </a:lnTo>
                  <a:lnTo>
                    <a:pt x="52450" y="116840"/>
                  </a:lnTo>
                  <a:lnTo>
                    <a:pt x="53086" y="116712"/>
                  </a:lnTo>
                  <a:lnTo>
                    <a:pt x="53594" y="116459"/>
                  </a:lnTo>
                  <a:lnTo>
                    <a:pt x="54102" y="115697"/>
                  </a:lnTo>
                  <a:lnTo>
                    <a:pt x="54229" y="20574"/>
                  </a:lnTo>
                  <a:close/>
                </a:path>
                <a:path w="297179" h="118745">
                  <a:moveTo>
                    <a:pt x="89789" y="8381"/>
                  </a:moveTo>
                  <a:lnTo>
                    <a:pt x="2286" y="8381"/>
                  </a:lnTo>
                  <a:lnTo>
                    <a:pt x="1524" y="8890"/>
                  </a:lnTo>
                  <a:lnTo>
                    <a:pt x="254" y="11684"/>
                  </a:lnTo>
                  <a:lnTo>
                    <a:pt x="127" y="12446"/>
                  </a:lnTo>
                  <a:lnTo>
                    <a:pt x="0" y="13462"/>
                  </a:lnTo>
                  <a:lnTo>
                    <a:pt x="0" y="15621"/>
                  </a:lnTo>
                  <a:lnTo>
                    <a:pt x="2476" y="20574"/>
                  </a:lnTo>
                  <a:lnTo>
                    <a:pt x="89598" y="20574"/>
                  </a:lnTo>
                  <a:lnTo>
                    <a:pt x="90932" y="19685"/>
                  </a:lnTo>
                  <a:lnTo>
                    <a:pt x="91440" y="18668"/>
                  </a:lnTo>
                  <a:lnTo>
                    <a:pt x="91694" y="18034"/>
                  </a:lnTo>
                  <a:lnTo>
                    <a:pt x="91694" y="10922"/>
                  </a:lnTo>
                  <a:lnTo>
                    <a:pt x="91440" y="10160"/>
                  </a:lnTo>
                  <a:lnTo>
                    <a:pt x="91186" y="9652"/>
                  </a:lnTo>
                  <a:lnTo>
                    <a:pt x="90932" y="9271"/>
                  </a:lnTo>
                  <a:lnTo>
                    <a:pt x="90550" y="8890"/>
                  </a:lnTo>
                  <a:lnTo>
                    <a:pt x="89789" y="8381"/>
                  </a:lnTo>
                  <a:close/>
                </a:path>
                <a:path w="297179" h="118745">
                  <a:moveTo>
                    <a:pt x="116268" y="117475"/>
                  </a:moveTo>
                  <a:lnTo>
                    <a:pt x="108585" y="117475"/>
                  </a:lnTo>
                  <a:lnTo>
                    <a:pt x="109600" y="117602"/>
                  </a:lnTo>
                  <a:lnTo>
                    <a:pt x="115316" y="117602"/>
                  </a:lnTo>
                  <a:lnTo>
                    <a:pt x="116268" y="117475"/>
                  </a:lnTo>
                  <a:close/>
                </a:path>
                <a:path w="297179" h="118745">
                  <a:moveTo>
                    <a:pt x="174244" y="117475"/>
                  </a:moveTo>
                  <a:lnTo>
                    <a:pt x="166497" y="117475"/>
                  </a:lnTo>
                  <a:lnTo>
                    <a:pt x="167512" y="117602"/>
                  </a:lnTo>
                  <a:lnTo>
                    <a:pt x="173228" y="117602"/>
                  </a:lnTo>
                  <a:lnTo>
                    <a:pt x="174244" y="117475"/>
                  </a:lnTo>
                  <a:close/>
                </a:path>
                <a:path w="297179" h="118745">
                  <a:moveTo>
                    <a:pt x="118152" y="117093"/>
                  </a:moveTo>
                  <a:lnTo>
                    <a:pt x="106807" y="117093"/>
                  </a:lnTo>
                  <a:lnTo>
                    <a:pt x="107950" y="117475"/>
                  </a:lnTo>
                  <a:lnTo>
                    <a:pt x="116755" y="117475"/>
                  </a:lnTo>
                  <a:lnTo>
                    <a:pt x="118152" y="117093"/>
                  </a:lnTo>
                  <a:close/>
                </a:path>
                <a:path w="297179" h="118745">
                  <a:moveTo>
                    <a:pt x="176022" y="117093"/>
                  </a:moveTo>
                  <a:lnTo>
                    <a:pt x="164719" y="117093"/>
                  </a:lnTo>
                  <a:lnTo>
                    <a:pt x="165862" y="117475"/>
                  </a:lnTo>
                  <a:lnTo>
                    <a:pt x="174879" y="117475"/>
                  </a:lnTo>
                  <a:lnTo>
                    <a:pt x="176022" y="117093"/>
                  </a:lnTo>
                  <a:close/>
                </a:path>
                <a:path w="297179" h="118745">
                  <a:moveTo>
                    <a:pt x="115188" y="0"/>
                  </a:moveTo>
                  <a:lnTo>
                    <a:pt x="109600" y="0"/>
                  </a:lnTo>
                  <a:lnTo>
                    <a:pt x="106553" y="381"/>
                  </a:lnTo>
                  <a:lnTo>
                    <a:pt x="106807" y="381"/>
                  </a:lnTo>
                  <a:lnTo>
                    <a:pt x="105537" y="888"/>
                  </a:lnTo>
                  <a:lnTo>
                    <a:pt x="105156" y="1143"/>
                  </a:lnTo>
                  <a:lnTo>
                    <a:pt x="104902" y="1524"/>
                  </a:lnTo>
                  <a:lnTo>
                    <a:pt x="104648" y="1778"/>
                  </a:lnTo>
                  <a:lnTo>
                    <a:pt x="104648" y="115824"/>
                  </a:lnTo>
                  <a:lnTo>
                    <a:pt x="104902" y="116078"/>
                  </a:lnTo>
                  <a:lnTo>
                    <a:pt x="105156" y="116459"/>
                  </a:lnTo>
                  <a:lnTo>
                    <a:pt x="105537" y="116712"/>
                  </a:lnTo>
                  <a:lnTo>
                    <a:pt x="106489" y="117093"/>
                  </a:lnTo>
                  <a:lnTo>
                    <a:pt x="118300" y="117093"/>
                  </a:lnTo>
                  <a:lnTo>
                    <a:pt x="119253" y="116712"/>
                  </a:lnTo>
                  <a:lnTo>
                    <a:pt x="119634" y="116459"/>
                  </a:lnTo>
                  <a:lnTo>
                    <a:pt x="119887" y="116078"/>
                  </a:lnTo>
                  <a:lnTo>
                    <a:pt x="120142" y="115824"/>
                  </a:lnTo>
                  <a:lnTo>
                    <a:pt x="120269" y="62103"/>
                  </a:lnTo>
                  <a:lnTo>
                    <a:pt x="124587" y="57277"/>
                  </a:lnTo>
                  <a:lnTo>
                    <a:pt x="128650" y="53721"/>
                  </a:lnTo>
                  <a:lnTo>
                    <a:pt x="132587" y="51308"/>
                  </a:lnTo>
                  <a:lnTo>
                    <a:pt x="136525" y="48768"/>
                  </a:lnTo>
                  <a:lnTo>
                    <a:pt x="138887" y="48006"/>
                  </a:lnTo>
                  <a:lnTo>
                    <a:pt x="120269" y="48006"/>
                  </a:lnTo>
                  <a:lnTo>
                    <a:pt x="120142" y="1778"/>
                  </a:lnTo>
                  <a:lnTo>
                    <a:pt x="119887" y="1524"/>
                  </a:lnTo>
                  <a:lnTo>
                    <a:pt x="119634" y="1143"/>
                  </a:lnTo>
                  <a:lnTo>
                    <a:pt x="119253" y="888"/>
                  </a:lnTo>
                  <a:lnTo>
                    <a:pt x="118618" y="635"/>
                  </a:lnTo>
                  <a:lnTo>
                    <a:pt x="118110" y="381"/>
                  </a:lnTo>
                  <a:lnTo>
                    <a:pt x="115188" y="0"/>
                  </a:lnTo>
                  <a:close/>
                </a:path>
                <a:path w="297179" h="118745">
                  <a:moveTo>
                    <a:pt x="173643" y="47498"/>
                  </a:moveTo>
                  <a:lnTo>
                    <a:pt x="147447" y="47498"/>
                  </a:lnTo>
                  <a:lnTo>
                    <a:pt x="150114" y="48006"/>
                  </a:lnTo>
                  <a:lnTo>
                    <a:pt x="154686" y="50037"/>
                  </a:lnTo>
                  <a:lnTo>
                    <a:pt x="162687" y="115824"/>
                  </a:lnTo>
                  <a:lnTo>
                    <a:pt x="162941" y="116078"/>
                  </a:lnTo>
                  <a:lnTo>
                    <a:pt x="163195" y="116459"/>
                  </a:lnTo>
                  <a:lnTo>
                    <a:pt x="163575" y="116712"/>
                  </a:lnTo>
                  <a:lnTo>
                    <a:pt x="164528" y="117093"/>
                  </a:lnTo>
                  <a:lnTo>
                    <a:pt x="176403" y="117093"/>
                  </a:lnTo>
                  <a:lnTo>
                    <a:pt x="177165" y="116712"/>
                  </a:lnTo>
                  <a:lnTo>
                    <a:pt x="177546" y="116459"/>
                  </a:lnTo>
                  <a:lnTo>
                    <a:pt x="177800" y="116078"/>
                  </a:lnTo>
                  <a:lnTo>
                    <a:pt x="178054" y="115824"/>
                  </a:lnTo>
                  <a:lnTo>
                    <a:pt x="178029" y="62103"/>
                  </a:lnTo>
                  <a:lnTo>
                    <a:pt x="177673" y="58800"/>
                  </a:lnTo>
                  <a:lnTo>
                    <a:pt x="175742" y="51562"/>
                  </a:lnTo>
                  <a:lnTo>
                    <a:pt x="175641" y="51181"/>
                  </a:lnTo>
                  <a:lnTo>
                    <a:pt x="173862" y="47752"/>
                  </a:lnTo>
                  <a:lnTo>
                    <a:pt x="173643" y="47498"/>
                  </a:lnTo>
                  <a:close/>
                </a:path>
                <a:path w="297179" h="118745">
                  <a:moveTo>
                    <a:pt x="153289" y="35560"/>
                  </a:moveTo>
                  <a:lnTo>
                    <a:pt x="143002" y="35560"/>
                  </a:lnTo>
                  <a:lnTo>
                    <a:pt x="138430" y="36575"/>
                  </a:lnTo>
                  <a:lnTo>
                    <a:pt x="129286" y="40640"/>
                  </a:lnTo>
                  <a:lnTo>
                    <a:pt x="124714" y="43815"/>
                  </a:lnTo>
                  <a:lnTo>
                    <a:pt x="120269" y="48006"/>
                  </a:lnTo>
                  <a:lnTo>
                    <a:pt x="138887" y="48006"/>
                  </a:lnTo>
                  <a:lnTo>
                    <a:pt x="140462" y="47498"/>
                  </a:lnTo>
                  <a:lnTo>
                    <a:pt x="173643" y="47498"/>
                  </a:lnTo>
                  <a:lnTo>
                    <a:pt x="171450" y="44958"/>
                  </a:lnTo>
                  <a:lnTo>
                    <a:pt x="169037" y="42037"/>
                  </a:lnTo>
                  <a:lnTo>
                    <a:pt x="165862" y="39750"/>
                  </a:lnTo>
                  <a:lnTo>
                    <a:pt x="162052" y="38100"/>
                  </a:lnTo>
                  <a:lnTo>
                    <a:pt x="158115" y="36322"/>
                  </a:lnTo>
                  <a:lnTo>
                    <a:pt x="153289" y="35560"/>
                  </a:lnTo>
                  <a:close/>
                </a:path>
                <a:path w="297179" h="118745">
                  <a:moveTo>
                    <a:pt x="213804" y="117475"/>
                  </a:moveTo>
                  <a:lnTo>
                    <a:pt x="206121" y="117475"/>
                  </a:lnTo>
                  <a:lnTo>
                    <a:pt x="207137" y="117602"/>
                  </a:lnTo>
                  <a:lnTo>
                    <a:pt x="212852" y="117602"/>
                  </a:lnTo>
                  <a:lnTo>
                    <a:pt x="213804" y="117475"/>
                  </a:lnTo>
                  <a:close/>
                </a:path>
                <a:path w="297179" h="118745">
                  <a:moveTo>
                    <a:pt x="215688" y="117093"/>
                  </a:moveTo>
                  <a:lnTo>
                    <a:pt x="204343" y="117093"/>
                  </a:lnTo>
                  <a:lnTo>
                    <a:pt x="205486" y="117475"/>
                  </a:lnTo>
                  <a:lnTo>
                    <a:pt x="214291" y="117475"/>
                  </a:lnTo>
                  <a:lnTo>
                    <a:pt x="215688" y="117093"/>
                  </a:lnTo>
                  <a:close/>
                </a:path>
                <a:path w="297179" h="118745">
                  <a:moveTo>
                    <a:pt x="214757" y="36956"/>
                  </a:moveTo>
                  <a:lnTo>
                    <a:pt x="205105" y="36956"/>
                  </a:lnTo>
                  <a:lnTo>
                    <a:pt x="203962" y="37337"/>
                  </a:lnTo>
                  <a:lnTo>
                    <a:pt x="203708" y="37337"/>
                  </a:lnTo>
                  <a:lnTo>
                    <a:pt x="203073" y="37592"/>
                  </a:lnTo>
                  <a:lnTo>
                    <a:pt x="202692" y="37846"/>
                  </a:lnTo>
                  <a:lnTo>
                    <a:pt x="202184" y="38608"/>
                  </a:lnTo>
                  <a:lnTo>
                    <a:pt x="202184" y="115824"/>
                  </a:lnTo>
                  <a:lnTo>
                    <a:pt x="202437" y="116078"/>
                  </a:lnTo>
                  <a:lnTo>
                    <a:pt x="202692" y="116459"/>
                  </a:lnTo>
                  <a:lnTo>
                    <a:pt x="203073" y="116712"/>
                  </a:lnTo>
                  <a:lnTo>
                    <a:pt x="204025" y="117093"/>
                  </a:lnTo>
                  <a:lnTo>
                    <a:pt x="215836" y="117093"/>
                  </a:lnTo>
                  <a:lnTo>
                    <a:pt x="216789" y="116712"/>
                  </a:lnTo>
                  <a:lnTo>
                    <a:pt x="217170" y="116459"/>
                  </a:lnTo>
                  <a:lnTo>
                    <a:pt x="217424" y="116078"/>
                  </a:lnTo>
                  <a:lnTo>
                    <a:pt x="217678" y="115824"/>
                  </a:lnTo>
                  <a:lnTo>
                    <a:pt x="217678" y="38608"/>
                  </a:lnTo>
                  <a:lnTo>
                    <a:pt x="217170" y="37846"/>
                  </a:lnTo>
                  <a:lnTo>
                    <a:pt x="216789" y="37592"/>
                  </a:lnTo>
                  <a:lnTo>
                    <a:pt x="216154" y="37337"/>
                  </a:lnTo>
                  <a:lnTo>
                    <a:pt x="214757" y="36956"/>
                  </a:lnTo>
                  <a:close/>
                </a:path>
                <a:path w="297179" h="118745">
                  <a:moveTo>
                    <a:pt x="213614" y="5461"/>
                  </a:moveTo>
                  <a:lnTo>
                    <a:pt x="206248" y="5461"/>
                  </a:lnTo>
                  <a:lnTo>
                    <a:pt x="203708" y="6096"/>
                  </a:lnTo>
                  <a:lnTo>
                    <a:pt x="202311" y="7238"/>
                  </a:lnTo>
                  <a:lnTo>
                    <a:pt x="200914" y="8509"/>
                  </a:lnTo>
                  <a:lnTo>
                    <a:pt x="200279" y="10668"/>
                  </a:lnTo>
                  <a:lnTo>
                    <a:pt x="200279" y="17144"/>
                  </a:lnTo>
                  <a:lnTo>
                    <a:pt x="200914" y="19304"/>
                  </a:lnTo>
                  <a:lnTo>
                    <a:pt x="202311" y="20447"/>
                  </a:lnTo>
                  <a:lnTo>
                    <a:pt x="203581" y="21590"/>
                  </a:lnTo>
                  <a:lnTo>
                    <a:pt x="206121" y="22098"/>
                  </a:lnTo>
                  <a:lnTo>
                    <a:pt x="213614" y="22098"/>
                  </a:lnTo>
                  <a:lnTo>
                    <a:pt x="219583" y="10668"/>
                  </a:lnTo>
                  <a:lnTo>
                    <a:pt x="218985" y="8509"/>
                  </a:lnTo>
                  <a:lnTo>
                    <a:pt x="218948" y="8381"/>
                  </a:lnTo>
                  <a:lnTo>
                    <a:pt x="216154" y="6096"/>
                  </a:lnTo>
                  <a:lnTo>
                    <a:pt x="213614" y="5461"/>
                  </a:lnTo>
                  <a:close/>
                </a:path>
                <a:path w="297179" h="118745">
                  <a:moveTo>
                    <a:pt x="240114" y="100456"/>
                  </a:moveTo>
                  <a:lnTo>
                    <a:pt x="238252" y="100456"/>
                  </a:lnTo>
                  <a:lnTo>
                    <a:pt x="237680" y="100837"/>
                  </a:lnTo>
                  <a:lnTo>
                    <a:pt x="237490" y="100837"/>
                  </a:lnTo>
                  <a:lnTo>
                    <a:pt x="237236" y="101218"/>
                  </a:lnTo>
                  <a:lnTo>
                    <a:pt x="237109" y="101600"/>
                  </a:lnTo>
                  <a:lnTo>
                    <a:pt x="236855" y="102108"/>
                  </a:lnTo>
                  <a:lnTo>
                    <a:pt x="236728" y="102616"/>
                  </a:lnTo>
                  <a:lnTo>
                    <a:pt x="236643" y="103124"/>
                  </a:lnTo>
                  <a:lnTo>
                    <a:pt x="236600" y="109219"/>
                  </a:lnTo>
                  <a:lnTo>
                    <a:pt x="236902" y="110362"/>
                  </a:lnTo>
                  <a:lnTo>
                    <a:pt x="241808" y="114427"/>
                  </a:lnTo>
                  <a:lnTo>
                    <a:pt x="243205" y="115188"/>
                  </a:lnTo>
                  <a:lnTo>
                    <a:pt x="260350" y="118744"/>
                  </a:lnTo>
                  <a:lnTo>
                    <a:pt x="268350" y="118744"/>
                  </a:lnTo>
                  <a:lnTo>
                    <a:pt x="292999" y="107568"/>
                  </a:lnTo>
                  <a:lnTo>
                    <a:pt x="260096" y="107568"/>
                  </a:lnTo>
                  <a:lnTo>
                    <a:pt x="257048" y="107187"/>
                  </a:lnTo>
                  <a:lnTo>
                    <a:pt x="254254" y="106425"/>
                  </a:lnTo>
                  <a:lnTo>
                    <a:pt x="251587" y="105663"/>
                  </a:lnTo>
                  <a:lnTo>
                    <a:pt x="249174" y="104902"/>
                  </a:lnTo>
                  <a:lnTo>
                    <a:pt x="247269" y="104012"/>
                  </a:lnTo>
                  <a:lnTo>
                    <a:pt x="245237" y="103124"/>
                  </a:lnTo>
                  <a:lnTo>
                    <a:pt x="241025" y="100837"/>
                  </a:lnTo>
                  <a:lnTo>
                    <a:pt x="240114" y="100456"/>
                  </a:lnTo>
                  <a:close/>
                </a:path>
                <a:path w="297179" h="118745">
                  <a:moveTo>
                    <a:pt x="274193" y="35687"/>
                  </a:moveTo>
                  <a:lnTo>
                    <a:pt x="263626" y="35687"/>
                  </a:lnTo>
                  <a:lnTo>
                    <a:pt x="259969" y="36194"/>
                  </a:lnTo>
                  <a:lnTo>
                    <a:pt x="238506" y="54991"/>
                  </a:lnTo>
                  <a:lnTo>
                    <a:pt x="238506" y="61341"/>
                  </a:lnTo>
                  <a:lnTo>
                    <a:pt x="239141" y="64262"/>
                  </a:lnTo>
                  <a:lnTo>
                    <a:pt x="240411" y="66675"/>
                  </a:lnTo>
                  <a:lnTo>
                    <a:pt x="241433" y="68834"/>
                  </a:lnTo>
                  <a:lnTo>
                    <a:pt x="252095" y="77216"/>
                  </a:lnTo>
                  <a:lnTo>
                    <a:pt x="254762" y="78486"/>
                  </a:lnTo>
                  <a:lnTo>
                    <a:pt x="257302" y="79502"/>
                  </a:lnTo>
                  <a:lnTo>
                    <a:pt x="260096" y="80518"/>
                  </a:lnTo>
                  <a:lnTo>
                    <a:pt x="262763" y="81406"/>
                  </a:lnTo>
                  <a:lnTo>
                    <a:pt x="265303" y="82423"/>
                  </a:lnTo>
                  <a:lnTo>
                    <a:pt x="281432" y="93344"/>
                  </a:lnTo>
                  <a:lnTo>
                    <a:pt x="281432" y="97536"/>
                  </a:lnTo>
                  <a:lnTo>
                    <a:pt x="272732" y="106425"/>
                  </a:lnTo>
                  <a:lnTo>
                    <a:pt x="272510" y="106425"/>
                  </a:lnTo>
                  <a:lnTo>
                    <a:pt x="268732" y="107315"/>
                  </a:lnTo>
                  <a:lnTo>
                    <a:pt x="266319" y="107568"/>
                  </a:lnTo>
                  <a:lnTo>
                    <a:pt x="292999" y="107568"/>
                  </a:lnTo>
                  <a:lnTo>
                    <a:pt x="296164" y="101727"/>
                  </a:lnTo>
                  <a:lnTo>
                    <a:pt x="296925" y="98298"/>
                  </a:lnTo>
                  <a:lnTo>
                    <a:pt x="296925" y="91186"/>
                  </a:lnTo>
                  <a:lnTo>
                    <a:pt x="296348" y="88646"/>
                  </a:lnTo>
                  <a:lnTo>
                    <a:pt x="296291" y="88392"/>
                  </a:lnTo>
                  <a:lnTo>
                    <a:pt x="283210" y="75692"/>
                  </a:lnTo>
                  <a:lnTo>
                    <a:pt x="280809" y="74549"/>
                  </a:lnTo>
                  <a:lnTo>
                    <a:pt x="275209" y="72390"/>
                  </a:lnTo>
                  <a:lnTo>
                    <a:pt x="269875" y="70612"/>
                  </a:lnTo>
                  <a:lnTo>
                    <a:pt x="267335" y="69723"/>
                  </a:lnTo>
                  <a:lnTo>
                    <a:pt x="253492" y="59436"/>
                  </a:lnTo>
                  <a:lnTo>
                    <a:pt x="253492" y="55625"/>
                  </a:lnTo>
                  <a:lnTo>
                    <a:pt x="264033" y="46736"/>
                  </a:lnTo>
                  <a:lnTo>
                    <a:pt x="263398" y="46736"/>
                  </a:lnTo>
                  <a:lnTo>
                    <a:pt x="266827" y="46355"/>
                  </a:lnTo>
                  <a:lnTo>
                    <a:pt x="292227" y="46355"/>
                  </a:lnTo>
                  <a:lnTo>
                    <a:pt x="292227" y="43180"/>
                  </a:lnTo>
                  <a:lnTo>
                    <a:pt x="292100" y="42799"/>
                  </a:lnTo>
                  <a:lnTo>
                    <a:pt x="292100" y="42418"/>
                  </a:lnTo>
                  <a:lnTo>
                    <a:pt x="291846" y="42037"/>
                  </a:lnTo>
                  <a:lnTo>
                    <a:pt x="291719" y="41656"/>
                  </a:lnTo>
                  <a:lnTo>
                    <a:pt x="291465" y="41275"/>
                  </a:lnTo>
                  <a:lnTo>
                    <a:pt x="290957" y="40893"/>
                  </a:lnTo>
                  <a:lnTo>
                    <a:pt x="290322" y="40512"/>
                  </a:lnTo>
                  <a:lnTo>
                    <a:pt x="289687" y="40005"/>
                  </a:lnTo>
                  <a:lnTo>
                    <a:pt x="288671" y="39497"/>
                  </a:lnTo>
                  <a:lnTo>
                    <a:pt x="287400" y="38988"/>
                  </a:lnTo>
                  <a:lnTo>
                    <a:pt x="286131" y="38354"/>
                  </a:lnTo>
                  <a:lnTo>
                    <a:pt x="284480" y="37846"/>
                  </a:lnTo>
                  <a:lnTo>
                    <a:pt x="280924" y="36830"/>
                  </a:lnTo>
                  <a:lnTo>
                    <a:pt x="278765" y="36322"/>
                  </a:lnTo>
                  <a:lnTo>
                    <a:pt x="277621" y="36194"/>
                  </a:lnTo>
                  <a:lnTo>
                    <a:pt x="277240" y="36194"/>
                  </a:lnTo>
                  <a:lnTo>
                    <a:pt x="274193" y="35687"/>
                  </a:lnTo>
                  <a:close/>
                </a:path>
                <a:path w="297179" h="118745">
                  <a:moveTo>
                    <a:pt x="292227" y="46355"/>
                  </a:moveTo>
                  <a:lnTo>
                    <a:pt x="272415" y="46355"/>
                  </a:lnTo>
                  <a:lnTo>
                    <a:pt x="276415" y="46736"/>
                  </a:lnTo>
                  <a:lnTo>
                    <a:pt x="275539" y="46736"/>
                  </a:lnTo>
                  <a:lnTo>
                    <a:pt x="277368" y="47243"/>
                  </a:lnTo>
                  <a:lnTo>
                    <a:pt x="279781" y="47879"/>
                  </a:lnTo>
                  <a:lnTo>
                    <a:pt x="281686" y="48513"/>
                  </a:lnTo>
                  <a:lnTo>
                    <a:pt x="283464" y="49149"/>
                  </a:lnTo>
                  <a:lnTo>
                    <a:pt x="286512" y="50546"/>
                  </a:lnTo>
                  <a:lnTo>
                    <a:pt x="287655" y="51181"/>
                  </a:lnTo>
                  <a:lnTo>
                    <a:pt x="289077" y="52069"/>
                  </a:lnTo>
                  <a:lnTo>
                    <a:pt x="290957" y="52069"/>
                  </a:lnTo>
                  <a:lnTo>
                    <a:pt x="291719" y="51308"/>
                  </a:lnTo>
                  <a:lnTo>
                    <a:pt x="291973" y="50800"/>
                  </a:lnTo>
                  <a:lnTo>
                    <a:pt x="292142" y="50546"/>
                  </a:lnTo>
                  <a:lnTo>
                    <a:pt x="292227" y="46355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83529" y="3605529"/>
              <a:ext cx="801497" cy="14795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255384" y="3606037"/>
              <a:ext cx="318135" cy="147955"/>
            </a:xfrm>
            <a:custGeom>
              <a:avLst/>
              <a:gdLst/>
              <a:ahLst/>
              <a:cxnLst/>
              <a:rect l="l" t="t" r="r" b="b"/>
              <a:pathLst>
                <a:path w="318134" h="147954">
                  <a:moveTo>
                    <a:pt x="11620" y="117475"/>
                  </a:moveTo>
                  <a:lnTo>
                    <a:pt x="3937" y="117475"/>
                  </a:lnTo>
                  <a:lnTo>
                    <a:pt x="4952" y="117602"/>
                  </a:lnTo>
                  <a:lnTo>
                    <a:pt x="10667" y="117602"/>
                  </a:lnTo>
                  <a:lnTo>
                    <a:pt x="11620" y="117475"/>
                  </a:lnTo>
                  <a:close/>
                </a:path>
                <a:path w="318134" h="147954">
                  <a:moveTo>
                    <a:pt x="13504" y="117093"/>
                  </a:moveTo>
                  <a:lnTo>
                    <a:pt x="2159" y="117093"/>
                  </a:lnTo>
                  <a:lnTo>
                    <a:pt x="3301" y="117475"/>
                  </a:lnTo>
                  <a:lnTo>
                    <a:pt x="12107" y="117475"/>
                  </a:lnTo>
                  <a:lnTo>
                    <a:pt x="13504" y="117093"/>
                  </a:lnTo>
                  <a:close/>
                </a:path>
                <a:path w="318134" h="147954">
                  <a:moveTo>
                    <a:pt x="13462" y="381"/>
                  </a:moveTo>
                  <a:lnTo>
                    <a:pt x="2159" y="381"/>
                  </a:lnTo>
                  <a:lnTo>
                    <a:pt x="888" y="888"/>
                  </a:lnTo>
                  <a:lnTo>
                    <a:pt x="507" y="1143"/>
                  </a:lnTo>
                  <a:lnTo>
                    <a:pt x="253" y="1524"/>
                  </a:lnTo>
                  <a:lnTo>
                    <a:pt x="0" y="1778"/>
                  </a:lnTo>
                  <a:lnTo>
                    <a:pt x="0" y="115824"/>
                  </a:lnTo>
                  <a:lnTo>
                    <a:pt x="253" y="116078"/>
                  </a:lnTo>
                  <a:lnTo>
                    <a:pt x="507" y="116459"/>
                  </a:lnTo>
                  <a:lnTo>
                    <a:pt x="888" y="116712"/>
                  </a:lnTo>
                  <a:lnTo>
                    <a:pt x="1841" y="117093"/>
                  </a:lnTo>
                  <a:lnTo>
                    <a:pt x="13652" y="117093"/>
                  </a:lnTo>
                  <a:lnTo>
                    <a:pt x="14604" y="116712"/>
                  </a:lnTo>
                  <a:lnTo>
                    <a:pt x="14986" y="116459"/>
                  </a:lnTo>
                  <a:lnTo>
                    <a:pt x="15239" y="116078"/>
                  </a:lnTo>
                  <a:lnTo>
                    <a:pt x="15493" y="115824"/>
                  </a:lnTo>
                  <a:lnTo>
                    <a:pt x="15493" y="1778"/>
                  </a:lnTo>
                  <a:lnTo>
                    <a:pt x="15239" y="1524"/>
                  </a:lnTo>
                  <a:lnTo>
                    <a:pt x="14986" y="1143"/>
                  </a:lnTo>
                  <a:lnTo>
                    <a:pt x="14604" y="888"/>
                  </a:lnTo>
                  <a:lnTo>
                    <a:pt x="13969" y="635"/>
                  </a:lnTo>
                  <a:lnTo>
                    <a:pt x="13462" y="381"/>
                  </a:lnTo>
                  <a:close/>
                </a:path>
                <a:path w="318134" h="147954">
                  <a:moveTo>
                    <a:pt x="10540" y="0"/>
                  </a:moveTo>
                  <a:lnTo>
                    <a:pt x="4952" y="0"/>
                  </a:lnTo>
                  <a:lnTo>
                    <a:pt x="1905" y="381"/>
                  </a:lnTo>
                  <a:lnTo>
                    <a:pt x="13589" y="381"/>
                  </a:lnTo>
                  <a:lnTo>
                    <a:pt x="10540" y="0"/>
                  </a:lnTo>
                  <a:close/>
                </a:path>
                <a:path w="318134" h="147954">
                  <a:moveTo>
                    <a:pt x="85725" y="35560"/>
                  </a:moveTo>
                  <a:lnTo>
                    <a:pt x="71374" y="35560"/>
                  </a:lnTo>
                  <a:lnTo>
                    <a:pt x="65024" y="36575"/>
                  </a:lnTo>
                  <a:lnTo>
                    <a:pt x="37845" y="60833"/>
                  </a:lnTo>
                  <a:lnTo>
                    <a:pt x="35940" y="66040"/>
                  </a:lnTo>
                  <a:lnTo>
                    <a:pt x="35051" y="71628"/>
                  </a:lnTo>
                  <a:lnTo>
                    <a:pt x="35170" y="84962"/>
                  </a:lnTo>
                  <a:lnTo>
                    <a:pt x="35940" y="89916"/>
                  </a:lnTo>
                  <a:lnTo>
                    <a:pt x="37718" y="94996"/>
                  </a:lnTo>
                  <a:lnTo>
                    <a:pt x="39369" y="100075"/>
                  </a:lnTo>
                  <a:lnTo>
                    <a:pt x="41910" y="104267"/>
                  </a:lnTo>
                  <a:lnTo>
                    <a:pt x="45465" y="107823"/>
                  </a:lnTo>
                  <a:lnTo>
                    <a:pt x="48894" y="111379"/>
                  </a:lnTo>
                  <a:lnTo>
                    <a:pt x="53339" y="114046"/>
                  </a:lnTo>
                  <a:lnTo>
                    <a:pt x="58547" y="115950"/>
                  </a:lnTo>
                  <a:lnTo>
                    <a:pt x="63753" y="117729"/>
                  </a:lnTo>
                  <a:lnTo>
                    <a:pt x="69850" y="118744"/>
                  </a:lnTo>
                  <a:lnTo>
                    <a:pt x="84074" y="118744"/>
                  </a:lnTo>
                  <a:lnTo>
                    <a:pt x="89718" y="117729"/>
                  </a:lnTo>
                  <a:lnTo>
                    <a:pt x="90074" y="117729"/>
                  </a:lnTo>
                  <a:lnTo>
                    <a:pt x="96012" y="115569"/>
                  </a:lnTo>
                  <a:lnTo>
                    <a:pt x="101473" y="113411"/>
                  </a:lnTo>
                  <a:lnTo>
                    <a:pt x="106044" y="110490"/>
                  </a:lnTo>
                  <a:lnTo>
                    <a:pt x="109357" y="107061"/>
                  </a:lnTo>
                  <a:lnTo>
                    <a:pt x="72643" y="107061"/>
                  </a:lnTo>
                  <a:lnTo>
                    <a:pt x="69051" y="106299"/>
                  </a:lnTo>
                  <a:lnTo>
                    <a:pt x="68738" y="106299"/>
                  </a:lnTo>
                  <a:lnTo>
                    <a:pt x="65309" y="104775"/>
                  </a:lnTo>
                  <a:lnTo>
                    <a:pt x="51434" y="71628"/>
                  </a:lnTo>
                  <a:lnTo>
                    <a:pt x="51641" y="69977"/>
                  </a:lnTo>
                  <a:lnTo>
                    <a:pt x="51736" y="69215"/>
                  </a:lnTo>
                  <a:lnTo>
                    <a:pt x="51815" y="68580"/>
                  </a:lnTo>
                  <a:lnTo>
                    <a:pt x="52959" y="64897"/>
                  </a:lnTo>
                  <a:lnTo>
                    <a:pt x="53975" y="61341"/>
                  </a:lnTo>
                  <a:lnTo>
                    <a:pt x="73405" y="47117"/>
                  </a:lnTo>
                  <a:lnTo>
                    <a:pt x="110871" y="47117"/>
                  </a:lnTo>
                  <a:lnTo>
                    <a:pt x="110109" y="46355"/>
                  </a:lnTo>
                  <a:lnTo>
                    <a:pt x="106679" y="42799"/>
                  </a:lnTo>
                  <a:lnTo>
                    <a:pt x="102362" y="40131"/>
                  </a:lnTo>
                  <a:lnTo>
                    <a:pt x="97154" y="38354"/>
                  </a:lnTo>
                  <a:lnTo>
                    <a:pt x="92176" y="36575"/>
                  </a:lnTo>
                  <a:lnTo>
                    <a:pt x="92691" y="36575"/>
                  </a:lnTo>
                  <a:lnTo>
                    <a:pt x="85725" y="35560"/>
                  </a:lnTo>
                  <a:close/>
                </a:path>
                <a:path w="318134" h="147954">
                  <a:moveTo>
                    <a:pt x="110871" y="47117"/>
                  </a:moveTo>
                  <a:lnTo>
                    <a:pt x="83185" y="47117"/>
                  </a:lnTo>
                  <a:lnTo>
                    <a:pt x="87375" y="47879"/>
                  </a:lnTo>
                  <a:lnTo>
                    <a:pt x="90804" y="49530"/>
                  </a:lnTo>
                  <a:lnTo>
                    <a:pt x="104295" y="82423"/>
                  </a:lnTo>
                  <a:lnTo>
                    <a:pt x="104066" y="84200"/>
                  </a:lnTo>
                  <a:lnTo>
                    <a:pt x="103967" y="84962"/>
                  </a:lnTo>
                  <a:lnTo>
                    <a:pt x="89662" y="104775"/>
                  </a:lnTo>
                  <a:lnTo>
                    <a:pt x="86360" y="106299"/>
                  </a:lnTo>
                  <a:lnTo>
                    <a:pt x="82295" y="107061"/>
                  </a:lnTo>
                  <a:lnTo>
                    <a:pt x="109357" y="107061"/>
                  </a:lnTo>
                  <a:lnTo>
                    <a:pt x="113284" y="102997"/>
                  </a:lnTo>
                  <a:lnTo>
                    <a:pt x="116077" y="98552"/>
                  </a:lnTo>
                  <a:lnTo>
                    <a:pt x="119634" y="88137"/>
                  </a:lnTo>
                  <a:lnTo>
                    <a:pt x="120650" y="82423"/>
                  </a:lnTo>
                  <a:lnTo>
                    <a:pt x="120531" y="69215"/>
                  </a:lnTo>
                  <a:lnTo>
                    <a:pt x="120037" y="66040"/>
                  </a:lnTo>
                  <a:lnTo>
                    <a:pt x="119978" y="65659"/>
                  </a:lnTo>
                  <a:lnTo>
                    <a:pt x="119859" y="64897"/>
                  </a:lnTo>
                  <a:lnTo>
                    <a:pt x="119761" y="64262"/>
                  </a:lnTo>
                  <a:lnTo>
                    <a:pt x="117982" y="59181"/>
                  </a:lnTo>
                  <a:lnTo>
                    <a:pt x="116204" y="54229"/>
                  </a:lnTo>
                  <a:lnTo>
                    <a:pt x="113664" y="49911"/>
                  </a:lnTo>
                  <a:lnTo>
                    <a:pt x="110871" y="47117"/>
                  </a:lnTo>
                  <a:close/>
                </a:path>
                <a:path w="318134" h="147954">
                  <a:moveTo>
                    <a:pt x="184785" y="35560"/>
                  </a:moveTo>
                  <a:lnTo>
                    <a:pt x="170434" y="35560"/>
                  </a:lnTo>
                  <a:lnTo>
                    <a:pt x="164084" y="36575"/>
                  </a:lnTo>
                  <a:lnTo>
                    <a:pt x="136905" y="60833"/>
                  </a:lnTo>
                  <a:lnTo>
                    <a:pt x="135000" y="66040"/>
                  </a:lnTo>
                  <a:lnTo>
                    <a:pt x="134112" y="71628"/>
                  </a:lnTo>
                  <a:lnTo>
                    <a:pt x="134230" y="84962"/>
                  </a:lnTo>
                  <a:lnTo>
                    <a:pt x="135000" y="89916"/>
                  </a:lnTo>
                  <a:lnTo>
                    <a:pt x="136778" y="94996"/>
                  </a:lnTo>
                  <a:lnTo>
                    <a:pt x="138429" y="100075"/>
                  </a:lnTo>
                  <a:lnTo>
                    <a:pt x="140969" y="104267"/>
                  </a:lnTo>
                  <a:lnTo>
                    <a:pt x="144525" y="107823"/>
                  </a:lnTo>
                  <a:lnTo>
                    <a:pt x="147954" y="111379"/>
                  </a:lnTo>
                  <a:lnTo>
                    <a:pt x="152400" y="114046"/>
                  </a:lnTo>
                  <a:lnTo>
                    <a:pt x="157606" y="115950"/>
                  </a:lnTo>
                  <a:lnTo>
                    <a:pt x="162813" y="117729"/>
                  </a:lnTo>
                  <a:lnTo>
                    <a:pt x="168910" y="118744"/>
                  </a:lnTo>
                  <a:lnTo>
                    <a:pt x="183134" y="118744"/>
                  </a:lnTo>
                  <a:lnTo>
                    <a:pt x="188778" y="117729"/>
                  </a:lnTo>
                  <a:lnTo>
                    <a:pt x="189134" y="117729"/>
                  </a:lnTo>
                  <a:lnTo>
                    <a:pt x="195072" y="115569"/>
                  </a:lnTo>
                  <a:lnTo>
                    <a:pt x="200532" y="113411"/>
                  </a:lnTo>
                  <a:lnTo>
                    <a:pt x="205104" y="110490"/>
                  </a:lnTo>
                  <a:lnTo>
                    <a:pt x="208417" y="107061"/>
                  </a:lnTo>
                  <a:lnTo>
                    <a:pt x="171703" y="107061"/>
                  </a:lnTo>
                  <a:lnTo>
                    <a:pt x="168111" y="106299"/>
                  </a:lnTo>
                  <a:lnTo>
                    <a:pt x="167798" y="106299"/>
                  </a:lnTo>
                  <a:lnTo>
                    <a:pt x="164369" y="104775"/>
                  </a:lnTo>
                  <a:lnTo>
                    <a:pt x="150494" y="71628"/>
                  </a:lnTo>
                  <a:lnTo>
                    <a:pt x="150701" y="69977"/>
                  </a:lnTo>
                  <a:lnTo>
                    <a:pt x="150796" y="69215"/>
                  </a:lnTo>
                  <a:lnTo>
                    <a:pt x="150875" y="68580"/>
                  </a:lnTo>
                  <a:lnTo>
                    <a:pt x="152018" y="64897"/>
                  </a:lnTo>
                  <a:lnTo>
                    <a:pt x="153035" y="61341"/>
                  </a:lnTo>
                  <a:lnTo>
                    <a:pt x="172465" y="47117"/>
                  </a:lnTo>
                  <a:lnTo>
                    <a:pt x="209930" y="47117"/>
                  </a:lnTo>
                  <a:lnTo>
                    <a:pt x="209168" y="46355"/>
                  </a:lnTo>
                  <a:lnTo>
                    <a:pt x="205739" y="42799"/>
                  </a:lnTo>
                  <a:lnTo>
                    <a:pt x="201422" y="40131"/>
                  </a:lnTo>
                  <a:lnTo>
                    <a:pt x="196214" y="38354"/>
                  </a:lnTo>
                  <a:lnTo>
                    <a:pt x="191236" y="36575"/>
                  </a:lnTo>
                  <a:lnTo>
                    <a:pt x="191751" y="36575"/>
                  </a:lnTo>
                  <a:lnTo>
                    <a:pt x="184785" y="35560"/>
                  </a:lnTo>
                  <a:close/>
                </a:path>
                <a:path w="318134" h="147954">
                  <a:moveTo>
                    <a:pt x="209930" y="47117"/>
                  </a:moveTo>
                  <a:lnTo>
                    <a:pt x="182244" y="47117"/>
                  </a:lnTo>
                  <a:lnTo>
                    <a:pt x="186436" y="47879"/>
                  </a:lnTo>
                  <a:lnTo>
                    <a:pt x="189864" y="49530"/>
                  </a:lnTo>
                  <a:lnTo>
                    <a:pt x="203355" y="82423"/>
                  </a:lnTo>
                  <a:lnTo>
                    <a:pt x="203126" y="84200"/>
                  </a:lnTo>
                  <a:lnTo>
                    <a:pt x="203027" y="84962"/>
                  </a:lnTo>
                  <a:lnTo>
                    <a:pt x="188722" y="104775"/>
                  </a:lnTo>
                  <a:lnTo>
                    <a:pt x="185419" y="106299"/>
                  </a:lnTo>
                  <a:lnTo>
                    <a:pt x="181355" y="107061"/>
                  </a:lnTo>
                  <a:lnTo>
                    <a:pt x="208417" y="107061"/>
                  </a:lnTo>
                  <a:lnTo>
                    <a:pt x="212343" y="102997"/>
                  </a:lnTo>
                  <a:lnTo>
                    <a:pt x="215137" y="98552"/>
                  </a:lnTo>
                  <a:lnTo>
                    <a:pt x="218693" y="88137"/>
                  </a:lnTo>
                  <a:lnTo>
                    <a:pt x="219710" y="82423"/>
                  </a:lnTo>
                  <a:lnTo>
                    <a:pt x="219591" y="69215"/>
                  </a:lnTo>
                  <a:lnTo>
                    <a:pt x="219097" y="66040"/>
                  </a:lnTo>
                  <a:lnTo>
                    <a:pt x="219038" y="65659"/>
                  </a:lnTo>
                  <a:lnTo>
                    <a:pt x="218919" y="64897"/>
                  </a:lnTo>
                  <a:lnTo>
                    <a:pt x="218820" y="64262"/>
                  </a:lnTo>
                  <a:lnTo>
                    <a:pt x="217042" y="59181"/>
                  </a:lnTo>
                  <a:lnTo>
                    <a:pt x="215264" y="54229"/>
                  </a:lnTo>
                  <a:lnTo>
                    <a:pt x="212725" y="49911"/>
                  </a:lnTo>
                  <a:lnTo>
                    <a:pt x="209930" y="47117"/>
                  </a:lnTo>
                  <a:close/>
                </a:path>
                <a:path w="318134" h="147954">
                  <a:moveTo>
                    <a:pt x="252772" y="147193"/>
                  </a:moveTo>
                  <a:lnTo>
                    <a:pt x="241426" y="147193"/>
                  </a:lnTo>
                  <a:lnTo>
                    <a:pt x="242188" y="147447"/>
                  </a:lnTo>
                  <a:lnTo>
                    <a:pt x="251840" y="147447"/>
                  </a:lnTo>
                  <a:lnTo>
                    <a:pt x="252772" y="147193"/>
                  </a:lnTo>
                  <a:close/>
                </a:path>
                <a:path w="318134" h="147954">
                  <a:moveTo>
                    <a:pt x="250189" y="36956"/>
                  </a:moveTo>
                  <a:lnTo>
                    <a:pt x="241935" y="36956"/>
                  </a:lnTo>
                  <a:lnTo>
                    <a:pt x="241173" y="37084"/>
                  </a:lnTo>
                  <a:lnTo>
                    <a:pt x="240664" y="37337"/>
                  </a:lnTo>
                  <a:lnTo>
                    <a:pt x="240029" y="37465"/>
                  </a:lnTo>
                  <a:lnTo>
                    <a:pt x="239649" y="37846"/>
                  </a:lnTo>
                  <a:lnTo>
                    <a:pt x="239522" y="38100"/>
                  </a:lnTo>
                  <a:lnTo>
                    <a:pt x="239267" y="38354"/>
                  </a:lnTo>
                  <a:lnTo>
                    <a:pt x="239267" y="145796"/>
                  </a:lnTo>
                  <a:lnTo>
                    <a:pt x="239775" y="146558"/>
                  </a:lnTo>
                  <a:lnTo>
                    <a:pt x="240156" y="146812"/>
                  </a:lnTo>
                  <a:lnTo>
                    <a:pt x="241109" y="147193"/>
                  </a:lnTo>
                  <a:lnTo>
                    <a:pt x="252920" y="147193"/>
                  </a:lnTo>
                  <a:lnTo>
                    <a:pt x="253872" y="146812"/>
                  </a:lnTo>
                  <a:lnTo>
                    <a:pt x="254254" y="146558"/>
                  </a:lnTo>
                  <a:lnTo>
                    <a:pt x="254762" y="145796"/>
                  </a:lnTo>
                  <a:lnTo>
                    <a:pt x="254888" y="107187"/>
                  </a:lnTo>
                  <a:lnTo>
                    <a:pt x="308356" y="107187"/>
                  </a:lnTo>
                  <a:lnTo>
                    <a:pt x="308671" y="106806"/>
                  </a:lnTo>
                  <a:lnTo>
                    <a:pt x="275209" y="106806"/>
                  </a:lnTo>
                  <a:lnTo>
                    <a:pt x="271144" y="105537"/>
                  </a:lnTo>
                  <a:lnTo>
                    <a:pt x="267208" y="102997"/>
                  </a:lnTo>
                  <a:lnTo>
                    <a:pt x="263270" y="100584"/>
                  </a:lnTo>
                  <a:lnTo>
                    <a:pt x="259207" y="97028"/>
                  </a:lnTo>
                  <a:lnTo>
                    <a:pt x="254888" y="92329"/>
                  </a:lnTo>
                  <a:lnTo>
                    <a:pt x="254888" y="62230"/>
                  </a:lnTo>
                  <a:lnTo>
                    <a:pt x="257301" y="59562"/>
                  </a:lnTo>
                  <a:lnTo>
                    <a:pt x="259714" y="57150"/>
                  </a:lnTo>
                  <a:lnTo>
                    <a:pt x="261837" y="55499"/>
                  </a:lnTo>
                  <a:lnTo>
                    <a:pt x="264160" y="53467"/>
                  </a:lnTo>
                  <a:lnTo>
                    <a:pt x="266318" y="51943"/>
                  </a:lnTo>
                  <a:lnTo>
                    <a:pt x="270383" y="49656"/>
                  </a:lnTo>
                  <a:lnTo>
                    <a:pt x="252985" y="49656"/>
                  </a:lnTo>
                  <a:lnTo>
                    <a:pt x="252861" y="38735"/>
                  </a:lnTo>
                  <a:lnTo>
                    <a:pt x="252857" y="38354"/>
                  </a:lnTo>
                  <a:lnTo>
                    <a:pt x="252603" y="38100"/>
                  </a:lnTo>
                  <a:lnTo>
                    <a:pt x="252475" y="37846"/>
                  </a:lnTo>
                  <a:lnTo>
                    <a:pt x="251967" y="37465"/>
                  </a:lnTo>
                  <a:lnTo>
                    <a:pt x="251460" y="37337"/>
                  </a:lnTo>
                  <a:lnTo>
                    <a:pt x="250824" y="37084"/>
                  </a:lnTo>
                  <a:lnTo>
                    <a:pt x="250189" y="36956"/>
                  </a:lnTo>
                  <a:close/>
                </a:path>
                <a:path w="318134" h="147954">
                  <a:moveTo>
                    <a:pt x="308356" y="107187"/>
                  </a:moveTo>
                  <a:lnTo>
                    <a:pt x="254888" y="107187"/>
                  </a:lnTo>
                  <a:lnTo>
                    <a:pt x="259334" y="110871"/>
                  </a:lnTo>
                  <a:lnTo>
                    <a:pt x="261365" y="112268"/>
                  </a:lnTo>
                  <a:lnTo>
                    <a:pt x="263397" y="113792"/>
                  </a:lnTo>
                  <a:lnTo>
                    <a:pt x="265430" y="114935"/>
                  </a:lnTo>
                  <a:lnTo>
                    <a:pt x="267462" y="115950"/>
                  </a:lnTo>
                  <a:lnTo>
                    <a:pt x="269493" y="116840"/>
                  </a:lnTo>
                  <a:lnTo>
                    <a:pt x="272012" y="117729"/>
                  </a:lnTo>
                  <a:lnTo>
                    <a:pt x="272372" y="117729"/>
                  </a:lnTo>
                  <a:lnTo>
                    <a:pt x="273812" y="117983"/>
                  </a:lnTo>
                  <a:lnTo>
                    <a:pt x="275970" y="118491"/>
                  </a:lnTo>
                  <a:lnTo>
                    <a:pt x="278257" y="118744"/>
                  </a:lnTo>
                  <a:lnTo>
                    <a:pt x="286765" y="118744"/>
                  </a:lnTo>
                  <a:lnTo>
                    <a:pt x="292099" y="117729"/>
                  </a:lnTo>
                  <a:lnTo>
                    <a:pt x="296671" y="115697"/>
                  </a:lnTo>
                  <a:lnTo>
                    <a:pt x="301077" y="113792"/>
                  </a:lnTo>
                  <a:lnTo>
                    <a:pt x="303276" y="112268"/>
                  </a:lnTo>
                  <a:lnTo>
                    <a:pt x="305181" y="110871"/>
                  </a:lnTo>
                  <a:lnTo>
                    <a:pt x="308356" y="107187"/>
                  </a:lnTo>
                  <a:close/>
                </a:path>
                <a:path w="318134" h="147954">
                  <a:moveTo>
                    <a:pt x="309880" y="47498"/>
                  </a:moveTo>
                  <a:lnTo>
                    <a:pt x="284480" y="47498"/>
                  </a:lnTo>
                  <a:lnTo>
                    <a:pt x="287909" y="48260"/>
                  </a:lnTo>
                  <a:lnTo>
                    <a:pt x="290575" y="50037"/>
                  </a:lnTo>
                  <a:lnTo>
                    <a:pt x="301624" y="73660"/>
                  </a:lnTo>
                  <a:lnTo>
                    <a:pt x="301624" y="81153"/>
                  </a:lnTo>
                  <a:lnTo>
                    <a:pt x="301243" y="84581"/>
                  </a:lnTo>
                  <a:lnTo>
                    <a:pt x="300355" y="88137"/>
                  </a:lnTo>
                  <a:lnTo>
                    <a:pt x="299592" y="91567"/>
                  </a:lnTo>
                  <a:lnTo>
                    <a:pt x="283337" y="106806"/>
                  </a:lnTo>
                  <a:lnTo>
                    <a:pt x="308671" y="106806"/>
                  </a:lnTo>
                  <a:lnTo>
                    <a:pt x="317881" y="82550"/>
                  </a:lnTo>
                  <a:lnTo>
                    <a:pt x="317819" y="69977"/>
                  </a:lnTo>
                  <a:lnTo>
                    <a:pt x="317245" y="65278"/>
                  </a:lnTo>
                  <a:lnTo>
                    <a:pt x="315975" y="60325"/>
                  </a:lnTo>
                  <a:lnTo>
                    <a:pt x="314706" y="55499"/>
                  </a:lnTo>
                  <a:lnTo>
                    <a:pt x="312673" y="51181"/>
                  </a:lnTo>
                  <a:lnTo>
                    <a:pt x="309880" y="47498"/>
                  </a:lnTo>
                  <a:close/>
                </a:path>
                <a:path w="318134" h="147954">
                  <a:moveTo>
                    <a:pt x="289560" y="35560"/>
                  </a:moveTo>
                  <a:lnTo>
                    <a:pt x="280542" y="35560"/>
                  </a:lnTo>
                  <a:lnTo>
                    <a:pt x="277875" y="35813"/>
                  </a:lnTo>
                  <a:lnTo>
                    <a:pt x="274574" y="36575"/>
                  </a:lnTo>
                  <a:lnTo>
                    <a:pt x="272668" y="36956"/>
                  </a:lnTo>
                  <a:lnTo>
                    <a:pt x="252850" y="49656"/>
                  </a:lnTo>
                  <a:lnTo>
                    <a:pt x="270383" y="49656"/>
                  </a:lnTo>
                  <a:lnTo>
                    <a:pt x="272414" y="48768"/>
                  </a:lnTo>
                  <a:lnTo>
                    <a:pt x="274319" y="48260"/>
                  </a:lnTo>
                  <a:lnTo>
                    <a:pt x="276351" y="47752"/>
                  </a:lnTo>
                  <a:lnTo>
                    <a:pt x="278384" y="47498"/>
                  </a:lnTo>
                  <a:lnTo>
                    <a:pt x="309880" y="47498"/>
                  </a:lnTo>
                  <a:lnTo>
                    <a:pt x="307213" y="43815"/>
                  </a:lnTo>
                  <a:lnTo>
                    <a:pt x="303657" y="40893"/>
                  </a:lnTo>
                  <a:lnTo>
                    <a:pt x="299212" y="38735"/>
                  </a:lnTo>
                  <a:lnTo>
                    <a:pt x="294893" y="36575"/>
                  </a:lnTo>
                  <a:lnTo>
                    <a:pt x="289560" y="35560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37020" y="3606037"/>
              <a:ext cx="739775" cy="1187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40676" y="3606037"/>
              <a:ext cx="459994" cy="1414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65185" y="3605529"/>
              <a:ext cx="378968" cy="14198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413622" y="3606418"/>
              <a:ext cx="266700" cy="118745"/>
            </a:xfrm>
            <a:custGeom>
              <a:avLst/>
              <a:gdLst/>
              <a:ahLst/>
              <a:cxnLst/>
              <a:rect l="l" t="t" r="r" b="b"/>
              <a:pathLst>
                <a:path w="266700" h="118745">
                  <a:moveTo>
                    <a:pt x="66271" y="46354"/>
                  </a:moveTo>
                  <a:lnTo>
                    <a:pt x="38607" y="46354"/>
                  </a:lnTo>
                  <a:lnTo>
                    <a:pt x="42671" y="46862"/>
                  </a:lnTo>
                  <a:lnTo>
                    <a:pt x="42079" y="46862"/>
                  </a:lnTo>
                  <a:lnTo>
                    <a:pt x="44196" y="47497"/>
                  </a:lnTo>
                  <a:lnTo>
                    <a:pt x="47011" y="48386"/>
                  </a:lnTo>
                  <a:lnTo>
                    <a:pt x="46834" y="48386"/>
                  </a:lnTo>
                  <a:lnTo>
                    <a:pt x="48641" y="49402"/>
                  </a:lnTo>
                  <a:lnTo>
                    <a:pt x="54609" y="61340"/>
                  </a:lnTo>
                  <a:lnTo>
                    <a:pt x="54609" y="70103"/>
                  </a:lnTo>
                  <a:lnTo>
                    <a:pt x="36195" y="70103"/>
                  </a:lnTo>
                  <a:lnTo>
                    <a:pt x="30225" y="70611"/>
                  </a:lnTo>
                  <a:lnTo>
                    <a:pt x="2921" y="84200"/>
                  </a:lnTo>
                  <a:lnTo>
                    <a:pt x="1016" y="87248"/>
                  </a:lnTo>
                  <a:lnTo>
                    <a:pt x="0" y="91058"/>
                  </a:lnTo>
                  <a:lnTo>
                    <a:pt x="0" y="98932"/>
                  </a:lnTo>
                  <a:lnTo>
                    <a:pt x="533" y="101599"/>
                  </a:lnTo>
                  <a:lnTo>
                    <a:pt x="634" y="102107"/>
                  </a:lnTo>
                  <a:lnTo>
                    <a:pt x="2158" y="105028"/>
                  </a:lnTo>
                  <a:lnTo>
                    <a:pt x="3555" y="107822"/>
                  </a:lnTo>
                  <a:lnTo>
                    <a:pt x="5587" y="110235"/>
                  </a:lnTo>
                  <a:lnTo>
                    <a:pt x="8127" y="112267"/>
                  </a:lnTo>
                  <a:lnTo>
                    <a:pt x="10668" y="114172"/>
                  </a:lnTo>
                  <a:lnTo>
                    <a:pt x="13970" y="115823"/>
                  </a:lnTo>
                  <a:lnTo>
                    <a:pt x="14176" y="115823"/>
                  </a:lnTo>
                  <a:lnTo>
                    <a:pt x="21081" y="117728"/>
                  </a:lnTo>
                  <a:lnTo>
                    <a:pt x="25146" y="118363"/>
                  </a:lnTo>
                  <a:lnTo>
                    <a:pt x="34798" y="118363"/>
                  </a:lnTo>
                  <a:lnTo>
                    <a:pt x="39624" y="117347"/>
                  </a:lnTo>
                  <a:lnTo>
                    <a:pt x="44196" y="115315"/>
                  </a:lnTo>
                  <a:lnTo>
                    <a:pt x="48768" y="113410"/>
                  </a:lnTo>
                  <a:lnTo>
                    <a:pt x="52958" y="110616"/>
                  </a:lnTo>
                  <a:lnTo>
                    <a:pt x="56369" y="107441"/>
                  </a:lnTo>
                  <a:lnTo>
                    <a:pt x="27050" y="107441"/>
                  </a:lnTo>
                  <a:lnTo>
                    <a:pt x="23113" y="106298"/>
                  </a:lnTo>
                  <a:lnTo>
                    <a:pt x="17399" y="101599"/>
                  </a:lnTo>
                  <a:lnTo>
                    <a:pt x="16001" y="98551"/>
                  </a:lnTo>
                  <a:lnTo>
                    <a:pt x="16001" y="92328"/>
                  </a:lnTo>
                  <a:lnTo>
                    <a:pt x="36956" y="80136"/>
                  </a:lnTo>
                  <a:lnTo>
                    <a:pt x="70230" y="80136"/>
                  </a:lnTo>
                  <a:lnTo>
                    <a:pt x="70211" y="58800"/>
                  </a:lnTo>
                  <a:lnTo>
                    <a:pt x="69596" y="54863"/>
                  </a:lnTo>
                  <a:lnTo>
                    <a:pt x="68452" y="51307"/>
                  </a:lnTo>
                  <a:lnTo>
                    <a:pt x="67182" y="47751"/>
                  </a:lnTo>
                  <a:lnTo>
                    <a:pt x="66271" y="46354"/>
                  </a:lnTo>
                  <a:close/>
                </a:path>
                <a:path w="266700" h="118745">
                  <a:moveTo>
                    <a:pt x="57784" y="116585"/>
                  </a:moveTo>
                  <a:lnTo>
                    <a:pt x="56514" y="116585"/>
                  </a:lnTo>
                  <a:lnTo>
                    <a:pt x="60451" y="117093"/>
                  </a:lnTo>
                  <a:lnTo>
                    <a:pt x="63245" y="117347"/>
                  </a:lnTo>
                  <a:lnTo>
                    <a:pt x="63881" y="117347"/>
                  </a:lnTo>
                  <a:lnTo>
                    <a:pt x="66421" y="117093"/>
                  </a:lnTo>
                  <a:lnTo>
                    <a:pt x="59308" y="117093"/>
                  </a:lnTo>
                  <a:lnTo>
                    <a:pt x="57784" y="116585"/>
                  </a:lnTo>
                  <a:close/>
                </a:path>
                <a:path w="266700" h="118745">
                  <a:moveTo>
                    <a:pt x="70230" y="107187"/>
                  </a:moveTo>
                  <a:lnTo>
                    <a:pt x="56642" y="107187"/>
                  </a:lnTo>
                  <a:lnTo>
                    <a:pt x="56642" y="115315"/>
                  </a:lnTo>
                  <a:lnTo>
                    <a:pt x="56896" y="115823"/>
                  </a:lnTo>
                  <a:lnTo>
                    <a:pt x="57403" y="116204"/>
                  </a:lnTo>
                  <a:lnTo>
                    <a:pt x="57784" y="116585"/>
                  </a:lnTo>
                  <a:lnTo>
                    <a:pt x="59308" y="117093"/>
                  </a:lnTo>
                  <a:lnTo>
                    <a:pt x="67437" y="117093"/>
                  </a:lnTo>
                  <a:lnTo>
                    <a:pt x="68960" y="116585"/>
                  </a:lnTo>
                  <a:lnTo>
                    <a:pt x="69976" y="115823"/>
                  </a:lnTo>
                  <a:lnTo>
                    <a:pt x="70230" y="115315"/>
                  </a:lnTo>
                  <a:lnTo>
                    <a:pt x="70230" y="107187"/>
                  </a:lnTo>
                  <a:close/>
                </a:path>
                <a:path w="266700" h="118745">
                  <a:moveTo>
                    <a:pt x="69977" y="116585"/>
                  </a:moveTo>
                  <a:lnTo>
                    <a:pt x="68960" y="116585"/>
                  </a:lnTo>
                  <a:lnTo>
                    <a:pt x="67437" y="117093"/>
                  </a:lnTo>
                  <a:lnTo>
                    <a:pt x="66420" y="117093"/>
                  </a:lnTo>
                  <a:lnTo>
                    <a:pt x="69977" y="116585"/>
                  </a:lnTo>
                  <a:close/>
                </a:path>
                <a:path w="266700" h="118745">
                  <a:moveTo>
                    <a:pt x="70230" y="80136"/>
                  </a:moveTo>
                  <a:lnTo>
                    <a:pt x="54609" y="80136"/>
                  </a:lnTo>
                  <a:lnTo>
                    <a:pt x="54609" y="96138"/>
                  </a:lnTo>
                  <a:lnTo>
                    <a:pt x="50800" y="99948"/>
                  </a:lnTo>
                  <a:lnTo>
                    <a:pt x="47117" y="102869"/>
                  </a:lnTo>
                  <a:lnTo>
                    <a:pt x="43560" y="104647"/>
                  </a:lnTo>
                  <a:lnTo>
                    <a:pt x="40004" y="106552"/>
                  </a:lnTo>
                  <a:lnTo>
                    <a:pt x="36195" y="107441"/>
                  </a:lnTo>
                  <a:lnTo>
                    <a:pt x="56369" y="107441"/>
                  </a:lnTo>
                  <a:lnTo>
                    <a:pt x="56642" y="107187"/>
                  </a:lnTo>
                  <a:lnTo>
                    <a:pt x="70230" y="107187"/>
                  </a:lnTo>
                  <a:lnTo>
                    <a:pt x="70230" y="80136"/>
                  </a:lnTo>
                  <a:close/>
                </a:path>
                <a:path w="266700" h="118745">
                  <a:moveTo>
                    <a:pt x="42672" y="35178"/>
                  </a:moveTo>
                  <a:lnTo>
                    <a:pt x="33147" y="35178"/>
                  </a:lnTo>
                  <a:lnTo>
                    <a:pt x="29972" y="35432"/>
                  </a:lnTo>
                  <a:lnTo>
                    <a:pt x="23495" y="36448"/>
                  </a:lnTo>
                  <a:lnTo>
                    <a:pt x="20447" y="37210"/>
                  </a:lnTo>
                  <a:lnTo>
                    <a:pt x="17779" y="37972"/>
                  </a:lnTo>
                  <a:lnTo>
                    <a:pt x="14985" y="38734"/>
                  </a:lnTo>
                  <a:lnTo>
                    <a:pt x="12573" y="39623"/>
                  </a:lnTo>
                  <a:lnTo>
                    <a:pt x="10541" y="40639"/>
                  </a:lnTo>
                  <a:lnTo>
                    <a:pt x="8381" y="41655"/>
                  </a:lnTo>
                  <a:lnTo>
                    <a:pt x="4445" y="45592"/>
                  </a:lnTo>
                  <a:lnTo>
                    <a:pt x="4445" y="51815"/>
                  </a:lnTo>
                  <a:lnTo>
                    <a:pt x="4597" y="52196"/>
                  </a:lnTo>
                  <a:lnTo>
                    <a:pt x="4699" y="52450"/>
                  </a:lnTo>
                  <a:lnTo>
                    <a:pt x="4952" y="52831"/>
                  </a:lnTo>
                  <a:lnTo>
                    <a:pt x="5206" y="53339"/>
                  </a:lnTo>
                  <a:lnTo>
                    <a:pt x="5714" y="53847"/>
                  </a:lnTo>
                  <a:lnTo>
                    <a:pt x="5969" y="53847"/>
                  </a:lnTo>
                  <a:lnTo>
                    <a:pt x="6540" y="54228"/>
                  </a:lnTo>
                  <a:lnTo>
                    <a:pt x="8000" y="54228"/>
                  </a:lnTo>
                  <a:lnTo>
                    <a:pt x="9271" y="53847"/>
                  </a:lnTo>
                  <a:lnTo>
                    <a:pt x="10795" y="52958"/>
                  </a:lnTo>
                  <a:lnTo>
                    <a:pt x="12319" y="52196"/>
                  </a:lnTo>
                  <a:lnTo>
                    <a:pt x="14224" y="51307"/>
                  </a:lnTo>
                  <a:lnTo>
                    <a:pt x="16509" y="50291"/>
                  </a:lnTo>
                  <a:lnTo>
                    <a:pt x="18923" y="49402"/>
                  </a:lnTo>
                  <a:lnTo>
                    <a:pt x="21590" y="48386"/>
                  </a:lnTo>
                  <a:lnTo>
                    <a:pt x="27685" y="46862"/>
                  </a:lnTo>
                  <a:lnTo>
                    <a:pt x="31115" y="46354"/>
                  </a:lnTo>
                  <a:lnTo>
                    <a:pt x="66271" y="46354"/>
                  </a:lnTo>
                  <a:lnTo>
                    <a:pt x="65277" y="44830"/>
                  </a:lnTo>
                  <a:lnTo>
                    <a:pt x="59944" y="40004"/>
                  </a:lnTo>
                  <a:lnTo>
                    <a:pt x="56387" y="38226"/>
                  </a:lnTo>
                  <a:lnTo>
                    <a:pt x="52197" y="36956"/>
                  </a:lnTo>
                  <a:lnTo>
                    <a:pt x="47878" y="35813"/>
                  </a:lnTo>
                  <a:lnTo>
                    <a:pt x="42672" y="35178"/>
                  </a:lnTo>
                  <a:close/>
                </a:path>
                <a:path w="266700" h="118745">
                  <a:moveTo>
                    <a:pt x="107378" y="117093"/>
                  </a:moveTo>
                  <a:lnTo>
                    <a:pt x="99695" y="117093"/>
                  </a:lnTo>
                  <a:lnTo>
                    <a:pt x="100710" y="117220"/>
                  </a:lnTo>
                  <a:lnTo>
                    <a:pt x="106425" y="117220"/>
                  </a:lnTo>
                  <a:lnTo>
                    <a:pt x="107378" y="117093"/>
                  </a:lnTo>
                  <a:close/>
                </a:path>
                <a:path w="266700" h="118745">
                  <a:moveTo>
                    <a:pt x="165354" y="117093"/>
                  </a:moveTo>
                  <a:lnTo>
                    <a:pt x="157606" y="117093"/>
                  </a:lnTo>
                  <a:lnTo>
                    <a:pt x="158623" y="117220"/>
                  </a:lnTo>
                  <a:lnTo>
                    <a:pt x="164337" y="117220"/>
                  </a:lnTo>
                  <a:lnTo>
                    <a:pt x="165354" y="117093"/>
                  </a:lnTo>
                  <a:close/>
                </a:path>
                <a:path w="266700" h="118745">
                  <a:moveTo>
                    <a:pt x="109262" y="116712"/>
                  </a:moveTo>
                  <a:lnTo>
                    <a:pt x="97917" y="116712"/>
                  </a:lnTo>
                  <a:lnTo>
                    <a:pt x="99059" y="117093"/>
                  </a:lnTo>
                  <a:lnTo>
                    <a:pt x="107865" y="117093"/>
                  </a:lnTo>
                  <a:lnTo>
                    <a:pt x="109262" y="116712"/>
                  </a:lnTo>
                  <a:close/>
                </a:path>
                <a:path w="266700" h="118745">
                  <a:moveTo>
                    <a:pt x="167131" y="116712"/>
                  </a:moveTo>
                  <a:lnTo>
                    <a:pt x="155828" y="116712"/>
                  </a:lnTo>
                  <a:lnTo>
                    <a:pt x="156972" y="117093"/>
                  </a:lnTo>
                  <a:lnTo>
                    <a:pt x="165989" y="117093"/>
                  </a:lnTo>
                  <a:lnTo>
                    <a:pt x="167131" y="116712"/>
                  </a:lnTo>
                  <a:close/>
                </a:path>
                <a:path w="266700" h="118745">
                  <a:moveTo>
                    <a:pt x="107187" y="36575"/>
                  </a:moveTo>
                  <a:lnTo>
                    <a:pt x="98425" y="36575"/>
                  </a:lnTo>
                  <a:lnTo>
                    <a:pt x="97662" y="36702"/>
                  </a:lnTo>
                  <a:lnTo>
                    <a:pt x="97154" y="36956"/>
                  </a:lnTo>
                  <a:lnTo>
                    <a:pt x="96520" y="37210"/>
                  </a:lnTo>
                  <a:lnTo>
                    <a:pt x="96138" y="37464"/>
                  </a:lnTo>
                  <a:lnTo>
                    <a:pt x="96011" y="37845"/>
                  </a:lnTo>
                  <a:lnTo>
                    <a:pt x="95757" y="38099"/>
                  </a:lnTo>
                  <a:lnTo>
                    <a:pt x="95757" y="115442"/>
                  </a:lnTo>
                  <a:lnTo>
                    <a:pt x="96011" y="115696"/>
                  </a:lnTo>
                  <a:lnTo>
                    <a:pt x="96266" y="116077"/>
                  </a:lnTo>
                  <a:lnTo>
                    <a:pt x="96647" y="116331"/>
                  </a:lnTo>
                  <a:lnTo>
                    <a:pt x="97599" y="116712"/>
                  </a:lnTo>
                  <a:lnTo>
                    <a:pt x="109410" y="116712"/>
                  </a:lnTo>
                  <a:lnTo>
                    <a:pt x="110362" y="116331"/>
                  </a:lnTo>
                  <a:lnTo>
                    <a:pt x="110744" y="116077"/>
                  </a:lnTo>
                  <a:lnTo>
                    <a:pt x="110998" y="115696"/>
                  </a:lnTo>
                  <a:lnTo>
                    <a:pt x="111251" y="115442"/>
                  </a:lnTo>
                  <a:lnTo>
                    <a:pt x="111378" y="61721"/>
                  </a:lnTo>
                  <a:lnTo>
                    <a:pt x="115697" y="56895"/>
                  </a:lnTo>
                  <a:lnTo>
                    <a:pt x="119760" y="53339"/>
                  </a:lnTo>
                  <a:lnTo>
                    <a:pt x="123698" y="50926"/>
                  </a:lnTo>
                  <a:lnTo>
                    <a:pt x="126847" y="48894"/>
                  </a:lnTo>
                  <a:lnTo>
                    <a:pt x="109854" y="48894"/>
                  </a:lnTo>
                  <a:lnTo>
                    <a:pt x="109727" y="38099"/>
                  </a:lnTo>
                  <a:lnTo>
                    <a:pt x="109474" y="37845"/>
                  </a:lnTo>
                  <a:lnTo>
                    <a:pt x="109347" y="37464"/>
                  </a:lnTo>
                  <a:lnTo>
                    <a:pt x="108966" y="37210"/>
                  </a:lnTo>
                  <a:lnTo>
                    <a:pt x="107950" y="36702"/>
                  </a:lnTo>
                  <a:lnTo>
                    <a:pt x="107187" y="36575"/>
                  </a:lnTo>
                  <a:close/>
                </a:path>
                <a:path w="266700" h="118745">
                  <a:moveTo>
                    <a:pt x="164753" y="47116"/>
                  </a:moveTo>
                  <a:lnTo>
                    <a:pt x="138556" y="47116"/>
                  </a:lnTo>
                  <a:lnTo>
                    <a:pt x="141224" y="47624"/>
                  </a:lnTo>
                  <a:lnTo>
                    <a:pt x="145796" y="49656"/>
                  </a:lnTo>
                  <a:lnTo>
                    <a:pt x="153797" y="115442"/>
                  </a:lnTo>
                  <a:lnTo>
                    <a:pt x="154050" y="115696"/>
                  </a:lnTo>
                  <a:lnTo>
                    <a:pt x="154304" y="116077"/>
                  </a:lnTo>
                  <a:lnTo>
                    <a:pt x="154685" y="116331"/>
                  </a:lnTo>
                  <a:lnTo>
                    <a:pt x="155638" y="116712"/>
                  </a:lnTo>
                  <a:lnTo>
                    <a:pt x="167513" y="116712"/>
                  </a:lnTo>
                  <a:lnTo>
                    <a:pt x="168275" y="116331"/>
                  </a:lnTo>
                  <a:lnTo>
                    <a:pt x="168655" y="116077"/>
                  </a:lnTo>
                  <a:lnTo>
                    <a:pt x="168909" y="115696"/>
                  </a:lnTo>
                  <a:lnTo>
                    <a:pt x="169163" y="115442"/>
                  </a:lnTo>
                  <a:lnTo>
                    <a:pt x="169139" y="61721"/>
                  </a:lnTo>
                  <a:lnTo>
                    <a:pt x="164973" y="47370"/>
                  </a:lnTo>
                  <a:lnTo>
                    <a:pt x="164753" y="47116"/>
                  </a:lnTo>
                  <a:close/>
                </a:path>
                <a:path w="266700" h="118745">
                  <a:moveTo>
                    <a:pt x="144399" y="35178"/>
                  </a:moveTo>
                  <a:lnTo>
                    <a:pt x="133857" y="35178"/>
                  </a:lnTo>
                  <a:lnTo>
                    <a:pt x="129031" y="36194"/>
                  </a:lnTo>
                  <a:lnTo>
                    <a:pt x="124205" y="38480"/>
                  </a:lnTo>
                  <a:lnTo>
                    <a:pt x="119506" y="40639"/>
                  </a:lnTo>
                  <a:lnTo>
                    <a:pt x="114680" y="44195"/>
                  </a:lnTo>
                  <a:lnTo>
                    <a:pt x="109854" y="48894"/>
                  </a:lnTo>
                  <a:lnTo>
                    <a:pt x="126847" y="48894"/>
                  </a:lnTo>
                  <a:lnTo>
                    <a:pt x="127634" y="48386"/>
                  </a:lnTo>
                  <a:lnTo>
                    <a:pt x="131572" y="47116"/>
                  </a:lnTo>
                  <a:lnTo>
                    <a:pt x="164753" y="47116"/>
                  </a:lnTo>
                  <a:lnTo>
                    <a:pt x="162559" y="44576"/>
                  </a:lnTo>
                  <a:lnTo>
                    <a:pt x="160147" y="41655"/>
                  </a:lnTo>
                  <a:lnTo>
                    <a:pt x="156972" y="39369"/>
                  </a:lnTo>
                  <a:lnTo>
                    <a:pt x="153161" y="37718"/>
                  </a:lnTo>
                  <a:lnTo>
                    <a:pt x="149225" y="35940"/>
                  </a:lnTo>
                  <a:lnTo>
                    <a:pt x="144399" y="35178"/>
                  </a:lnTo>
                  <a:close/>
                </a:path>
                <a:path w="266700" h="118745">
                  <a:moveTo>
                    <a:pt x="229743" y="35178"/>
                  </a:moveTo>
                  <a:lnTo>
                    <a:pt x="218694" y="35178"/>
                  </a:lnTo>
                  <a:lnTo>
                    <a:pt x="213359" y="36194"/>
                  </a:lnTo>
                  <a:lnTo>
                    <a:pt x="190246" y="60070"/>
                  </a:lnTo>
                  <a:lnTo>
                    <a:pt x="188595" y="65277"/>
                  </a:lnTo>
                  <a:lnTo>
                    <a:pt x="187832" y="71246"/>
                  </a:lnTo>
                  <a:lnTo>
                    <a:pt x="187894" y="83692"/>
                  </a:lnTo>
                  <a:lnTo>
                    <a:pt x="188344" y="87375"/>
                  </a:lnTo>
                  <a:lnTo>
                    <a:pt x="188468" y="88391"/>
                  </a:lnTo>
                  <a:lnTo>
                    <a:pt x="216280" y="118363"/>
                  </a:lnTo>
                  <a:lnTo>
                    <a:pt x="228346" y="118363"/>
                  </a:lnTo>
                  <a:lnTo>
                    <a:pt x="233679" y="117093"/>
                  </a:lnTo>
                  <a:lnTo>
                    <a:pt x="243331" y="112267"/>
                  </a:lnTo>
                  <a:lnTo>
                    <a:pt x="248030" y="108965"/>
                  </a:lnTo>
                  <a:lnTo>
                    <a:pt x="250645" y="106425"/>
                  </a:lnTo>
                  <a:lnTo>
                    <a:pt x="221233" y="106425"/>
                  </a:lnTo>
                  <a:lnTo>
                    <a:pt x="217804" y="105536"/>
                  </a:lnTo>
                  <a:lnTo>
                    <a:pt x="215137" y="103885"/>
                  </a:lnTo>
                  <a:lnTo>
                    <a:pt x="212344" y="102234"/>
                  </a:lnTo>
                  <a:lnTo>
                    <a:pt x="210184" y="99948"/>
                  </a:lnTo>
                  <a:lnTo>
                    <a:pt x="208533" y="97027"/>
                  </a:lnTo>
                  <a:lnTo>
                    <a:pt x="206958" y="94360"/>
                  </a:lnTo>
                  <a:lnTo>
                    <a:pt x="205740" y="91058"/>
                  </a:lnTo>
                  <a:lnTo>
                    <a:pt x="205104" y="87375"/>
                  </a:lnTo>
                  <a:lnTo>
                    <a:pt x="204343" y="83692"/>
                  </a:lnTo>
                  <a:lnTo>
                    <a:pt x="204088" y="80009"/>
                  </a:lnTo>
                  <a:lnTo>
                    <a:pt x="204088" y="72643"/>
                  </a:lnTo>
                  <a:lnTo>
                    <a:pt x="204470" y="69087"/>
                  </a:lnTo>
                  <a:lnTo>
                    <a:pt x="215900" y="49656"/>
                  </a:lnTo>
                  <a:lnTo>
                    <a:pt x="218567" y="47878"/>
                  </a:lnTo>
                  <a:lnTo>
                    <a:pt x="221996" y="47116"/>
                  </a:lnTo>
                  <a:lnTo>
                    <a:pt x="266370" y="47116"/>
                  </a:lnTo>
                  <a:lnTo>
                    <a:pt x="266369" y="46608"/>
                  </a:lnTo>
                  <a:lnTo>
                    <a:pt x="250698" y="46608"/>
                  </a:lnTo>
                  <a:lnTo>
                    <a:pt x="246769" y="42925"/>
                  </a:lnTo>
                  <a:lnTo>
                    <a:pt x="242754" y="40131"/>
                  </a:lnTo>
                  <a:lnTo>
                    <a:pt x="238378" y="38099"/>
                  </a:lnTo>
                  <a:lnTo>
                    <a:pt x="234569" y="36194"/>
                  </a:lnTo>
                  <a:lnTo>
                    <a:pt x="234968" y="36194"/>
                  </a:lnTo>
                  <a:lnTo>
                    <a:pt x="229743" y="35178"/>
                  </a:lnTo>
                  <a:close/>
                </a:path>
                <a:path w="266700" h="118745">
                  <a:moveTo>
                    <a:pt x="262890" y="117093"/>
                  </a:moveTo>
                  <a:lnTo>
                    <a:pt x="256285" y="117093"/>
                  </a:lnTo>
                  <a:lnTo>
                    <a:pt x="257175" y="117220"/>
                  </a:lnTo>
                  <a:lnTo>
                    <a:pt x="262000" y="117220"/>
                  </a:lnTo>
                  <a:lnTo>
                    <a:pt x="262890" y="117093"/>
                  </a:lnTo>
                  <a:close/>
                </a:path>
                <a:path w="266700" h="118745">
                  <a:moveTo>
                    <a:pt x="254126" y="116585"/>
                  </a:moveTo>
                  <a:lnTo>
                    <a:pt x="253491" y="116585"/>
                  </a:lnTo>
                  <a:lnTo>
                    <a:pt x="256032" y="117093"/>
                  </a:lnTo>
                  <a:lnTo>
                    <a:pt x="255396" y="117093"/>
                  </a:lnTo>
                  <a:lnTo>
                    <a:pt x="254126" y="116585"/>
                  </a:lnTo>
                  <a:close/>
                </a:path>
                <a:path w="266700" h="118745">
                  <a:moveTo>
                    <a:pt x="266434" y="104647"/>
                  </a:moveTo>
                  <a:lnTo>
                    <a:pt x="252475" y="104647"/>
                  </a:lnTo>
                  <a:lnTo>
                    <a:pt x="252602" y="115442"/>
                  </a:lnTo>
                  <a:lnTo>
                    <a:pt x="252856" y="115823"/>
                  </a:lnTo>
                  <a:lnTo>
                    <a:pt x="253110" y="116077"/>
                  </a:lnTo>
                  <a:lnTo>
                    <a:pt x="254126" y="116585"/>
                  </a:lnTo>
                  <a:lnTo>
                    <a:pt x="255396" y="117093"/>
                  </a:lnTo>
                  <a:lnTo>
                    <a:pt x="263778" y="117093"/>
                  </a:lnTo>
                  <a:lnTo>
                    <a:pt x="266434" y="104647"/>
                  </a:lnTo>
                  <a:close/>
                </a:path>
                <a:path w="266700" h="118745">
                  <a:moveTo>
                    <a:pt x="265683" y="116585"/>
                  </a:moveTo>
                  <a:lnTo>
                    <a:pt x="265049" y="116585"/>
                  </a:lnTo>
                  <a:lnTo>
                    <a:pt x="263778" y="117093"/>
                  </a:lnTo>
                  <a:lnTo>
                    <a:pt x="263144" y="117093"/>
                  </a:lnTo>
                  <a:lnTo>
                    <a:pt x="265683" y="116585"/>
                  </a:lnTo>
                  <a:close/>
                </a:path>
                <a:path w="266700" h="118745">
                  <a:moveTo>
                    <a:pt x="266370" y="47116"/>
                  </a:moveTo>
                  <a:lnTo>
                    <a:pt x="230377" y="47116"/>
                  </a:lnTo>
                  <a:lnTo>
                    <a:pt x="234442" y="48259"/>
                  </a:lnTo>
                  <a:lnTo>
                    <a:pt x="238378" y="50799"/>
                  </a:lnTo>
                  <a:lnTo>
                    <a:pt x="242316" y="53212"/>
                  </a:lnTo>
                  <a:lnTo>
                    <a:pt x="246506" y="56768"/>
                  </a:lnTo>
                  <a:lnTo>
                    <a:pt x="250698" y="61340"/>
                  </a:lnTo>
                  <a:lnTo>
                    <a:pt x="250698" y="91693"/>
                  </a:lnTo>
                  <a:lnTo>
                    <a:pt x="237362" y="103123"/>
                  </a:lnTo>
                  <a:lnTo>
                    <a:pt x="235330" y="104393"/>
                  </a:lnTo>
                  <a:lnTo>
                    <a:pt x="233299" y="105155"/>
                  </a:lnTo>
                  <a:lnTo>
                    <a:pt x="228536" y="106425"/>
                  </a:lnTo>
                  <a:lnTo>
                    <a:pt x="250645" y="106425"/>
                  </a:lnTo>
                  <a:lnTo>
                    <a:pt x="252475" y="104647"/>
                  </a:lnTo>
                  <a:lnTo>
                    <a:pt x="266434" y="104647"/>
                  </a:lnTo>
                  <a:lnTo>
                    <a:pt x="266370" y="47116"/>
                  </a:lnTo>
                  <a:close/>
                </a:path>
                <a:path w="266700" h="118745">
                  <a:moveTo>
                    <a:pt x="264159" y="380"/>
                  </a:moveTo>
                  <a:lnTo>
                    <a:pt x="252983" y="380"/>
                  </a:lnTo>
                  <a:lnTo>
                    <a:pt x="251713" y="888"/>
                  </a:lnTo>
                  <a:lnTo>
                    <a:pt x="251205" y="1142"/>
                  </a:lnTo>
                  <a:lnTo>
                    <a:pt x="251078" y="1523"/>
                  </a:lnTo>
                  <a:lnTo>
                    <a:pt x="250825" y="1777"/>
                  </a:lnTo>
                  <a:lnTo>
                    <a:pt x="250698" y="46608"/>
                  </a:lnTo>
                  <a:lnTo>
                    <a:pt x="266369" y="46608"/>
                  </a:lnTo>
                  <a:lnTo>
                    <a:pt x="266319" y="1777"/>
                  </a:lnTo>
                  <a:lnTo>
                    <a:pt x="266065" y="1523"/>
                  </a:lnTo>
                  <a:lnTo>
                    <a:pt x="265810" y="1142"/>
                  </a:lnTo>
                  <a:lnTo>
                    <a:pt x="264795" y="634"/>
                  </a:lnTo>
                  <a:lnTo>
                    <a:pt x="264159" y="380"/>
                  </a:lnTo>
                  <a:close/>
                </a:path>
                <a:path w="266700" h="118745">
                  <a:moveTo>
                    <a:pt x="261365" y="0"/>
                  </a:moveTo>
                  <a:lnTo>
                    <a:pt x="255777" y="0"/>
                  </a:lnTo>
                  <a:lnTo>
                    <a:pt x="252730" y="380"/>
                  </a:lnTo>
                  <a:lnTo>
                    <a:pt x="264414" y="380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54744" y="3606037"/>
              <a:ext cx="870192" cy="1478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93529" y="3606037"/>
              <a:ext cx="485901" cy="1187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24754" y="3908297"/>
              <a:ext cx="523875" cy="8318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26353" y="3880738"/>
              <a:ext cx="88265" cy="11049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81077" y="3872737"/>
              <a:ext cx="891629" cy="14744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43065" y="3872229"/>
              <a:ext cx="1337817" cy="14795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45526" y="3872737"/>
              <a:ext cx="688721" cy="1187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902572" y="3872737"/>
              <a:ext cx="428232" cy="1187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399396" y="3872737"/>
              <a:ext cx="484377" cy="1187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949560" y="3889501"/>
              <a:ext cx="542798" cy="10198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22088" y="4185665"/>
              <a:ext cx="407035" cy="1122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93003" y="4166488"/>
              <a:ext cx="395478" cy="10236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886071" y="4540757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5888735" y="0"/>
                  </a:moveTo>
                  <a:lnTo>
                    <a:pt x="9525" y="0"/>
                  </a:lnTo>
                  <a:lnTo>
                    <a:pt x="6857" y="0"/>
                  </a:lnTo>
                  <a:lnTo>
                    <a:pt x="4699" y="508"/>
                  </a:lnTo>
                  <a:lnTo>
                    <a:pt x="888" y="2286"/>
                  </a:lnTo>
                  <a:lnTo>
                    <a:pt x="0" y="3429"/>
                  </a:lnTo>
                  <a:lnTo>
                    <a:pt x="0" y="6096"/>
                  </a:lnTo>
                  <a:lnTo>
                    <a:pt x="888" y="7239"/>
                  </a:lnTo>
                  <a:lnTo>
                    <a:pt x="4699" y="9017"/>
                  </a:lnTo>
                  <a:lnTo>
                    <a:pt x="6857" y="9525"/>
                  </a:lnTo>
                  <a:lnTo>
                    <a:pt x="5888735" y="9525"/>
                  </a:lnTo>
                  <a:lnTo>
                    <a:pt x="5891022" y="9017"/>
                  </a:lnTo>
                  <a:lnTo>
                    <a:pt x="5894705" y="7239"/>
                  </a:lnTo>
                  <a:lnTo>
                    <a:pt x="5895721" y="6096"/>
                  </a:lnTo>
                  <a:lnTo>
                    <a:pt x="5895721" y="3429"/>
                  </a:lnTo>
                  <a:lnTo>
                    <a:pt x="5894705" y="2286"/>
                  </a:lnTo>
                  <a:lnTo>
                    <a:pt x="5891022" y="508"/>
                  </a:lnTo>
                  <a:lnTo>
                    <a:pt x="5888735" y="0"/>
                  </a:lnTo>
                  <a:close/>
                </a:path>
              </a:pathLst>
            </a:custGeom>
            <a:solidFill>
              <a:srgbClr val="4736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3798" y="4559845"/>
              <a:ext cx="5068570" cy="155448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8624" y="4564633"/>
              <a:ext cx="5064125" cy="1550035"/>
            </a:xfrm>
            <a:custGeom>
              <a:avLst/>
              <a:gdLst/>
              <a:ahLst/>
              <a:cxnLst/>
              <a:rect l="l" t="t" r="r" b="b"/>
              <a:pathLst>
                <a:path w="5064125" h="1550035">
                  <a:moveTo>
                    <a:pt x="826922" y="0"/>
                  </a:moveTo>
                  <a:lnTo>
                    <a:pt x="4236618" y="0"/>
                  </a:lnTo>
                  <a:lnTo>
                    <a:pt x="5063515" y="1549806"/>
                  </a:lnTo>
                  <a:lnTo>
                    <a:pt x="0" y="1549806"/>
                  </a:lnTo>
                  <a:lnTo>
                    <a:pt x="826922" y="0"/>
                  </a:lnTo>
                  <a:close/>
                </a:path>
              </a:pathLst>
            </a:custGeom>
            <a:ln w="10716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08325" y="5286247"/>
              <a:ext cx="101345" cy="14161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76035" y="4803901"/>
              <a:ext cx="676402" cy="19011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61430" y="5197093"/>
              <a:ext cx="894842" cy="11874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831584" y="5197093"/>
              <a:ext cx="1050417" cy="14778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953247" y="5197093"/>
              <a:ext cx="333121" cy="1477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354059" y="5197093"/>
              <a:ext cx="235076" cy="11874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660383" y="5197093"/>
              <a:ext cx="941197" cy="14770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670033" y="5197093"/>
              <a:ext cx="421767" cy="11874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74130" y="5489663"/>
              <a:ext cx="841883" cy="1245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784213" y="5473179"/>
              <a:ext cx="587755" cy="11845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440041" y="5473306"/>
              <a:ext cx="742060" cy="14090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249411" y="5508472"/>
              <a:ext cx="385445" cy="8315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705503" y="5473306"/>
              <a:ext cx="622646" cy="14705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396476" y="5473306"/>
              <a:ext cx="266065" cy="118745"/>
            </a:xfrm>
            <a:custGeom>
              <a:avLst/>
              <a:gdLst/>
              <a:ahLst/>
              <a:cxnLst/>
              <a:rect l="l" t="t" r="r" b="b"/>
              <a:pathLst>
                <a:path w="266065" h="118745">
                  <a:moveTo>
                    <a:pt x="65808" y="46431"/>
                  </a:moveTo>
                  <a:lnTo>
                    <a:pt x="38353" y="46431"/>
                  </a:lnTo>
                  <a:lnTo>
                    <a:pt x="41483" y="46837"/>
                  </a:lnTo>
                  <a:lnTo>
                    <a:pt x="46227" y="48323"/>
                  </a:lnTo>
                  <a:lnTo>
                    <a:pt x="48259" y="49441"/>
                  </a:lnTo>
                  <a:lnTo>
                    <a:pt x="51331" y="52451"/>
                  </a:lnTo>
                  <a:lnTo>
                    <a:pt x="52450" y="54279"/>
                  </a:lnTo>
                  <a:lnTo>
                    <a:pt x="53085" y="56515"/>
                  </a:lnTo>
                  <a:lnTo>
                    <a:pt x="53848" y="58762"/>
                  </a:lnTo>
                  <a:lnTo>
                    <a:pt x="54228" y="61341"/>
                  </a:lnTo>
                  <a:lnTo>
                    <a:pt x="54228" y="70142"/>
                  </a:lnTo>
                  <a:lnTo>
                    <a:pt x="35941" y="70142"/>
                  </a:lnTo>
                  <a:lnTo>
                    <a:pt x="29972" y="70662"/>
                  </a:lnTo>
                  <a:lnTo>
                    <a:pt x="0" y="91020"/>
                  </a:lnTo>
                  <a:lnTo>
                    <a:pt x="0" y="98933"/>
                  </a:lnTo>
                  <a:lnTo>
                    <a:pt x="639" y="101663"/>
                  </a:lnTo>
                  <a:lnTo>
                    <a:pt x="762" y="102184"/>
                  </a:lnTo>
                  <a:lnTo>
                    <a:pt x="24892" y="118325"/>
                  </a:lnTo>
                  <a:lnTo>
                    <a:pt x="34544" y="118325"/>
                  </a:lnTo>
                  <a:lnTo>
                    <a:pt x="39370" y="117348"/>
                  </a:lnTo>
                  <a:lnTo>
                    <a:pt x="43815" y="115379"/>
                  </a:lnTo>
                  <a:lnTo>
                    <a:pt x="48387" y="113423"/>
                  </a:lnTo>
                  <a:lnTo>
                    <a:pt x="52577" y="110667"/>
                  </a:lnTo>
                  <a:lnTo>
                    <a:pt x="55903" y="107480"/>
                  </a:lnTo>
                  <a:lnTo>
                    <a:pt x="26797" y="107480"/>
                  </a:lnTo>
                  <a:lnTo>
                    <a:pt x="22987" y="106311"/>
                  </a:lnTo>
                  <a:lnTo>
                    <a:pt x="17399" y="101663"/>
                  </a:lnTo>
                  <a:lnTo>
                    <a:pt x="16001" y="98539"/>
                  </a:lnTo>
                  <a:lnTo>
                    <a:pt x="16001" y="92316"/>
                  </a:lnTo>
                  <a:lnTo>
                    <a:pt x="36575" y="80149"/>
                  </a:lnTo>
                  <a:lnTo>
                    <a:pt x="69596" y="80149"/>
                  </a:lnTo>
                  <a:lnTo>
                    <a:pt x="69572" y="58762"/>
                  </a:lnTo>
                  <a:lnTo>
                    <a:pt x="69088" y="54838"/>
                  </a:lnTo>
                  <a:lnTo>
                    <a:pt x="67822" y="51320"/>
                  </a:lnTo>
                  <a:lnTo>
                    <a:pt x="66675" y="47777"/>
                  </a:lnTo>
                  <a:lnTo>
                    <a:pt x="65808" y="46431"/>
                  </a:lnTo>
                  <a:close/>
                </a:path>
                <a:path w="266065" h="118745">
                  <a:moveTo>
                    <a:pt x="69596" y="107137"/>
                  </a:moveTo>
                  <a:lnTo>
                    <a:pt x="56260" y="107137"/>
                  </a:lnTo>
                  <a:lnTo>
                    <a:pt x="56260" y="115379"/>
                  </a:lnTo>
                  <a:lnTo>
                    <a:pt x="56438" y="115735"/>
                  </a:lnTo>
                  <a:lnTo>
                    <a:pt x="56515" y="115887"/>
                  </a:lnTo>
                  <a:lnTo>
                    <a:pt x="56896" y="116217"/>
                  </a:lnTo>
                  <a:lnTo>
                    <a:pt x="57403" y="116560"/>
                  </a:lnTo>
                  <a:lnTo>
                    <a:pt x="58039" y="116814"/>
                  </a:lnTo>
                  <a:lnTo>
                    <a:pt x="59944" y="117144"/>
                  </a:lnTo>
                  <a:lnTo>
                    <a:pt x="65913" y="117144"/>
                  </a:lnTo>
                  <a:lnTo>
                    <a:pt x="67691" y="116814"/>
                  </a:lnTo>
                  <a:lnTo>
                    <a:pt x="68325" y="116560"/>
                  </a:lnTo>
                  <a:lnTo>
                    <a:pt x="69342" y="115887"/>
                  </a:lnTo>
                  <a:lnTo>
                    <a:pt x="69596" y="115379"/>
                  </a:lnTo>
                  <a:lnTo>
                    <a:pt x="69596" y="107137"/>
                  </a:lnTo>
                  <a:close/>
                </a:path>
                <a:path w="266065" h="118745">
                  <a:moveTo>
                    <a:pt x="69596" y="80149"/>
                  </a:moveTo>
                  <a:lnTo>
                    <a:pt x="54228" y="80149"/>
                  </a:lnTo>
                  <a:lnTo>
                    <a:pt x="54228" y="96202"/>
                  </a:lnTo>
                  <a:lnTo>
                    <a:pt x="50292" y="100025"/>
                  </a:lnTo>
                  <a:lnTo>
                    <a:pt x="46735" y="102857"/>
                  </a:lnTo>
                  <a:lnTo>
                    <a:pt x="43179" y="104698"/>
                  </a:lnTo>
                  <a:lnTo>
                    <a:pt x="39750" y="106553"/>
                  </a:lnTo>
                  <a:lnTo>
                    <a:pt x="35941" y="107480"/>
                  </a:lnTo>
                  <a:lnTo>
                    <a:pt x="55903" y="107480"/>
                  </a:lnTo>
                  <a:lnTo>
                    <a:pt x="56260" y="107137"/>
                  </a:lnTo>
                  <a:lnTo>
                    <a:pt x="69596" y="107137"/>
                  </a:lnTo>
                  <a:lnTo>
                    <a:pt x="69596" y="80149"/>
                  </a:lnTo>
                  <a:close/>
                </a:path>
                <a:path w="266065" h="118745">
                  <a:moveTo>
                    <a:pt x="42291" y="35166"/>
                  </a:moveTo>
                  <a:lnTo>
                    <a:pt x="32893" y="35166"/>
                  </a:lnTo>
                  <a:lnTo>
                    <a:pt x="29718" y="35420"/>
                  </a:lnTo>
                  <a:lnTo>
                    <a:pt x="10541" y="40665"/>
                  </a:lnTo>
                  <a:lnTo>
                    <a:pt x="8381" y="41643"/>
                  </a:lnTo>
                  <a:lnTo>
                    <a:pt x="6984" y="42506"/>
                  </a:lnTo>
                  <a:lnTo>
                    <a:pt x="5206" y="43967"/>
                  </a:lnTo>
                  <a:lnTo>
                    <a:pt x="4671" y="44818"/>
                  </a:lnTo>
                  <a:lnTo>
                    <a:pt x="4445" y="45542"/>
                  </a:lnTo>
                  <a:lnTo>
                    <a:pt x="4445" y="51879"/>
                  </a:lnTo>
                  <a:lnTo>
                    <a:pt x="6582" y="54279"/>
                  </a:lnTo>
                  <a:lnTo>
                    <a:pt x="7931" y="54279"/>
                  </a:lnTo>
                  <a:lnTo>
                    <a:pt x="9144" y="53835"/>
                  </a:lnTo>
                  <a:lnTo>
                    <a:pt x="12192" y="52222"/>
                  </a:lnTo>
                  <a:lnTo>
                    <a:pt x="14224" y="51320"/>
                  </a:lnTo>
                  <a:lnTo>
                    <a:pt x="18589" y="49441"/>
                  </a:lnTo>
                  <a:lnTo>
                    <a:pt x="21463" y="48463"/>
                  </a:lnTo>
                  <a:lnTo>
                    <a:pt x="27558" y="46837"/>
                  </a:lnTo>
                  <a:lnTo>
                    <a:pt x="30988" y="46431"/>
                  </a:lnTo>
                  <a:lnTo>
                    <a:pt x="65808" y="46431"/>
                  </a:lnTo>
                  <a:lnTo>
                    <a:pt x="64770" y="44818"/>
                  </a:lnTo>
                  <a:lnTo>
                    <a:pt x="59435" y="40055"/>
                  </a:lnTo>
                  <a:lnTo>
                    <a:pt x="56006" y="38239"/>
                  </a:lnTo>
                  <a:lnTo>
                    <a:pt x="47498" y="35775"/>
                  </a:lnTo>
                  <a:lnTo>
                    <a:pt x="42291" y="35166"/>
                  </a:lnTo>
                  <a:close/>
                </a:path>
                <a:path w="266065" h="118745">
                  <a:moveTo>
                    <a:pt x="107060" y="36550"/>
                  </a:moveTo>
                  <a:lnTo>
                    <a:pt x="98425" y="36550"/>
                  </a:lnTo>
                  <a:lnTo>
                    <a:pt x="97663" y="36715"/>
                  </a:lnTo>
                  <a:lnTo>
                    <a:pt x="97154" y="36969"/>
                  </a:lnTo>
                  <a:lnTo>
                    <a:pt x="96520" y="37223"/>
                  </a:lnTo>
                  <a:lnTo>
                    <a:pt x="96139" y="37503"/>
                  </a:lnTo>
                  <a:lnTo>
                    <a:pt x="96012" y="37807"/>
                  </a:lnTo>
                  <a:lnTo>
                    <a:pt x="95757" y="38112"/>
                  </a:lnTo>
                  <a:lnTo>
                    <a:pt x="95757" y="115455"/>
                  </a:lnTo>
                  <a:lnTo>
                    <a:pt x="96266" y="116065"/>
                  </a:lnTo>
                  <a:lnTo>
                    <a:pt x="96647" y="116332"/>
                  </a:lnTo>
                  <a:lnTo>
                    <a:pt x="97281" y="116560"/>
                  </a:lnTo>
                  <a:lnTo>
                    <a:pt x="97790" y="116776"/>
                  </a:lnTo>
                  <a:lnTo>
                    <a:pt x="98678" y="116954"/>
                  </a:lnTo>
                  <a:lnTo>
                    <a:pt x="108330" y="116954"/>
                  </a:lnTo>
                  <a:lnTo>
                    <a:pt x="109093" y="116776"/>
                  </a:lnTo>
                  <a:lnTo>
                    <a:pt x="109600" y="116560"/>
                  </a:lnTo>
                  <a:lnTo>
                    <a:pt x="110235" y="116332"/>
                  </a:lnTo>
                  <a:lnTo>
                    <a:pt x="110617" y="116065"/>
                  </a:lnTo>
                  <a:lnTo>
                    <a:pt x="111125" y="115455"/>
                  </a:lnTo>
                  <a:lnTo>
                    <a:pt x="111251" y="61734"/>
                  </a:lnTo>
                  <a:lnTo>
                    <a:pt x="115443" y="56972"/>
                  </a:lnTo>
                  <a:lnTo>
                    <a:pt x="119633" y="53352"/>
                  </a:lnTo>
                  <a:lnTo>
                    <a:pt x="123444" y="50888"/>
                  </a:lnTo>
                  <a:lnTo>
                    <a:pt x="126533" y="48945"/>
                  </a:lnTo>
                  <a:lnTo>
                    <a:pt x="109727" y="48945"/>
                  </a:lnTo>
                  <a:lnTo>
                    <a:pt x="109600" y="38112"/>
                  </a:lnTo>
                  <a:lnTo>
                    <a:pt x="109347" y="37807"/>
                  </a:lnTo>
                  <a:lnTo>
                    <a:pt x="109220" y="37503"/>
                  </a:lnTo>
                  <a:lnTo>
                    <a:pt x="108839" y="37223"/>
                  </a:lnTo>
                  <a:lnTo>
                    <a:pt x="107823" y="36715"/>
                  </a:lnTo>
                  <a:lnTo>
                    <a:pt x="107060" y="36550"/>
                  </a:lnTo>
                  <a:close/>
                </a:path>
                <a:path w="266065" h="118745">
                  <a:moveTo>
                    <a:pt x="164134" y="47180"/>
                  </a:moveTo>
                  <a:lnTo>
                    <a:pt x="138175" y="47180"/>
                  </a:lnTo>
                  <a:lnTo>
                    <a:pt x="140843" y="47688"/>
                  </a:lnTo>
                  <a:lnTo>
                    <a:pt x="145415" y="49707"/>
                  </a:lnTo>
                  <a:lnTo>
                    <a:pt x="153289" y="115455"/>
                  </a:lnTo>
                  <a:lnTo>
                    <a:pt x="153797" y="116065"/>
                  </a:lnTo>
                  <a:lnTo>
                    <a:pt x="154177" y="116332"/>
                  </a:lnTo>
                  <a:lnTo>
                    <a:pt x="154685" y="116560"/>
                  </a:lnTo>
                  <a:lnTo>
                    <a:pt x="155321" y="116776"/>
                  </a:lnTo>
                  <a:lnTo>
                    <a:pt x="156082" y="116954"/>
                  </a:lnTo>
                  <a:lnTo>
                    <a:pt x="165734" y="116954"/>
                  </a:lnTo>
                  <a:lnTo>
                    <a:pt x="168528" y="115455"/>
                  </a:lnTo>
                  <a:lnTo>
                    <a:pt x="168507" y="61734"/>
                  </a:lnTo>
                  <a:lnTo>
                    <a:pt x="168148" y="58470"/>
                  </a:lnTo>
                  <a:lnTo>
                    <a:pt x="166216" y="51168"/>
                  </a:lnTo>
                  <a:lnTo>
                    <a:pt x="166142" y="50888"/>
                  </a:lnTo>
                  <a:lnTo>
                    <a:pt x="165543" y="49707"/>
                  </a:lnTo>
                  <a:lnTo>
                    <a:pt x="164338" y="47434"/>
                  </a:lnTo>
                  <a:lnTo>
                    <a:pt x="164134" y="47180"/>
                  </a:lnTo>
                  <a:close/>
                </a:path>
                <a:path w="266065" h="118745">
                  <a:moveTo>
                    <a:pt x="144018" y="35166"/>
                  </a:moveTo>
                  <a:lnTo>
                    <a:pt x="133476" y="35166"/>
                  </a:lnTo>
                  <a:lnTo>
                    <a:pt x="128777" y="36271"/>
                  </a:lnTo>
                  <a:lnTo>
                    <a:pt x="123951" y="38481"/>
                  </a:lnTo>
                  <a:lnTo>
                    <a:pt x="119252" y="40690"/>
                  </a:lnTo>
                  <a:lnTo>
                    <a:pt x="114553" y="44183"/>
                  </a:lnTo>
                  <a:lnTo>
                    <a:pt x="109727" y="48945"/>
                  </a:lnTo>
                  <a:lnTo>
                    <a:pt x="126533" y="48945"/>
                  </a:lnTo>
                  <a:lnTo>
                    <a:pt x="127380" y="48412"/>
                  </a:lnTo>
                  <a:lnTo>
                    <a:pt x="131318" y="47180"/>
                  </a:lnTo>
                  <a:lnTo>
                    <a:pt x="164134" y="47180"/>
                  </a:lnTo>
                  <a:lnTo>
                    <a:pt x="162051" y="44577"/>
                  </a:lnTo>
                  <a:lnTo>
                    <a:pt x="159639" y="41719"/>
                  </a:lnTo>
                  <a:lnTo>
                    <a:pt x="156464" y="39433"/>
                  </a:lnTo>
                  <a:lnTo>
                    <a:pt x="152851" y="37807"/>
                  </a:lnTo>
                  <a:lnTo>
                    <a:pt x="148717" y="36017"/>
                  </a:lnTo>
                  <a:lnTo>
                    <a:pt x="144018" y="35166"/>
                  </a:lnTo>
                  <a:close/>
                </a:path>
                <a:path w="266065" h="118745">
                  <a:moveTo>
                    <a:pt x="229362" y="35166"/>
                  </a:moveTo>
                  <a:lnTo>
                    <a:pt x="218440" y="35166"/>
                  </a:lnTo>
                  <a:lnTo>
                    <a:pt x="213232" y="36156"/>
                  </a:lnTo>
                  <a:lnTo>
                    <a:pt x="204089" y="40132"/>
                  </a:lnTo>
                  <a:lnTo>
                    <a:pt x="200278" y="42976"/>
                  </a:lnTo>
                  <a:lnTo>
                    <a:pt x="197230" y="46685"/>
                  </a:lnTo>
                  <a:lnTo>
                    <a:pt x="194055" y="50380"/>
                  </a:lnTo>
                  <a:lnTo>
                    <a:pt x="191770" y="54851"/>
                  </a:lnTo>
                  <a:lnTo>
                    <a:pt x="190246" y="60096"/>
                  </a:lnTo>
                  <a:lnTo>
                    <a:pt x="188595" y="65328"/>
                  </a:lnTo>
                  <a:lnTo>
                    <a:pt x="187832" y="71208"/>
                  </a:lnTo>
                  <a:lnTo>
                    <a:pt x="187897" y="83731"/>
                  </a:lnTo>
                  <a:lnTo>
                    <a:pt x="188468" y="88430"/>
                  </a:lnTo>
                  <a:lnTo>
                    <a:pt x="216153" y="118325"/>
                  </a:lnTo>
                  <a:lnTo>
                    <a:pt x="228092" y="118325"/>
                  </a:lnTo>
                  <a:lnTo>
                    <a:pt x="233299" y="117119"/>
                  </a:lnTo>
                  <a:lnTo>
                    <a:pt x="242950" y="112293"/>
                  </a:lnTo>
                  <a:lnTo>
                    <a:pt x="247523" y="108927"/>
                  </a:lnTo>
                  <a:lnTo>
                    <a:pt x="250066" y="106464"/>
                  </a:lnTo>
                  <a:lnTo>
                    <a:pt x="220979" y="106464"/>
                  </a:lnTo>
                  <a:lnTo>
                    <a:pt x="217550" y="105613"/>
                  </a:lnTo>
                  <a:lnTo>
                    <a:pt x="203962" y="80010"/>
                  </a:lnTo>
                  <a:lnTo>
                    <a:pt x="203962" y="72605"/>
                  </a:lnTo>
                  <a:lnTo>
                    <a:pt x="221742" y="47104"/>
                  </a:lnTo>
                  <a:lnTo>
                    <a:pt x="265734" y="47104"/>
                  </a:lnTo>
                  <a:lnTo>
                    <a:pt x="265734" y="46685"/>
                  </a:lnTo>
                  <a:lnTo>
                    <a:pt x="250286" y="46685"/>
                  </a:lnTo>
                  <a:lnTo>
                    <a:pt x="246125" y="42837"/>
                  </a:lnTo>
                  <a:lnTo>
                    <a:pt x="242062" y="39992"/>
                  </a:lnTo>
                  <a:lnTo>
                    <a:pt x="233987" y="36156"/>
                  </a:lnTo>
                  <a:lnTo>
                    <a:pt x="229362" y="35166"/>
                  </a:lnTo>
                  <a:close/>
                </a:path>
                <a:path w="266065" h="118745">
                  <a:moveTo>
                    <a:pt x="265799" y="104622"/>
                  </a:moveTo>
                  <a:lnTo>
                    <a:pt x="251968" y="104622"/>
                  </a:lnTo>
                  <a:lnTo>
                    <a:pt x="252095" y="115468"/>
                  </a:lnTo>
                  <a:lnTo>
                    <a:pt x="252602" y="116141"/>
                  </a:lnTo>
                  <a:lnTo>
                    <a:pt x="252983" y="116408"/>
                  </a:lnTo>
                  <a:lnTo>
                    <a:pt x="253619" y="116598"/>
                  </a:lnTo>
                  <a:lnTo>
                    <a:pt x="254126" y="116789"/>
                  </a:lnTo>
                  <a:lnTo>
                    <a:pt x="254889" y="116954"/>
                  </a:lnTo>
                  <a:lnTo>
                    <a:pt x="263144" y="116954"/>
                  </a:lnTo>
                  <a:lnTo>
                    <a:pt x="265683" y="115468"/>
                  </a:lnTo>
                  <a:lnTo>
                    <a:pt x="265799" y="104622"/>
                  </a:lnTo>
                  <a:close/>
                </a:path>
                <a:path w="266065" h="118745">
                  <a:moveTo>
                    <a:pt x="265734" y="47104"/>
                  </a:moveTo>
                  <a:lnTo>
                    <a:pt x="229997" y="47104"/>
                  </a:lnTo>
                  <a:lnTo>
                    <a:pt x="234060" y="48323"/>
                  </a:lnTo>
                  <a:lnTo>
                    <a:pt x="241934" y="53200"/>
                  </a:lnTo>
                  <a:lnTo>
                    <a:pt x="245999" y="56743"/>
                  </a:lnTo>
                  <a:lnTo>
                    <a:pt x="250190" y="61391"/>
                  </a:lnTo>
                  <a:lnTo>
                    <a:pt x="250190" y="91668"/>
                  </a:lnTo>
                  <a:lnTo>
                    <a:pt x="247776" y="94411"/>
                  </a:lnTo>
                  <a:lnTo>
                    <a:pt x="245491" y="96723"/>
                  </a:lnTo>
                  <a:lnTo>
                    <a:pt x="243204" y="98602"/>
                  </a:lnTo>
                  <a:lnTo>
                    <a:pt x="241046" y="100482"/>
                  </a:lnTo>
                  <a:lnTo>
                    <a:pt x="228625" y="106337"/>
                  </a:lnTo>
                  <a:lnTo>
                    <a:pt x="228092" y="106337"/>
                  </a:lnTo>
                  <a:lnTo>
                    <a:pt x="227075" y="106464"/>
                  </a:lnTo>
                  <a:lnTo>
                    <a:pt x="250066" y="106464"/>
                  </a:lnTo>
                  <a:lnTo>
                    <a:pt x="251968" y="104622"/>
                  </a:lnTo>
                  <a:lnTo>
                    <a:pt x="265799" y="104622"/>
                  </a:lnTo>
                  <a:lnTo>
                    <a:pt x="265734" y="47104"/>
                  </a:lnTo>
                  <a:close/>
                </a:path>
                <a:path w="266065" h="118745">
                  <a:moveTo>
                    <a:pt x="260730" y="0"/>
                  </a:moveTo>
                  <a:lnTo>
                    <a:pt x="255143" y="0"/>
                  </a:lnTo>
                  <a:lnTo>
                    <a:pt x="253238" y="279"/>
                  </a:lnTo>
                  <a:lnTo>
                    <a:pt x="252475" y="444"/>
                  </a:lnTo>
                  <a:lnTo>
                    <a:pt x="251205" y="838"/>
                  </a:lnTo>
                  <a:lnTo>
                    <a:pt x="250698" y="1117"/>
                  </a:lnTo>
                  <a:lnTo>
                    <a:pt x="250571" y="1485"/>
                  </a:lnTo>
                  <a:lnTo>
                    <a:pt x="250317" y="1841"/>
                  </a:lnTo>
                  <a:lnTo>
                    <a:pt x="250222" y="35166"/>
                  </a:lnTo>
                  <a:lnTo>
                    <a:pt x="250189" y="46685"/>
                  </a:lnTo>
                  <a:lnTo>
                    <a:pt x="265734" y="46685"/>
                  </a:lnTo>
                  <a:lnTo>
                    <a:pt x="265683" y="1841"/>
                  </a:lnTo>
                  <a:lnTo>
                    <a:pt x="262763" y="279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730105" y="5473179"/>
              <a:ext cx="404106" cy="11845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864986" y="5775172"/>
              <a:ext cx="423672" cy="11225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302375" y="5739002"/>
              <a:ext cx="628650" cy="148590"/>
            </a:xfrm>
            <a:custGeom>
              <a:avLst/>
              <a:gdLst/>
              <a:ahLst/>
              <a:cxnLst/>
              <a:rect l="l" t="t" r="r" b="b"/>
              <a:pathLst>
                <a:path w="628650" h="148589">
                  <a:moveTo>
                    <a:pt x="48133" y="73304"/>
                  </a:moveTo>
                  <a:lnTo>
                    <a:pt x="47879" y="72567"/>
                  </a:lnTo>
                  <a:lnTo>
                    <a:pt x="47752" y="71843"/>
                  </a:lnTo>
                  <a:lnTo>
                    <a:pt x="46990" y="70294"/>
                  </a:lnTo>
                  <a:lnTo>
                    <a:pt x="46609" y="69964"/>
                  </a:lnTo>
                  <a:lnTo>
                    <a:pt x="45720" y="69634"/>
                  </a:lnTo>
                  <a:lnTo>
                    <a:pt x="45212" y="69545"/>
                  </a:lnTo>
                  <a:lnTo>
                    <a:pt x="2413" y="69545"/>
                  </a:lnTo>
                  <a:lnTo>
                    <a:pt x="1524" y="69964"/>
                  </a:lnTo>
                  <a:lnTo>
                    <a:pt x="889" y="70802"/>
                  </a:lnTo>
                  <a:lnTo>
                    <a:pt x="381" y="71653"/>
                  </a:lnTo>
                  <a:lnTo>
                    <a:pt x="0" y="73139"/>
                  </a:lnTo>
                  <a:lnTo>
                    <a:pt x="0" y="77393"/>
                  </a:lnTo>
                  <a:lnTo>
                    <a:pt x="381" y="78892"/>
                  </a:lnTo>
                  <a:lnTo>
                    <a:pt x="889" y="79768"/>
                  </a:lnTo>
                  <a:lnTo>
                    <a:pt x="1524" y="80632"/>
                  </a:lnTo>
                  <a:lnTo>
                    <a:pt x="2413" y="81064"/>
                  </a:lnTo>
                  <a:lnTo>
                    <a:pt x="45847" y="81064"/>
                  </a:lnTo>
                  <a:lnTo>
                    <a:pt x="46736" y="80645"/>
                  </a:lnTo>
                  <a:lnTo>
                    <a:pt x="47244" y="79806"/>
                  </a:lnTo>
                  <a:lnTo>
                    <a:pt x="47879" y="78968"/>
                  </a:lnTo>
                  <a:lnTo>
                    <a:pt x="48133" y="77444"/>
                  </a:lnTo>
                  <a:lnTo>
                    <a:pt x="48133" y="75260"/>
                  </a:lnTo>
                  <a:lnTo>
                    <a:pt x="48133" y="73304"/>
                  </a:lnTo>
                  <a:close/>
                </a:path>
                <a:path w="628650" h="148589">
                  <a:moveTo>
                    <a:pt x="120269" y="91770"/>
                  </a:moveTo>
                  <a:lnTo>
                    <a:pt x="119697" y="89281"/>
                  </a:lnTo>
                  <a:lnTo>
                    <a:pt x="119634" y="88976"/>
                  </a:lnTo>
                  <a:lnTo>
                    <a:pt x="117094" y="84264"/>
                  </a:lnTo>
                  <a:lnTo>
                    <a:pt x="115443" y="82245"/>
                  </a:lnTo>
                  <a:lnTo>
                    <a:pt x="113284" y="80556"/>
                  </a:lnTo>
                  <a:lnTo>
                    <a:pt x="111252" y="78879"/>
                  </a:lnTo>
                  <a:lnTo>
                    <a:pt x="108839" y="77444"/>
                  </a:lnTo>
                  <a:lnTo>
                    <a:pt x="106045" y="76276"/>
                  </a:lnTo>
                  <a:lnTo>
                    <a:pt x="103378" y="75095"/>
                  </a:lnTo>
                  <a:lnTo>
                    <a:pt x="100584" y="74028"/>
                  </a:lnTo>
                  <a:lnTo>
                    <a:pt x="89662" y="70307"/>
                  </a:lnTo>
                  <a:lnTo>
                    <a:pt x="86868" y="69405"/>
                  </a:lnTo>
                  <a:lnTo>
                    <a:pt x="84455" y="68402"/>
                  </a:lnTo>
                  <a:lnTo>
                    <a:pt x="82423" y="67271"/>
                  </a:lnTo>
                  <a:lnTo>
                    <a:pt x="80264" y="66154"/>
                  </a:lnTo>
                  <a:lnTo>
                    <a:pt x="78638" y="64871"/>
                  </a:lnTo>
                  <a:lnTo>
                    <a:pt x="77343" y="63360"/>
                  </a:lnTo>
                  <a:lnTo>
                    <a:pt x="76034" y="61976"/>
                  </a:lnTo>
                  <a:lnTo>
                    <a:pt x="75311" y="60045"/>
                  </a:lnTo>
                  <a:lnTo>
                    <a:pt x="75311" y="56286"/>
                  </a:lnTo>
                  <a:lnTo>
                    <a:pt x="75692" y="54825"/>
                  </a:lnTo>
                  <a:lnTo>
                    <a:pt x="86575" y="47231"/>
                  </a:lnTo>
                  <a:lnTo>
                    <a:pt x="86385" y="47231"/>
                  </a:lnTo>
                  <a:lnTo>
                    <a:pt x="89154" y="46926"/>
                  </a:lnTo>
                  <a:lnTo>
                    <a:pt x="94996" y="46926"/>
                  </a:lnTo>
                  <a:lnTo>
                    <a:pt x="110820" y="51917"/>
                  </a:lnTo>
                  <a:lnTo>
                    <a:pt x="111760" y="52425"/>
                  </a:lnTo>
                  <a:lnTo>
                    <a:pt x="112826" y="52793"/>
                  </a:lnTo>
                  <a:lnTo>
                    <a:pt x="113588" y="52793"/>
                  </a:lnTo>
                  <a:lnTo>
                    <a:pt x="114681" y="52235"/>
                  </a:lnTo>
                  <a:lnTo>
                    <a:pt x="114935" y="51917"/>
                  </a:lnTo>
                  <a:lnTo>
                    <a:pt x="115189" y="51473"/>
                  </a:lnTo>
                  <a:lnTo>
                    <a:pt x="115316" y="51015"/>
                  </a:lnTo>
                  <a:lnTo>
                    <a:pt x="115519" y="50533"/>
                  </a:lnTo>
                  <a:lnTo>
                    <a:pt x="115570" y="46926"/>
                  </a:lnTo>
                  <a:lnTo>
                    <a:pt x="115570" y="44373"/>
                  </a:lnTo>
                  <a:lnTo>
                    <a:pt x="115443" y="43853"/>
                  </a:lnTo>
                  <a:lnTo>
                    <a:pt x="115316" y="43434"/>
                  </a:lnTo>
                  <a:lnTo>
                    <a:pt x="115189" y="43014"/>
                  </a:lnTo>
                  <a:lnTo>
                    <a:pt x="115062" y="42633"/>
                  </a:lnTo>
                  <a:lnTo>
                    <a:pt x="114554" y="41960"/>
                  </a:lnTo>
                  <a:lnTo>
                    <a:pt x="114173" y="41567"/>
                  </a:lnTo>
                  <a:lnTo>
                    <a:pt x="113411" y="41122"/>
                  </a:lnTo>
                  <a:lnTo>
                    <a:pt x="112776" y="40678"/>
                  </a:lnTo>
                  <a:lnTo>
                    <a:pt x="111760" y="40157"/>
                  </a:lnTo>
                  <a:lnTo>
                    <a:pt x="110363" y="39573"/>
                  </a:lnTo>
                  <a:lnTo>
                    <a:pt x="109093" y="38976"/>
                  </a:lnTo>
                  <a:lnTo>
                    <a:pt x="94361" y="36169"/>
                  </a:lnTo>
                  <a:lnTo>
                    <a:pt x="86741" y="36169"/>
                  </a:lnTo>
                  <a:lnTo>
                    <a:pt x="61849" y="50076"/>
                  </a:lnTo>
                  <a:lnTo>
                    <a:pt x="60452" y="52793"/>
                  </a:lnTo>
                  <a:lnTo>
                    <a:pt x="59817" y="55638"/>
                  </a:lnTo>
                  <a:lnTo>
                    <a:pt x="59817" y="61976"/>
                  </a:lnTo>
                  <a:lnTo>
                    <a:pt x="60452" y="64871"/>
                  </a:lnTo>
                  <a:lnTo>
                    <a:pt x="62992" y="69684"/>
                  </a:lnTo>
                  <a:lnTo>
                    <a:pt x="64643" y="71755"/>
                  </a:lnTo>
                  <a:lnTo>
                    <a:pt x="66802" y="73494"/>
                  </a:lnTo>
                  <a:lnTo>
                    <a:pt x="68834" y="75234"/>
                  </a:lnTo>
                  <a:lnTo>
                    <a:pt x="87630" y="83019"/>
                  </a:lnTo>
                  <a:lnTo>
                    <a:pt x="90170" y="83883"/>
                  </a:lnTo>
                  <a:lnTo>
                    <a:pt x="104267" y="93992"/>
                  </a:lnTo>
                  <a:lnTo>
                    <a:pt x="104267" y="98196"/>
                  </a:lnTo>
                  <a:lnTo>
                    <a:pt x="103759" y="99987"/>
                  </a:lnTo>
                  <a:lnTo>
                    <a:pt x="102870" y="101498"/>
                  </a:lnTo>
                  <a:lnTo>
                    <a:pt x="102108" y="103009"/>
                  </a:lnTo>
                  <a:lnTo>
                    <a:pt x="88646" y="108229"/>
                  </a:lnTo>
                  <a:lnTo>
                    <a:pt x="82169" y="108229"/>
                  </a:lnTo>
                  <a:lnTo>
                    <a:pt x="80048" y="107975"/>
                  </a:lnTo>
                  <a:lnTo>
                    <a:pt x="79463" y="107975"/>
                  </a:lnTo>
                  <a:lnTo>
                    <a:pt x="73279" y="106337"/>
                  </a:lnTo>
                  <a:lnTo>
                    <a:pt x="70866" y="105511"/>
                  </a:lnTo>
                  <a:lnTo>
                    <a:pt x="68834" y="104609"/>
                  </a:lnTo>
                  <a:lnTo>
                    <a:pt x="66675" y="103708"/>
                  </a:lnTo>
                  <a:lnTo>
                    <a:pt x="64693" y="102704"/>
                  </a:lnTo>
                  <a:lnTo>
                    <a:pt x="62458" y="101498"/>
                  </a:lnTo>
                  <a:lnTo>
                    <a:pt x="62598" y="101498"/>
                  </a:lnTo>
                  <a:lnTo>
                    <a:pt x="61391" y="101092"/>
                  </a:lnTo>
                  <a:lnTo>
                    <a:pt x="59563" y="101092"/>
                  </a:lnTo>
                  <a:lnTo>
                    <a:pt x="58788" y="101498"/>
                  </a:lnTo>
                  <a:lnTo>
                    <a:pt x="58547" y="101803"/>
                  </a:lnTo>
                  <a:lnTo>
                    <a:pt x="58267" y="102336"/>
                  </a:lnTo>
                  <a:lnTo>
                    <a:pt x="58166" y="102704"/>
                  </a:lnTo>
                  <a:lnTo>
                    <a:pt x="58026" y="103009"/>
                  </a:lnTo>
                  <a:lnTo>
                    <a:pt x="57912" y="103289"/>
                  </a:lnTo>
                  <a:lnTo>
                    <a:pt x="57785" y="109829"/>
                  </a:lnTo>
                  <a:lnTo>
                    <a:pt x="58191" y="110947"/>
                  </a:lnTo>
                  <a:lnTo>
                    <a:pt x="58420" y="111848"/>
                  </a:lnTo>
                  <a:lnTo>
                    <a:pt x="82423" y="119329"/>
                  </a:lnTo>
                  <a:lnTo>
                    <a:pt x="90678" y="119329"/>
                  </a:lnTo>
                  <a:lnTo>
                    <a:pt x="95377" y="118795"/>
                  </a:lnTo>
                  <a:lnTo>
                    <a:pt x="103886" y="116662"/>
                  </a:lnTo>
                  <a:lnTo>
                    <a:pt x="107569" y="115100"/>
                  </a:lnTo>
                  <a:lnTo>
                    <a:pt x="110617" y="113017"/>
                  </a:lnTo>
                  <a:lnTo>
                    <a:pt x="113792" y="110947"/>
                  </a:lnTo>
                  <a:lnTo>
                    <a:pt x="116078" y="108394"/>
                  </a:lnTo>
                  <a:lnTo>
                    <a:pt x="116166" y="108229"/>
                  </a:lnTo>
                  <a:lnTo>
                    <a:pt x="117640" y="105511"/>
                  </a:lnTo>
                  <a:lnTo>
                    <a:pt x="119507" y="102336"/>
                  </a:lnTo>
                  <a:lnTo>
                    <a:pt x="120269" y="98894"/>
                  </a:lnTo>
                  <a:lnTo>
                    <a:pt x="120269" y="91770"/>
                  </a:lnTo>
                  <a:close/>
                </a:path>
                <a:path w="628650" h="148589">
                  <a:moveTo>
                    <a:pt x="222377" y="83223"/>
                  </a:moveTo>
                  <a:lnTo>
                    <a:pt x="222313" y="70599"/>
                  </a:lnTo>
                  <a:lnTo>
                    <a:pt x="221742" y="65913"/>
                  </a:lnTo>
                  <a:lnTo>
                    <a:pt x="220345" y="61010"/>
                  </a:lnTo>
                  <a:lnTo>
                    <a:pt x="219075" y="56108"/>
                  </a:lnTo>
                  <a:lnTo>
                    <a:pt x="217043" y="51803"/>
                  </a:lnTo>
                  <a:lnTo>
                    <a:pt x="214122" y="48107"/>
                  </a:lnTo>
                  <a:lnTo>
                    <a:pt x="211328" y="44399"/>
                  </a:lnTo>
                  <a:lnTo>
                    <a:pt x="207645" y="41490"/>
                  </a:lnTo>
                  <a:lnTo>
                    <a:pt x="205473" y="40487"/>
                  </a:lnTo>
                  <a:lnTo>
                    <a:pt x="205473" y="74345"/>
                  </a:lnTo>
                  <a:lnTo>
                    <a:pt x="205473" y="81737"/>
                  </a:lnTo>
                  <a:lnTo>
                    <a:pt x="205105" y="85242"/>
                  </a:lnTo>
                  <a:lnTo>
                    <a:pt x="204216" y="88722"/>
                  </a:lnTo>
                  <a:lnTo>
                    <a:pt x="203454" y="92189"/>
                  </a:lnTo>
                  <a:lnTo>
                    <a:pt x="186690" y="107391"/>
                  </a:lnTo>
                  <a:lnTo>
                    <a:pt x="178181" y="107391"/>
                  </a:lnTo>
                  <a:lnTo>
                    <a:pt x="173990" y="106146"/>
                  </a:lnTo>
                  <a:lnTo>
                    <a:pt x="165862" y="101219"/>
                  </a:lnTo>
                  <a:lnTo>
                    <a:pt x="161671" y="97663"/>
                  </a:lnTo>
                  <a:lnTo>
                    <a:pt x="157099" y="93002"/>
                  </a:lnTo>
                  <a:lnTo>
                    <a:pt x="157099" y="62903"/>
                  </a:lnTo>
                  <a:lnTo>
                    <a:pt x="181483" y="48107"/>
                  </a:lnTo>
                  <a:lnTo>
                    <a:pt x="187833" y="48107"/>
                  </a:lnTo>
                  <a:lnTo>
                    <a:pt x="204470" y="66979"/>
                  </a:lnTo>
                  <a:lnTo>
                    <a:pt x="205219" y="70599"/>
                  </a:lnTo>
                  <a:lnTo>
                    <a:pt x="205473" y="74345"/>
                  </a:lnTo>
                  <a:lnTo>
                    <a:pt x="205473" y="40487"/>
                  </a:lnTo>
                  <a:lnTo>
                    <a:pt x="198501" y="37223"/>
                  </a:lnTo>
                  <a:lnTo>
                    <a:pt x="193040" y="36169"/>
                  </a:lnTo>
                  <a:lnTo>
                    <a:pt x="183769" y="36169"/>
                  </a:lnTo>
                  <a:lnTo>
                    <a:pt x="155194" y="50126"/>
                  </a:lnTo>
                  <a:lnTo>
                    <a:pt x="155194" y="39458"/>
                  </a:lnTo>
                  <a:lnTo>
                    <a:pt x="155067" y="39039"/>
                  </a:lnTo>
                  <a:lnTo>
                    <a:pt x="154622" y="38519"/>
                  </a:lnTo>
                  <a:lnTo>
                    <a:pt x="154178" y="38150"/>
                  </a:lnTo>
                  <a:lnTo>
                    <a:pt x="153543" y="37947"/>
                  </a:lnTo>
                  <a:lnTo>
                    <a:pt x="153035" y="37719"/>
                  </a:lnTo>
                  <a:lnTo>
                    <a:pt x="143002" y="37719"/>
                  </a:lnTo>
                  <a:lnTo>
                    <a:pt x="141732" y="38150"/>
                  </a:lnTo>
                  <a:lnTo>
                    <a:pt x="141312" y="38519"/>
                  </a:lnTo>
                  <a:lnTo>
                    <a:pt x="141224" y="38722"/>
                  </a:lnTo>
                  <a:lnTo>
                    <a:pt x="140970" y="39039"/>
                  </a:lnTo>
                  <a:lnTo>
                    <a:pt x="140970" y="146481"/>
                  </a:lnTo>
                  <a:lnTo>
                    <a:pt x="141478" y="147154"/>
                  </a:lnTo>
                  <a:lnTo>
                    <a:pt x="141859" y="147434"/>
                  </a:lnTo>
                  <a:lnTo>
                    <a:pt x="143129" y="147891"/>
                  </a:lnTo>
                  <a:lnTo>
                    <a:pt x="144018" y="148056"/>
                  </a:lnTo>
                  <a:lnTo>
                    <a:pt x="154051" y="148056"/>
                  </a:lnTo>
                  <a:lnTo>
                    <a:pt x="154940" y="147891"/>
                  </a:lnTo>
                  <a:lnTo>
                    <a:pt x="155448" y="147662"/>
                  </a:lnTo>
                  <a:lnTo>
                    <a:pt x="156083" y="147434"/>
                  </a:lnTo>
                  <a:lnTo>
                    <a:pt x="156464" y="147154"/>
                  </a:lnTo>
                  <a:lnTo>
                    <a:pt x="156972" y="146481"/>
                  </a:lnTo>
                  <a:lnTo>
                    <a:pt x="157086" y="107848"/>
                  </a:lnTo>
                  <a:lnTo>
                    <a:pt x="181356" y="119329"/>
                  </a:lnTo>
                  <a:lnTo>
                    <a:pt x="190119" y="119329"/>
                  </a:lnTo>
                  <a:lnTo>
                    <a:pt x="195580" y="118325"/>
                  </a:lnTo>
                  <a:lnTo>
                    <a:pt x="205130" y="114388"/>
                  </a:lnTo>
                  <a:lnTo>
                    <a:pt x="209296" y="111518"/>
                  </a:lnTo>
                  <a:lnTo>
                    <a:pt x="212471" y="107848"/>
                  </a:lnTo>
                  <a:lnTo>
                    <a:pt x="212877" y="107391"/>
                  </a:lnTo>
                  <a:lnTo>
                    <a:pt x="215773" y="104178"/>
                  </a:lnTo>
                  <a:lnTo>
                    <a:pt x="218173" y="99707"/>
                  </a:lnTo>
                  <a:lnTo>
                    <a:pt x="221488" y="89166"/>
                  </a:lnTo>
                  <a:lnTo>
                    <a:pt x="222377" y="83223"/>
                  </a:lnTo>
                  <a:close/>
                </a:path>
                <a:path w="628650" h="148589">
                  <a:moveTo>
                    <a:pt x="318516" y="67056"/>
                  </a:moveTo>
                  <a:lnTo>
                    <a:pt x="317969" y="63093"/>
                  </a:lnTo>
                  <a:lnTo>
                    <a:pt x="317881" y="62407"/>
                  </a:lnTo>
                  <a:lnTo>
                    <a:pt x="314820" y="53721"/>
                  </a:lnTo>
                  <a:lnTo>
                    <a:pt x="312547" y="49936"/>
                  </a:lnTo>
                  <a:lnTo>
                    <a:pt x="309664" y="47015"/>
                  </a:lnTo>
                  <a:lnTo>
                    <a:pt x="306324" y="43497"/>
                  </a:lnTo>
                  <a:lnTo>
                    <a:pt x="302348" y="41008"/>
                  </a:lnTo>
                  <a:lnTo>
                    <a:pt x="302247" y="70383"/>
                  </a:lnTo>
                  <a:lnTo>
                    <a:pt x="254000" y="70383"/>
                  </a:lnTo>
                  <a:lnTo>
                    <a:pt x="274701" y="47015"/>
                  </a:lnTo>
                  <a:lnTo>
                    <a:pt x="286639" y="47015"/>
                  </a:lnTo>
                  <a:lnTo>
                    <a:pt x="292595" y="49085"/>
                  </a:lnTo>
                  <a:lnTo>
                    <a:pt x="300469" y="57378"/>
                  </a:lnTo>
                  <a:lnTo>
                    <a:pt x="302145" y="62407"/>
                  </a:lnTo>
                  <a:lnTo>
                    <a:pt x="302247" y="70383"/>
                  </a:lnTo>
                  <a:lnTo>
                    <a:pt x="302247" y="40970"/>
                  </a:lnTo>
                  <a:lnTo>
                    <a:pt x="297421" y="39027"/>
                  </a:lnTo>
                  <a:lnTo>
                    <a:pt x="292506" y="37134"/>
                  </a:lnTo>
                  <a:lnTo>
                    <a:pt x="286499" y="36169"/>
                  </a:lnTo>
                  <a:lnTo>
                    <a:pt x="273177" y="36169"/>
                  </a:lnTo>
                  <a:lnTo>
                    <a:pt x="240030" y="60591"/>
                  </a:lnTo>
                  <a:lnTo>
                    <a:pt x="237096" y="71615"/>
                  </a:lnTo>
                  <a:lnTo>
                    <a:pt x="237096" y="84963"/>
                  </a:lnTo>
                  <a:lnTo>
                    <a:pt x="238125" y="90957"/>
                  </a:lnTo>
                  <a:lnTo>
                    <a:pt x="240030" y="96113"/>
                  </a:lnTo>
                  <a:lnTo>
                    <a:pt x="241795" y="101269"/>
                  </a:lnTo>
                  <a:lnTo>
                    <a:pt x="274066" y="119329"/>
                  </a:lnTo>
                  <a:lnTo>
                    <a:pt x="285623" y="119329"/>
                  </a:lnTo>
                  <a:lnTo>
                    <a:pt x="313055" y="113144"/>
                  </a:lnTo>
                  <a:lnTo>
                    <a:pt x="313817" y="112509"/>
                  </a:lnTo>
                  <a:lnTo>
                    <a:pt x="313944" y="112179"/>
                  </a:lnTo>
                  <a:lnTo>
                    <a:pt x="314198" y="111848"/>
                  </a:lnTo>
                  <a:lnTo>
                    <a:pt x="314452" y="111467"/>
                  </a:lnTo>
                  <a:lnTo>
                    <a:pt x="314452" y="108064"/>
                  </a:lnTo>
                  <a:lnTo>
                    <a:pt x="314452" y="103911"/>
                  </a:lnTo>
                  <a:lnTo>
                    <a:pt x="314198" y="103517"/>
                  </a:lnTo>
                  <a:lnTo>
                    <a:pt x="314096" y="103225"/>
                  </a:lnTo>
                  <a:lnTo>
                    <a:pt x="313944" y="102984"/>
                  </a:lnTo>
                  <a:lnTo>
                    <a:pt x="313817" y="102831"/>
                  </a:lnTo>
                  <a:lnTo>
                    <a:pt x="313055" y="102438"/>
                  </a:lnTo>
                  <a:lnTo>
                    <a:pt x="311023" y="102438"/>
                  </a:lnTo>
                  <a:lnTo>
                    <a:pt x="310248" y="102641"/>
                  </a:lnTo>
                  <a:lnTo>
                    <a:pt x="308597" y="103225"/>
                  </a:lnTo>
                  <a:lnTo>
                    <a:pt x="306781" y="103911"/>
                  </a:lnTo>
                  <a:lnTo>
                    <a:pt x="305181" y="104470"/>
                  </a:lnTo>
                  <a:lnTo>
                    <a:pt x="300355" y="105930"/>
                  </a:lnTo>
                  <a:lnTo>
                    <a:pt x="297421" y="106591"/>
                  </a:lnTo>
                  <a:lnTo>
                    <a:pt x="290830" y="107759"/>
                  </a:lnTo>
                  <a:lnTo>
                    <a:pt x="287147" y="108064"/>
                  </a:lnTo>
                  <a:lnTo>
                    <a:pt x="277622" y="108064"/>
                  </a:lnTo>
                  <a:lnTo>
                    <a:pt x="254000" y="80556"/>
                  </a:lnTo>
                  <a:lnTo>
                    <a:pt x="313944" y="80556"/>
                  </a:lnTo>
                  <a:lnTo>
                    <a:pt x="315341" y="80098"/>
                  </a:lnTo>
                  <a:lnTo>
                    <a:pt x="317881" y="78244"/>
                  </a:lnTo>
                  <a:lnTo>
                    <a:pt x="318516" y="76695"/>
                  </a:lnTo>
                  <a:lnTo>
                    <a:pt x="318516" y="70383"/>
                  </a:lnTo>
                  <a:lnTo>
                    <a:pt x="318516" y="67056"/>
                  </a:lnTo>
                  <a:close/>
                </a:path>
                <a:path w="628650" h="148589">
                  <a:moveTo>
                    <a:pt x="402513" y="107302"/>
                  </a:moveTo>
                  <a:lnTo>
                    <a:pt x="402463" y="100393"/>
                  </a:lnTo>
                  <a:lnTo>
                    <a:pt x="402374" y="99987"/>
                  </a:lnTo>
                  <a:lnTo>
                    <a:pt x="402336" y="99720"/>
                  </a:lnTo>
                  <a:lnTo>
                    <a:pt x="401828" y="98653"/>
                  </a:lnTo>
                  <a:lnTo>
                    <a:pt x="401574" y="98272"/>
                  </a:lnTo>
                  <a:lnTo>
                    <a:pt x="401193" y="98056"/>
                  </a:lnTo>
                  <a:lnTo>
                    <a:pt x="400939" y="97828"/>
                  </a:lnTo>
                  <a:lnTo>
                    <a:pt x="399021" y="97828"/>
                  </a:lnTo>
                  <a:lnTo>
                    <a:pt x="398043" y="98272"/>
                  </a:lnTo>
                  <a:lnTo>
                    <a:pt x="395351" y="100164"/>
                  </a:lnTo>
                  <a:lnTo>
                    <a:pt x="393573" y="101257"/>
                  </a:lnTo>
                  <a:lnTo>
                    <a:pt x="389509" y="103670"/>
                  </a:lnTo>
                  <a:lnTo>
                    <a:pt x="386969" y="104775"/>
                  </a:lnTo>
                  <a:lnTo>
                    <a:pt x="381381" y="106794"/>
                  </a:lnTo>
                  <a:lnTo>
                    <a:pt x="378079" y="107302"/>
                  </a:lnTo>
                  <a:lnTo>
                    <a:pt x="370459" y="107302"/>
                  </a:lnTo>
                  <a:lnTo>
                    <a:pt x="367423" y="106794"/>
                  </a:lnTo>
                  <a:lnTo>
                    <a:pt x="367118" y="106794"/>
                  </a:lnTo>
                  <a:lnTo>
                    <a:pt x="351485" y="91059"/>
                  </a:lnTo>
                  <a:lnTo>
                    <a:pt x="350266" y="87109"/>
                  </a:lnTo>
                  <a:lnTo>
                    <a:pt x="349745" y="82829"/>
                  </a:lnTo>
                  <a:lnTo>
                    <a:pt x="349745" y="68199"/>
                  </a:lnTo>
                  <a:lnTo>
                    <a:pt x="351790" y="60756"/>
                  </a:lnTo>
                  <a:lnTo>
                    <a:pt x="360172" y="50495"/>
                  </a:lnTo>
                  <a:lnTo>
                    <a:pt x="366141" y="47929"/>
                  </a:lnTo>
                  <a:lnTo>
                    <a:pt x="377698" y="47929"/>
                  </a:lnTo>
                  <a:lnTo>
                    <a:pt x="397192" y="56413"/>
                  </a:lnTo>
                  <a:lnTo>
                    <a:pt x="398272" y="56845"/>
                  </a:lnTo>
                  <a:lnTo>
                    <a:pt x="400050" y="56845"/>
                  </a:lnTo>
                  <a:lnTo>
                    <a:pt x="400812" y="56413"/>
                  </a:lnTo>
                  <a:lnTo>
                    <a:pt x="401447" y="55549"/>
                  </a:lnTo>
                  <a:lnTo>
                    <a:pt x="401955" y="54673"/>
                  </a:lnTo>
                  <a:lnTo>
                    <a:pt x="402234" y="53517"/>
                  </a:lnTo>
                  <a:lnTo>
                    <a:pt x="402132" y="48399"/>
                  </a:lnTo>
                  <a:lnTo>
                    <a:pt x="402094" y="47929"/>
                  </a:lnTo>
                  <a:lnTo>
                    <a:pt x="402082" y="47764"/>
                  </a:lnTo>
                  <a:lnTo>
                    <a:pt x="400177" y="44323"/>
                  </a:lnTo>
                  <a:lnTo>
                    <a:pt x="398653" y="42976"/>
                  </a:lnTo>
                  <a:lnTo>
                    <a:pt x="397383" y="42164"/>
                  </a:lnTo>
                  <a:lnTo>
                    <a:pt x="395605" y="41211"/>
                  </a:lnTo>
                  <a:lnTo>
                    <a:pt x="393954" y="40259"/>
                  </a:lnTo>
                  <a:lnTo>
                    <a:pt x="391922" y="39420"/>
                  </a:lnTo>
                  <a:lnTo>
                    <a:pt x="389750" y="38722"/>
                  </a:lnTo>
                  <a:lnTo>
                    <a:pt x="387477" y="37960"/>
                  </a:lnTo>
                  <a:lnTo>
                    <a:pt x="385064" y="37363"/>
                  </a:lnTo>
                  <a:lnTo>
                    <a:pt x="379730" y="36474"/>
                  </a:lnTo>
                  <a:lnTo>
                    <a:pt x="376936" y="36245"/>
                  </a:lnTo>
                  <a:lnTo>
                    <a:pt x="368300" y="36245"/>
                  </a:lnTo>
                  <a:lnTo>
                    <a:pt x="333870" y="64846"/>
                  </a:lnTo>
                  <a:lnTo>
                    <a:pt x="332867" y="71259"/>
                  </a:lnTo>
                  <a:lnTo>
                    <a:pt x="332867" y="85267"/>
                  </a:lnTo>
                  <a:lnTo>
                    <a:pt x="360299" y="118427"/>
                  </a:lnTo>
                  <a:lnTo>
                    <a:pt x="365887" y="119329"/>
                  </a:lnTo>
                  <a:lnTo>
                    <a:pt x="375412" y="119329"/>
                  </a:lnTo>
                  <a:lnTo>
                    <a:pt x="395859" y="113817"/>
                  </a:lnTo>
                  <a:lnTo>
                    <a:pt x="397891" y="112776"/>
                  </a:lnTo>
                  <a:lnTo>
                    <a:pt x="399288" y="111912"/>
                  </a:lnTo>
                  <a:lnTo>
                    <a:pt x="400050" y="111213"/>
                  </a:lnTo>
                  <a:lnTo>
                    <a:pt x="400939" y="110515"/>
                  </a:lnTo>
                  <a:lnTo>
                    <a:pt x="401447" y="109982"/>
                  </a:lnTo>
                  <a:lnTo>
                    <a:pt x="401701" y="109613"/>
                  </a:lnTo>
                  <a:lnTo>
                    <a:pt x="401828" y="109245"/>
                  </a:lnTo>
                  <a:lnTo>
                    <a:pt x="402082" y="108826"/>
                  </a:lnTo>
                  <a:lnTo>
                    <a:pt x="402209" y="108356"/>
                  </a:lnTo>
                  <a:lnTo>
                    <a:pt x="402463" y="107873"/>
                  </a:lnTo>
                  <a:lnTo>
                    <a:pt x="402513" y="107302"/>
                  </a:lnTo>
                  <a:close/>
                </a:path>
                <a:path w="628650" h="148589">
                  <a:moveTo>
                    <a:pt x="437388" y="39192"/>
                  </a:moveTo>
                  <a:lnTo>
                    <a:pt x="436880" y="38519"/>
                  </a:lnTo>
                  <a:lnTo>
                    <a:pt x="436499" y="38252"/>
                  </a:lnTo>
                  <a:lnTo>
                    <a:pt x="435864" y="38023"/>
                  </a:lnTo>
                  <a:lnTo>
                    <a:pt x="435356" y="37795"/>
                  </a:lnTo>
                  <a:lnTo>
                    <a:pt x="434467" y="37617"/>
                  </a:lnTo>
                  <a:lnTo>
                    <a:pt x="424434" y="37617"/>
                  </a:lnTo>
                  <a:lnTo>
                    <a:pt x="423545" y="37795"/>
                  </a:lnTo>
                  <a:lnTo>
                    <a:pt x="422275" y="38252"/>
                  </a:lnTo>
                  <a:lnTo>
                    <a:pt x="421894" y="38519"/>
                  </a:lnTo>
                  <a:lnTo>
                    <a:pt x="421386" y="39192"/>
                  </a:lnTo>
                  <a:lnTo>
                    <a:pt x="421386" y="116459"/>
                  </a:lnTo>
                  <a:lnTo>
                    <a:pt x="421894" y="117068"/>
                  </a:lnTo>
                  <a:lnTo>
                    <a:pt x="422275" y="117335"/>
                  </a:lnTo>
                  <a:lnTo>
                    <a:pt x="423545" y="117779"/>
                  </a:lnTo>
                  <a:lnTo>
                    <a:pt x="424434" y="117957"/>
                  </a:lnTo>
                  <a:lnTo>
                    <a:pt x="434467" y="117957"/>
                  </a:lnTo>
                  <a:lnTo>
                    <a:pt x="435356" y="117779"/>
                  </a:lnTo>
                  <a:lnTo>
                    <a:pt x="435864" y="117563"/>
                  </a:lnTo>
                  <a:lnTo>
                    <a:pt x="436499" y="117335"/>
                  </a:lnTo>
                  <a:lnTo>
                    <a:pt x="436880" y="117068"/>
                  </a:lnTo>
                  <a:lnTo>
                    <a:pt x="437388" y="116459"/>
                  </a:lnTo>
                  <a:lnTo>
                    <a:pt x="437388" y="39192"/>
                  </a:lnTo>
                  <a:close/>
                </a:path>
                <a:path w="628650" h="148589">
                  <a:moveTo>
                    <a:pt x="439420" y="11303"/>
                  </a:moveTo>
                  <a:lnTo>
                    <a:pt x="438797" y="9093"/>
                  </a:lnTo>
                  <a:lnTo>
                    <a:pt x="437261" y="7874"/>
                  </a:lnTo>
                  <a:lnTo>
                    <a:pt x="435876" y="6731"/>
                  </a:lnTo>
                  <a:lnTo>
                    <a:pt x="433324" y="6146"/>
                  </a:lnTo>
                  <a:lnTo>
                    <a:pt x="425577" y="6146"/>
                  </a:lnTo>
                  <a:lnTo>
                    <a:pt x="422910" y="6731"/>
                  </a:lnTo>
                  <a:lnTo>
                    <a:pt x="420116" y="9093"/>
                  </a:lnTo>
                  <a:lnTo>
                    <a:pt x="419354" y="11303"/>
                  </a:lnTo>
                  <a:lnTo>
                    <a:pt x="419354" y="17754"/>
                  </a:lnTo>
                  <a:lnTo>
                    <a:pt x="420116" y="19926"/>
                  </a:lnTo>
                  <a:lnTo>
                    <a:pt x="422910" y="22225"/>
                  </a:lnTo>
                  <a:lnTo>
                    <a:pt x="425450" y="22796"/>
                  </a:lnTo>
                  <a:lnTo>
                    <a:pt x="433197" y="22796"/>
                  </a:lnTo>
                  <a:lnTo>
                    <a:pt x="435749" y="22225"/>
                  </a:lnTo>
                  <a:lnTo>
                    <a:pt x="438556" y="19926"/>
                  </a:lnTo>
                  <a:lnTo>
                    <a:pt x="439369" y="17754"/>
                  </a:lnTo>
                  <a:lnTo>
                    <a:pt x="439420" y="11303"/>
                  </a:lnTo>
                  <a:close/>
                </a:path>
                <a:path w="628650" h="148589">
                  <a:moveTo>
                    <a:pt x="512305" y="11645"/>
                  </a:moveTo>
                  <a:lnTo>
                    <a:pt x="499110" y="0"/>
                  </a:lnTo>
                  <a:lnTo>
                    <a:pt x="491871" y="0"/>
                  </a:lnTo>
                  <a:lnTo>
                    <a:pt x="487680" y="584"/>
                  </a:lnTo>
                  <a:lnTo>
                    <a:pt x="480568" y="2882"/>
                  </a:lnTo>
                  <a:lnTo>
                    <a:pt x="477481" y="4699"/>
                  </a:lnTo>
                  <a:lnTo>
                    <a:pt x="475234" y="7073"/>
                  </a:lnTo>
                  <a:lnTo>
                    <a:pt x="472821" y="9474"/>
                  </a:lnTo>
                  <a:lnTo>
                    <a:pt x="471043" y="12573"/>
                  </a:lnTo>
                  <a:lnTo>
                    <a:pt x="468757" y="20142"/>
                  </a:lnTo>
                  <a:lnTo>
                    <a:pt x="468249" y="24676"/>
                  </a:lnTo>
                  <a:lnTo>
                    <a:pt x="468249" y="37871"/>
                  </a:lnTo>
                  <a:lnTo>
                    <a:pt x="454787" y="37871"/>
                  </a:lnTo>
                  <a:lnTo>
                    <a:pt x="454025" y="38252"/>
                  </a:lnTo>
                  <a:lnTo>
                    <a:pt x="453644" y="38595"/>
                  </a:lnTo>
                  <a:lnTo>
                    <a:pt x="453136" y="39535"/>
                  </a:lnTo>
                  <a:lnTo>
                    <a:pt x="452882" y="40144"/>
                  </a:lnTo>
                  <a:lnTo>
                    <a:pt x="452882" y="47040"/>
                  </a:lnTo>
                  <a:lnTo>
                    <a:pt x="453898" y="48831"/>
                  </a:lnTo>
                  <a:lnTo>
                    <a:pt x="454660" y="49276"/>
                  </a:lnTo>
                  <a:lnTo>
                    <a:pt x="468249" y="49276"/>
                  </a:lnTo>
                  <a:lnTo>
                    <a:pt x="468376" y="116459"/>
                  </a:lnTo>
                  <a:lnTo>
                    <a:pt x="468884" y="117068"/>
                  </a:lnTo>
                  <a:lnTo>
                    <a:pt x="469265" y="117335"/>
                  </a:lnTo>
                  <a:lnTo>
                    <a:pt x="470535" y="117779"/>
                  </a:lnTo>
                  <a:lnTo>
                    <a:pt x="471424" y="117957"/>
                  </a:lnTo>
                  <a:lnTo>
                    <a:pt x="481330" y="117957"/>
                  </a:lnTo>
                  <a:lnTo>
                    <a:pt x="484505" y="49276"/>
                  </a:lnTo>
                  <a:lnTo>
                    <a:pt x="505333" y="49276"/>
                  </a:lnTo>
                  <a:lnTo>
                    <a:pt x="506095" y="48831"/>
                  </a:lnTo>
                  <a:lnTo>
                    <a:pt x="506730" y="47929"/>
                  </a:lnTo>
                  <a:lnTo>
                    <a:pt x="507238" y="47040"/>
                  </a:lnTo>
                  <a:lnTo>
                    <a:pt x="507619" y="45580"/>
                  </a:lnTo>
                  <a:lnTo>
                    <a:pt x="507492" y="41605"/>
                  </a:lnTo>
                  <a:lnTo>
                    <a:pt x="507365" y="40868"/>
                  </a:lnTo>
                  <a:lnTo>
                    <a:pt x="507111" y="40144"/>
                  </a:lnTo>
                  <a:lnTo>
                    <a:pt x="506984" y="39535"/>
                  </a:lnTo>
                  <a:lnTo>
                    <a:pt x="506603" y="39065"/>
                  </a:lnTo>
                  <a:lnTo>
                    <a:pt x="506349" y="38595"/>
                  </a:lnTo>
                  <a:lnTo>
                    <a:pt x="505714" y="38061"/>
                  </a:lnTo>
                  <a:lnTo>
                    <a:pt x="505333" y="37871"/>
                  </a:lnTo>
                  <a:lnTo>
                    <a:pt x="484505" y="37871"/>
                  </a:lnTo>
                  <a:lnTo>
                    <a:pt x="484505" y="26263"/>
                  </a:lnTo>
                  <a:lnTo>
                    <a:pt x="484644" y="24676"/>
                  </a:lnTo>
                  <a:lnTo>
                    <a:pt x="484759" y="23507"/>
                  </a:lnTo>
                  <a:lnTo>
                    <a:pt x="485267" y="21234"/>
                  </a:lnTo>
                  <a:lnTo>
                    <a:pt x="485648" y="18961"/>
                  </a:lnTo>
                  <a:lnTo>
                    <a:pt x="486410" y="17119"/>
                  </a:lnTo>
                  <a:lnTo>
                    <a:pt x="487553" y="15684"/>
                  </a:lnTo>
                  <a:lnTo>
                    <a:pt x="488569" y="14262"/>
                  </a:lnTo>
                  <a:lnTo>
                    <a:pt x="489775" y="13347"/>
                  </a:lnTo>
                  <a:lnTo>
                    <a:pt x="489623" y="13347"/>
                  </a:lnTo>
                  <a:lnTo>
                    <a:pt x="491515" y="12573"/>
                  </a:lnTo>
                  <a:lnTo>
                    <a:pt x="493293" y="11899"/>
                  </a:lnTo>
                  <a:lnTo>
                    <a:pt x="493153" y="11899"/>
                  </a:lnTo>
                  <a:lnTo>
                    <a:pt x="494715" y="11645"/>
                  </a:lnTo>
                  <a:lnTo>
                    <a:pt x="501142" y="11645"/>
                  </a:lnTo>
                  <a:lnTo>
                    <a:pt x="502539" y="11899"/>
                  </a:lnTo>
                  <a:lnTo>
                    <a:pt x="505739" y="12573"/>
                  </a:lnTo>
                  <a:lnTo>
                    <a:pt x="505460" y="12573"/>
                  </a:lnTo>
                  <a:lnTo>
                    <a:pt x="505968" y="12750"/>
                  </a:lnTo>
                  <a:lnTo>
                    <a:pt x="507898" y="13347"/>
                  </a:lnTo>
                  <a:lnTo>
                    <a:pt x="509460" y="13970"/>
                  </a:lnTo>
                  <a:lnTo>
                    <a:pt x="510781" y="13970"/>
                  </a:lnTo>
                  <a:lnTo>
                    <a:pt x="511429" y="13614"/>
                  </a:lnTo>
                  <a:lnTo>
                    <a:pt x="511683" y="13347"/>
                  </a:lnTo>
                  <a:lnTo>
                    <a:pt x="511810" y="12954"/>
                  </a:lnTo>
                  <a:lnTo>
                    <a:pt x="511937" y="12750"/>
                  </a:lnTo>
                  <a:lnTo>
                    <a:pt x="512051" y="12573"/>
                  </a:lnTo>
                  <a:lnTo>
                    <a:pt x="512191" y="12039"/>
                  </a:lnTo>
                  <a:lnTo>
                    <a:pt x="512267" y="11645"/>
                  </a:lnTo>
                  <a:close/>
                </a:path>
                <a:path w="628650" h="148589">
                  <a:moveTo>
                    <a:pt x="537972" y="39192"/>
                  </a:moveTo>
                  <a:lnTo>
                    <a:pt x="537464" y="38519"/>
                  </a:lnTo>
                  <a:lnTo>
                    <a:pt x="537083" y="38252"/>
                  </a:lnTo>
                  <a:lnTo>
                    <a:pt x="536448" y="38023"/>
                  </a:lnTo>
                  <a:lnTo>
                    <a:pt x="535940" y="37795"/>
                  </a:lnTo>
                  <a:lnTo>
                    <a:pt x="535051" y="37617"/>
                  </a:lnTo>
                  <a:lnTo>
                    <a:pt x="525018" y="37617"/>
                  </a:lnTo>
                  <a:lnTo>
                    <a:pt x="524129" y="37795"/>
                  </a:lnTo>
                  <a:lnTo>
                    <a:pt x="522859" y="38252"/>
                  </a:lnTo>
                  <a:lnTo>
                    <a:pt x="522478" y="38519"/>
                  </a:lnTo>
                  <a:lnTo>
                    <a:pt x="521970" y="39192"/>
                  </a:lnTo>
                  <a:lnTo>
                    <a:pt x="521970" y="116459"/>
                  </a:lnTo>
                  <a:lnTo>
                    <a:pt x="522478" y="117068"/>
                  </a:lnTo>
                  <a:lnTo>
                    <a:pt x="522859" y="117335"/>
                  </a:lnTo>
                  <a:lnTo>
                    <a:pt x="524129" y="117779"/>
                  </a:lnTo>
                  <a:lnTo>
                    <a:pt x="525018" y="117957"/>
                  </a:lnTo>
                  <a:lnTo>
                    <a:pt x="535051" y="117957"/>
                  </a:lnTo>
                  <a:lnTo>
                    <a:pt x="535940" y="117779"/>
                  </a:lnTo>
                  <a:lnTo>
                    <a:pt x="536448" y="117563"/>
                  </a:lnTo>
                  <a:lnTo>
                    <a:pt x="537083" y="117335"/>
                  </a:lnTo>
                  <a:lnTo>
                    <a:pt x="537464" y="117068"/>
                  </a:lnTo>
                  <a:lnTo>
                    <a:pt x="537972" y="116459"/>
                  </a:lnTo>
                  <a:lnTo>
                    <a:pt x="537972" y="39192"/>
                  </a:lnTo>
                  <a:close/>
                </a:path>
                <a:path w="628650" h="148589">
                  <a:moveTo>
                    <a:pt x="540004" y="11303"/>
                  </a:moveTo>
                  <a:lnTo>
                    <a:pt x="539381" y="9093"/>
                  </a:lnTo>
                  <a:lnTo>
                    <a:pt x="537845" y="7874"/>
                  </a:lnTo>
                  <a:lnTo>
                    <a:pt x="536460" y="6731"/>
                  </a:lnTo>
                  <a:lnTo>
                    <a:pt x="533908" y="6146"/>
                  </a:lnTo>
                  <a:lnTo>
                    <a:pt x="526161" y="6146"/>
                  </a:lnTo>
                  <a:lnTo>
                    <a:pt x="523494" y="6731"/>
                  </a:lnTo>
                  <a:lnTo>
                    <a:pt x="520700" y="9093"/>
                  </a:lnTo>
                  <a:lnTo>
                    <a:pt x="519938" y="11303"/>
                  </a:lnTo>
                  <a:lnTo>
                    <a:pt x="519938" y="17754"/>
                  </a:lnTo>
                  <a:lnTo>
                    <a:pt x="520700" y="19926"/>
                  </a:lnTo>
                  <a:lnTo>
                    <a:pt x="523494" y="22225"/>
                  </a:lnTo>
                  <a:lnTo>
                    <a:pt x="526034" y="22796"/>
                  </a:lnTo>
                  <a:lnTo>
                    <a:pt x="533781" y="22796"/>
                  </a:lnTo>
                  <a:lnTo>
                    <a:pt x="536333" y="22225"/>
                  </a:lnTo>
                  <a:lnTo>
                    <a:pt x="539140" y="19926"/>
                  </a:lnTo>
                  <a:lnTo>
                    <a:pt x="539953" y="17754"/>
                  </a:lnTo>
                  <a:lnTo>
                    <a:pt x="540004" y="11303"/>
                  </a:lnTo>
                  <a:close/>
                </a:path>
                <a:path w="628650" h="148589">
                  <a:moveTo>
                    <a:pt x="628065" y="107302"/>
                  </a:moveTo>
                  <a:lnTo>
                    <a:pt x="626745" y="98056"/>
                  </a:lnTo>
                  <a:lnTo>
                    <a:pt x="626491" y="97828"/>
                  </a:lnTo>
                  <a:lnTo>
                    <a:pt x="624573" y="97828"/>
                  </a:lnTo>
                  <a:lnTo>
                    <a:pt x="623595" y="98272"/>
                  </a:lnTo>
                  <a:lnTo>
                    <a:pt x="620903" y="100164"/>
                  </a:lnTo>
                  <a:lnTo>
                    <a:pt x="619125" y="101257"/>
                  </a:lnTo>
                  <a:lnTo>
                    <a:pt x="615061" y="103670"/>
                  </a:lnTo>
                  <a:lnTo>
                    <a:pt x="612521" y="104775"/>
                  </a:lnTo>
                  <a:lnTo>
                    <a:pt x="606933" y="106794"/>
                  </a:lnTo>
                  <a:lnTo>
                    <a:pt x="603631" y="107302"/>
                  </a:lnTo>
                  <a:lnTo>
                    <a:pt x="596011" y="107302"/>
                  </a:lnTo>
                  <a:lnTo>
                    <a:pt x="592975" y="106794"/>
                  </a:lnTo>
                  <a:lnTo>
                    <a:pt x="592670" y="106794"/>
                  </a:lnTo>
                  <a:lnTo>
                    <a:pt x="577037" y="91059"/>
                  </a:lnTo>
                  <a:lnTo>
                    <a:pt x="575818" y="87109"/>
                  </a:lnTo>
                  <a:lnTo>
                    <a:pt x="575310" y="82829"/>
                  </a:lnTo>
                  <a:lnTo>
                    <a:pt x="575310" y="68199"/>
                  </a:lnTo>
                  <a:lnTo>
                    <a:pt x="577342" y="60756"/>
                  </a:lnTo>
                  <a:lnTo>
                    <a:pt x="585724" y="50495"/>
                  </a:lnTo>
                  <a:lnTo>
                    <a:pt x="591693" y="47929"/>
                  </a:lnTo>
                  <a:lnTo>
                    <a:pt x="603250" y="47929"/>
                  </a:lnTo>
                  <a:lnTo>
                    <a:pt x="622744" y="56413"/>
                  </a:lnTo>
                  <a:lnTo>
                    <a:pt x="623824" y="56845"/>
                  </a:lnTo>
                  <a:lnTo>
                    <a:pt x="625602" y="56845"/>
                  </a:lnTo>
                  <a:lnTo>
                    <a:pt x="626364" y="56413"/>
                  </a:lnTo>
                  <a:lnTo>
                    <a:pt x="626999" y="55549"/>
                  </a:lnTo>
                  <a:lnTo>
                    <a:pt x="627507" y="54673"/>
                  </a:lnTo>
                  <a:lnTo>
                    <a:pt x="627786" y="53517"/>
                  </a:lnTo>
                  <a:lnTo>
                    <a:pt x="627684" y="48399"/>
                  </a:lnTo>
                  <a:lnTo>
                    <a:pt x="627646" y="47929"/>
                  </a:lnTo>
                  <a:lnTo>
                    <a:pt x="627634" y="47764"/>
                  </a:lnTo>
                  <a:lnTo>
                    <a:pt x="625729" y="44323"/>
                  </a:lnTo>
                  <a:lnTo>
                    <a:pt x="624205" y="42976"/>
                  </a:lnTo>
                  <a:lnTo>
                    <a:pt x="622935" y="42164"/>
                  </a:lnTo>
                  <a:lnTo>
                    <a:pt x="621157" y="41211"/>
                  </a:lnTo>
                  <a:lnTo>
                    <a:pt x="619506" y="40259"/>
                  </a:lnTo>
                  <a:lnTo>
                    <a:pt x="617474" y="39420"/>
                  </a:lnTo>
                  <a:lnTo>
                    <a:pt x="615302" y="38722"/>
                  </a:lnTo>
                  <a:lnTo>
                    <a:pt x="613029" y="37960"/>
                  </a:lnTo>
                  <a:lnTo>
                    <a:pt x="610616" y="37363"/>
                  </a:lnTo>
                  <a:lnTo>
                    <a:pt x="605282" y="36474"/>
                  </a:lnTo>
                  <a:lnTo>
                    <a:pt x="602488" y="36245"/>
                  </a:lnTo>
                  <a:lnTo>
                    <a:pt x="593852" y="36245"/>
                  </a:lnTo>
                  <a:lnTo>
                    <a:pt x="559435" y="64846"/>
                  </a:lnTo>
                  <a:lnTo>
                    <a:pt x="558419" y="71259"/>
                  </a:lnTo>
                  <a:lnTo>
                    <a:pt x="558419" y="85267"/>
                  </a:lnTo>
                  <a:lnTo>
                    <a:pt x="585851" y="118427"/>
                  </a:lnTo>
                  <a:lnTo>
                    <a:pt x="591439" y="119329"/>
                  </a:lnTo>
                  <a:lnTo>
                    <a:pt x="600964" y="119329"/>
                  </a:lnTo>
                  <a:lnTo>
                    <a:pt x="621411" y="113817"/>
                  </a:lnTo>
                  <a:lnTo>
                    <a:pt x="623443" y="112776"/>
                  </a:lnTo>
                  <a:lnTo>
                    <a:pt x="624840" y="111912"/>
                  </a:lnTo>
                  <a:lnTo>
                    <a:pt x="625602" y="111213"/>
                  </a:lnTo>
                  <a:lnTo>
                    <a:pt x="626491" y="110515"/>
                  </a:lnTo>
                  <a:lnTo>
                    <a:pt x="626999" y="109982"/>
                  </a:lnTo>
                  <a:lnTo>
                    <a:pt x="627253" y="109613"/>
                  </a:lnTo>
                  <a:lnTo>
                    <a:pt x="627380" y="109245"/>
                  </a:lnTo>
                  <a:lnTo>
                    <a:pt x="627634" y="108826"/>
                  </a:lnTo>
                  <a:lnTo>
                    <a:pt x="627761" y="108356"/>
                  </a:lnTo>
                  <a:lnTo>
                    <a:pt x="628015" y="107873"/>
                  </a:lnTo>
                  <a:lnTo>
                    <a:pt x="628065" y="107302"/>
                  </a:lnTo>
                  <a:close/>
                </a:path>
              </a:pathLst>
            </a:custGeom>
            <a:solidFill>
              <a:srgbClr val="DF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995033" y="5745149"/>
              <a:ext cx="587883" cy="1131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"/>
            <a:ext cx="11426824" cy="8077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50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873" y="0"/>
                </a:moveTo>
                <a:lnTo>
                  <a:pt x="0" y="0"/>
                </a:lnTo>
                <a:lnTo>
                  <a:pt x="0" y="6438256"/>
                </a:lnTo>
                <a:lnTo>
                  <a:pt x="11429873" y="6438256"/>
                </a:lnTo>
                <a:lnTo>
                  <a:pt x="11429873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115" y="777112"/>
            <a:ext cx="1673123" cy="3115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2116" y="784478"/>
            <a:ext cx="1924431" cy="3041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18025" y="777620"/>
            <a:ext cx="733425" cy="311150"/>
          </a:xfrm>
          <a:custGeom>
            <a:avLst/>
            <a:gdLst/>
            <a:ahLst/>
            <a:cxnLst/>
            <a:rect l="l" t="t" r="r" b="b"/>
            <a:pathLst>
              <a:path w="733425" h="311150">
                <a:moveTo>
                  <a:pt x="197135" y="131444"/>
                </a:moveTo>
                <a:lnTo>
                  <a:pt x="107314" y="131444"/>
                </a:lnTo>
                <a:lnTo>
                  <a:pt x="113975" y="132222"/>
                </a:lnTo>
                <a:lnTo>
                  <a:pt x="119379" y="133730"/>
                </a:lnTo>
                <a:lnTo>
                  <a:pt x="137841" y="147319"/>
                </a:lnTo>
                <a:lnTo>
                  <a:pt x="137922" y="147447"/>
                </a:lnTo>
                <a:lnTo>
                  <a:pt x="139319" y="152145"/>
                </a:lnTo>
                <a:lnTo>
                  <a:pt x="140715" y="156717"/>
                </a:lnTo>
                <a:lnTo>
                  <a:pt x="141350" y="162051"/>
                </a:lnTo>
                <a:lnTo>
                  <a:pt x="141350" y="180212"/>
                </a:lnTo>
                <a:lnTo>
                  <a:pt x="119761" y="180212"/>
                </a:lnTo>
                <a:lnTo>
                  <a:pt x="105374" y="180453"/>
                </a:lnTo>
                <a:lnTo>
                  <a:pt x="56979" y="186412"/>
                </a:lnTo>
                <a:lnTo>
                  <a:pt x="17065" y="205724"/>
                </a:lnTo>
                <a:lnTo>
                  <a:pt x="0" y="247141"/>
                </a:lnTo>
                <a:lnTo>
                  <a:pt x="320" y="253618"/>
                </a:lnTo>
                <a:lnTo>
                  <a:pt x="379" y="254807"/>
                </a:lnTo>
                <a:lnTo>
                  <a:pt x="17684" y="290526"/>
                </a:lnTo>
                <a:lnTo>
                  <a:pt x="55985" y="308719"/>
                </a:lnTo>
                <a:lnTo>
                  <a:pt x="80899" y="311023"/>
                </a:lnTo>
                <a:lnTo>
                  <a:pt x="91348" y="310570"/>
                </a:lnTo>
                <a:lnTo>
                  <a:pt x="128412" y="299733"/>
                </a:lnTo>
                <a:lnTo>
                  <a:pt x="151129" y="283463"/>
                </a:lnTo>
                <a:lnTo>
                  <a:pt x="202819" y="283463"/>
                </a:lnTo>
                <a:lnTo>
                  <a:pt x="202819" y="271779"/>
                </a:lnTo>
                <a:lnTo>
                  <a:pt x="94614" y="271779"/>
                </a:lnTo>
                <a:lnTo>
                  <a:pt x="87213" y="271349"/>
                </a:lnTo>
                <a:lnTo>
                  <a:pt x="61213" y="240537"/>
                </a:lnTo>
                <a:lnTo>
                  <a:pt x="62229" y="236219"/>
                </a:lnTo>
                <a:lnTo>
                  <a:pt x="64388" y="232537"/>
                </a:lnTo>
                <a:lnTo>
                  <a:pt x="66421" y="228726"/>
                </a:lnTo>
                <a:lnTo>
                  <a:pt x="103425" y="215487"/>
                </a:lnTo>
                <a:lnTo>
                  <a:pt x="110158" y="215130"/>
                </a:lnTo>
                <a:lnTo>
                  <a:pt x="202819" y="215130"/>
                </a:lnTo>
                <a:lnTo>
                  <a:pt x="202819" y="167004"/>
                </a:lnTo>
                <a:lnTo>
                  <a:pt x="197442" y="132222"/>
                </a:lnTo>
                <a:lnTo>
                  <a:pt x="197358" y="131952"/>
                </a:lnTo>
                <a:lnTo>
                  <a:pt x="197220" y="131637"/>
                </a:lnTo>
                <a:lnTo>
                  <a:pt x="197135" y="131444"/>
                </a:lnTo>
                <a:close/>
              </a:path>
              <a:path w="733425" h="311150">
                <a:moveTo>
                  <a:pt x="202819" y="283463"/>
                </a:moveTo>
                <a:lnTo>
                  <a:pt x="151129" y="283463"/>
                </a:lnTo>
                <a:lnTo>
                  <a:pt x="151129" y="301116"/>
                </a:lnTo>
                <a:lnTo>
                  <a:pt x="169290" y="307213"/>
                </a:lnTo>
                <a:lnTo>
                  <a:pt x="183769" y="307213"/>
                </a:lnTo>
                <a:lnTo>
                  <a:pt x="188975" y="306958"/>
                </a:lnTo>
                <a:lnTo>
                  <a:pt x="196087" y="305942"/>
                </a:lnTo>
                <a:lnTo>
                  <a:pt x="198754" y="305180"/>
                </a:lnTo>
                <a:lnTo>
                  <a:pt x="200405" y="303911"/>
                </a:lnTo>
                <a:lnTo>
                  <a:pt x="202057" y="302767"/>
                </a:lnTo>
                <a:lnTo>
                  <a:pt x="202819" y="301116"/>
                </a:lnTo>
                <a:lnTo>
                  <a:pt x="202819" y="283463"/>
                </a:lnTo>
                <a:close/>
              </a:path>
              <a:path w="733425" h="311150">
                <a:moveTo>
                  <a:pt x="202819" y="215130"/>
                </a:moveTo>
                <a:lnTo>
                  <a:pt x="141350" y="215130"/>
                </a:lnTo>
                <a:lnTo>
                  <a:pt x="141350" y="248412"/>
                </a:lnTo>
                <a:lnTo>
                  <a:pt x="135659" y="253791"/>
                </a:lnTo>
                <a:lnTo>
                  <a:pt x="103377" y="271779"/>
                </a:lnTo>
                <a:lnTo>
                  <a:pt x="202819" y="271779"/>
                </a:lnTo>
                <a:lnTo>
                  <a:pt x="202819" y="215130"/>
                </a:lnTo>
                <a:close/>
              </a:path>
              <a:path w="733425" h="311150">
                <a:moveTo>
                  <a:pt x="104775" y="89407"/>
                </a:moveTo>
                <a:lnTo>
                  <a:pt x="62851" y="93979"/>
                </a:lnTo>
                <a:lnTo>
                  <a:pt x="24637" y="106679"/>
                </a:lnTo>
                <a:lnTo>
                  <a:pt x="12191" y="124460"/>
                </a:lnTo>
                <a:lnTo>
                  <a:pt x="12254" y="133213"/>
                </a:lnTo>
                <a:lnTo>
                  <a:pt x="12371" y="134619"/>
                </a:lnTo>
                <a:lnTo>
                  <a:pt x="12446" y="135508"/>
                </a:lnTo>
                <a:lnTo>
                  <a:pt x="13346" y="140462"/>
                </a:lnTo>
                <a:lnTo>
                  <a:pt x="13462" y="141097"/>
                </a:lnTo>
                <a:lnTo>
                  <a:pt x="14283" y="143637"/>
                </a:lnTo>
                <a:lnTo>
                  <a:pt x="16001" y="147319"/>
                </a:lnTo>
                <a:lnTo>
                  <a:pt x="17145" y="148716"/>
                </a:lnTo>
                <a:lnTo>
                  <a:pt x="19938" y="150749"/>
                </a:lnTo>
                <a:lnTo>
                  <a:pt x="21589" y="151256"/>
                </a:lnTo>
                <a:lnTo>
                  <a:pt x="26035" y="151256"/>
                </a:lnTo>
                <a:lnTo>
                  <a:pt x="29463" y="150240"/>
                </a:lnTo>
                <a:lnTo>
                  <a:pt x="33782" y="148208"/>
                </a:lnTo>
                <a:lnTo>
                  <a:pt x="37973" y="146176"/>
                </a:lnTo>
                <a:lnTo>
                  <a:pt x="43307" y="143890"/>
                </a:lnTo>
                <a:lnTo>
                  <a:pt x="84486" y="132222"/>
                </a:lnTo>
                <a:lnTo>
                  <a:pt x="99313" y="131444"/>
                </a:lnTo>
                <a:lnTo>
                  <a:pt x="197135" y="131444"/>
                </a:lnTo>
                <a:lnTo>
                  <a:pt x="194264" y="124878"/>
                </a:lnTo>
                <a:lnTo>
                  <a:pt x="158313" y="96500"/>
                </a:lnTo>
                <a:lnTo>
                  <a:pt x="129701" y="90640"/>
                </a:lnTo>
                <a:lnTo>
                  <a:pt x="130247" y="90640"/>
                </a:lnTo>
                <a:lnTo>
                  <a:pt x="117367" y="89693"/>
                </a:lnTo>
                <a:lnTo>
                  <a:pt x="104775" y="89407"/>
                </a:lnTo>
                <a:close/>
              </a:path>
              <a:path w="733425" h="311150">
                <a:moveTo>
                  <a:pt x="294132" y="93344"/>
                </a:moveTo>
                <a:lnTo>
                  <a:pt x="274954" y="93344"/>
                </a:lnTo>
                <a:lnTo>
                  <a:pt x="268224" y="94106"/>
                </a:lnTo>
                <a:lnTo>
                  <a:pt x="265429" y="94614"/>
                </a:lnTo>
                <a:lnTo>
                  <a:pt x="261112" y="96138"/>
                </a:lnTo>
                <a:lnTo>
                  <a:pt x="259587" y="97027"/>
                </a:lnTo>
                <a:lnTo>
                  <a:pt x="258825" y="98170"/>
                </a:lnTo>
                <a:lnTo>
                  <a:pt x="257937" y="99187"/>
                </a:lnTo>
                <a:lnTo>
                  <a:pt x="257555" y="100456"/>
                </a:lnTo>
                <a:lnTo>
                  <a:pt x="257555" y="299974"/>
                </a:lnTo>
                <a:lnTo>
                  <a:pt x="258063" y="301243"/>
                </a:lnTo>
                <a:lnTo>
                  <a:pt x="259079" y="302260"/>
                </a:lnTo>
                <a:lnTo>
                  <a:pt x="260096" y="303402"/>
                </a:lnTo>
                <a:lnTo>
                  <a:pt x="261747" y="304291"/>
                </a:lnTo>
                <a:lnTo>
                  <a:pt x="266573" y="305815"/>
                </a:lnTo>
                <a:lnTo>
                  <a:pt x="269748" y="306324"/>
                </a:lnTo>
                <a:lnTo>
                  <a:pt x="277749" y="307086"/>
                </a:lnTo>
                <a:lnTo>
                  <a:pt x="300100" y="307086"/>
                </a:lnTo>
                <a:lnTo>
                  <a:pt x="318770" y="302260"/>
                </a:lnTo>
                <a:lnTo>
                  <a:pt x="319786" y="301243"/>
                </a:lnTo>
                <a:lnTo>
                  <a:pt x="320294" y="299974"/>
                </a:lnTo>
                <a:lnTo>
                  <a:pt x="320294" y="167893"/>
                </a:lnTo>
                <a:lnTo>
                  <a:pt x="326816" y="160916"/>
                </a:lnTo>
                <a:lnTo>
                  <a:pt x="361823" y="137667"/>
                </a:lnTo>
                <a:lnTo>
                  <a:pt x="464399" y="137667"/>
                </a:lnTo>
                <a:lnTo>
                  <a:pt x="462899" y="133153"/>
                </a:lnTo>
                <a:lnTo>
                  <a:pt x="459803" y="126285"/>
                </a:lnTo>
                <a:lnTo>
                  <a:pt x="458881" y="124713"/>
                </a:lnTo>
                <a:lnTo>
                  <a:pt x="311023" y="124713"/>
                </a:lnTo>
                <a:lnTo>
                  <a:pt x="311023" y="100456"/>
                </a:lnTo>
                <a:lnTo>
                  <a:pt x="301116" y="94106"/>
                </a:lnTo>
                <a:lnTo>
                  <a:pt x="294132" y="93344"/>
                </a:lnTo>
                <a:close/>
              </a:path>
              <a:path w="733425" h="311150">
                <a:moveTo>
                  <a:pt x="464399" y="137667"/>
                </a:moveTo>
                <a:lnTo>
                  <a:pt x="376047" y="137667"/>
                </a:lnTo>
                <a:lnTo>
                  <a:pt x="381635" y="138683"/>
                </a:lnTo>
                <a:lnTo>
                  <a:pt x="391033" y="143001"/>
                </a:lnTo>
                <a:lnTo>
                  <a:pt x="394970" y="146050"/>
                </a:lnTo>
                <a:lnTo>
                  <a:pt x="400938" y="153797"/>
                </a:lnTo>
                <a:lnTo>
                  <a:pt x="403225" y="158495"/>
                </a:lnTo>
                <a:lnTo>
                  <a:pt x="404749" y="163829"/>
                </a:lnTo>
                <a:lnTo>
                  <a:pt x="406400" y="169290"/>
                </a:lnTo>
                <a:lnTo>
                  <a:pt x="407162" y="176783"/>
                </a:lnTo>
                <a:lnTo>
                  <a:pt x="407162" y="299974"/>
                </a:lnTo>
                <a:lnTo>
                  <a:pt x="407670" y="301243"/>
                </a:lnTo>
                <a:lnTo>
                  <a:pt x="408686" y="302260"/>
                </a:lnTo>
                <a:lnTo>
                  <a:pt x="409575" y="303402"/>
                </a:lnTo>
                <a:lnTo>
                  <a:pt x="411225" y="304291"/>
                </a:lnTo>
                <a:lnTo>
                  <a:pt x="413638" y="305053"/>
                </a:lnTo>
                <a:lnTo>
                  <a:pt x="415925" y="305815"/>
                </a:lnTo>
                <a:lnTo>
                  <a:pt x="419100" y="306324"/>
                </a:lnTo>
                <a:lnTo>
                  <a:pt x="427227" y="307086"/>
                </a:lnTo>
                <a:lnTo>
                  <a:pt x="449452" y="307086"/>
                </a:lnTo>
                <a:lnTo>
                  <a:pt x="468122" y="302260"/>
                </a:lnTo>
                <a:lnTo>
                  <a:pt x="469138" y="301243"/>
                </a:lnTo>
                <a:lnTo>
                  <a:pt x="469646" y="299974"/>
                </a:lnTo>
                <a:lnTo>
                  <a:pt x="469639" y="176783"/>
                </a:lnTo>
                <a:lnTo>
                  <a:pt x="469447" y="169290"/>
                </a:lnTo>
                <a:lnTo>
                  <a:pt x="465327" y="140462"/>
                </a:lnTo>
                <a:lnTo>
                  <a:pt x="464399" y="137667"/>
                </a:lnTo>
                <a:close/>
              </a:path>
              <a:path w="733425" h="311150">
                <a:moveTo>
                  <a:pt x="388238" y="89407"/>
                </a:moveTo>
                <a:lnTo>
                  <a:pt x="348488" y="98170"/>
                </a:lnTo>
                <a:lnTo>
                  <a:pt x="311023" y="124713"/>
                </a:lnTo>
                <a:lnTo>
                  <a:pt x="458881" y="124713"/>
                </a:lnTo>
                <a:lnTo>
                  <a:pt x="426724" y="96138"/>
                </a:lnTo>
                <a:lnTo>
                  <a:pt x="388238" y="89407"/>
                </a:lnTo>
                <a:close/>
              </a:path>
              <a:path w="733425" h="311150">
                <a:moveTo>
                  <a:pt x="607060" y="89407"/>
                </a:moveTo>
                <a:lnTo>
                  <a:pt x="565276" y="97408"/>
                </a:lnTo>
                <a:lnTo>
                  <a:pt x="529187" y="127805"/>
                </a:lnTo>
                <a:lnTo>
                  <a:pt x="513621" y="166510"/>
                </a:lnTo>
                <a:lnTo>
                  <a:pt x="510032" y="202818"/>
                </a:lnTo>
                <a:lnTo>
                  <a:pt x="510341" y="213629"/>
                </a:lnTo>
                <a:lnTo>
                  <a:pt x="511180" y="223138"/>
                </a:lnTo>
                <a:lnTo>
                  <a:pt x="511270" y="224155"/>
                </a:lnTo>
                <a:lnTo>
                  <a:pt x="521477" y="262858"/>
                </a:lnTo>
                <a:lnTo>
                  <a:pt x="551330" y="297572"/>
                </a:lnTo>
                <a:lnTo>
                  <a:pt x="590424" y="310475"/>
                </a:lnTo>
                <a:lnTo>
                  <a:pt x="602614" y="311023"/>
                </a:lnTo>
                <a:lnTo>
                  <a:pt x="613374" y="310475"/>
                </a:lnTo>
                <a:lnTo>
                  <a:pt x="613665" y="310475"/>
                </a:lnTo>
                <a:lnTo>
                  <a:pt x="623991" y="308832"/>
                </a:lnTo>
                <a:lnTo>
                  <a:pt x="624204" y="308832"/>
                </a:lnTo>
                <a:lnTo>
                  <a:pt x="634654" y="305933"/>
                </a:lnTo>
                <a:lnTo>
                  <a:pt x="671595" y="284325"/>
                </a:lnTo>
                <a:lnTo>
                  <a:pt x="680338" y="276605"/>
                </a:lnTo>
                <a:lnTo>
                  <a:pt x="733298" y="276605"/>
                </a:lnTo>
                <a:lnTo>
                  <a:pt x="733298" y="264032"/>
                </a:lnTo>
                <a:lnTo>
                  <a:pt x="609726" y="264032"/>
                </a:lnTo>
                <a:lnTo>
                  <a:pt x="603005" y="262381"/>
                </a:lnTo>
                <a:lnTo>
                  <a:pt x="602680" y="262381"/>
                </a:lnTo>
                <a:lnTo>
                  <a:pt x="591312" y="254888"/>
                </a:lnTo>
                <a:lnTo>
                  <a:pt x="574548" y="215391"/>
                </a:lnTo>
                <a:lnTo>
                  <a:pt x="573786" y="207390"/>
                </a:lnTo>
                <a:lnTo>
                  <a:pt x="573786" y="191388"/>
                </a:lnTo>
                <a:lnTo>
                  <a:pt x="584326" y="156210"/>
                </a:lnTo>
                <a:lnTo>
                  <a:pt x="587883" y="150113"/>
                </a:lnTo>
                <a:lnTo>
                  <a:pt x="592582" y="145287"/>
                </a:lnTo>
                <a:lnTo>
                  <a:pt x="598551" y="141731"/>
                </a:lnTo>
                <a:lnTo>
                  <a:pt x="604392" y="138175"/>
                </a:lnTo>
                <a:lnTo>
                  <a:pt x="611377" y="136398"/>
                </a:lnTo>
                <a:lnTo>
                  <a:pt x="733298" y="136398"/>
                </a:lnTo>
                <a:lnTo>
                  <a:pt x="733298" y="115824"/>
                </a:lnTo>
                <a:lnTo>
                  <a:pt x="671067" y="115824"/>
                </a:lnTo>
                <a:lnTo>
                  <a:pt x="663614" y="109729"/>
                </a:lnTo>
                <a:lnTo>
                  <a:pt x="656113" y="104409"/>
                </a:lnTo>
                <a:lnTo>
                  <a:pt x="616681" y="89908"/>
                </a:lnTo>
                <a:lnTo>
                  <a:pt x="617749" y="89908"/>
                </a:lnTo>
                <a:lnTo>
                  <a:pt x="607060" y="89407"/>
                </a:lnTo>
                <a:close/>
              </a:path>
              <a:path w="733425" h="311150">
                <a:moveTo>
                  <a:pt x="733298" y="276605"/>
                </a:moveTo>
                <a:lnTo>
                  <a:pt x="680338" y="276605"/>
                </a:lnTo>
                <a:lnTo>
                  <a:pt x="680338" y="300100"/>
                </a:lnTo>
                <a:lnTo>
                  <a:pt x="680720" y="301370"/>
                </a:lnTo>
                <a:lnTo>
                  <a:pt x="682498" y="303656"/>
                </a:lnTo>
                <a:lnTo>
                  <a:pt x="684022" y="304545"/>
                </a:lnTo>
                <a:lnTo>
                  <a:pt x="686180" y="305307"/>
                </a:lnTo>
                <a:lnTo>
                  <a:pt x="687847" y="305933"/>
                </a:lnTo>
                <a:lnTo>
                  <a:pt x="688338" y="306093"/>
                </a:lnTo>
                <a:lnTo>
                  <a:pt x="690879" y="306577"/>
                </a:lnTo>
                <a:lnTo>
                  <a:pt x="697484" y="307086"/>
                </a:lnTo>
                <a:lnTo>
                  <a:pt x="716279" y="307086"/>
                </a:lnTo>
                <a:lnTo>
                  <a:pt x="732027" y="302513"/>
                </a:lnTo>
                <a:lnTo>
                  <a:pt x="732916" y="301370"/>
                </a:lnTo>
                <a:lnTo>
                  <a:pt x="733298" y="300100"/>
                </a:lnTo>
                <a:lnTo>
                  <a:pt x="733298" y="276605"/>
                </a:lnTo>
                <a:close/>
              </a:path>
              <a:path w="733425" h="311150">
                <a:moveTo>
                  <a:pt x="733298" y="136398"/>
                </a:moveTo>
                <a:lnTo>
                  <a:pt x="619505" y="136398"/>
                </a:lnTo>
                <a:lnTo>
                  <a:pt x="626177" y="136878"/>
                </a:lnTo>
                <a:lnTo>
                  <a:pt x="632682" y="138334"/>
                </a:lnTo>
                <a:lnTo>
                  <a:pt x="664396" y="160131"/>
                </a:lnTo>
                <a:lnTo>
                  <a:pt x="671067" y="167131"/>
                </a:lnTo>
                <a:lnTo>
                  <a:pt x="671067" y="232410"/>
                </a:lnTo>
                <a:lnTo>
                  <a:pt x="665734" y="238251"/>
                </a:lnTo>
                <a:lnTo>
                  <a:pt x="660908" y="243204"/>
                </a:lnTo>
                <a:lnTo>
                  <a:pt x="656336" y="247268"/>
                </a:lnTo>
                <a:lnTo>
                  <a:pt x="651890" y="251332"/>
                </a:lnTo>
                <a:lnTo>
                  <a:pt x="647573" y="254507"/>
                </a:lnTo>
                <a:lnTo>
                  <a:pt x="643254" y="257048"/>
                </a:lnTo>
                <a:lnTo>
                  <a:pt x="639063" y="259587"/>
                </a:lnTo>
                <a:lnTo>
                  <a:pt x="635000" y="261365"/>
                </a:lnTo>
                <a:lnTo>
                  <a:pt x="630809" y="262381"/>
                </a:lnTo>
                <a:lnTo>
                  <a:pt x="626745" y="263525"/>
                </a:lnTo>
                <a:lnTo>
                  <a:pt x="622553" y="264032"/>
                </a:lnTo>
                <a:lnTo>
                  <a:pt x="733298" y="264032"/>
                </a:lnTo>
                <a:lnTo>
                  <a:pt x="733298" y="136398"/>
                </a:lnTo>
                <a:close/>
              </a:path>
              <a:path w="733425" h="311150">
                <a:moveTo>
                  <a:pt x="708278" y="0"/>
                </a:moveTo>
                <a:lnTo>
                  <a:pt x="696087" y="0"/>
                </a:lnTo>
                <a:lnTo>
                  <a:pt x="691007" y="253"/>
                </a:lnTo>
                <a:lnTo>
                  <a:pt x="671067" y="8000"/>
                </a:lnTo>
                <a:lnTo>
                  <a:pt x="671067" y="115824"/>
                </a:lnTo>
                <a:lnTo>
                  <a:pt x="733298" y="115824"/>
                </a:lnTo>
                <a:lnTo>
                  <a:pt x="733298" y="8000"/>
                </a:lnTo>
                <a:lnTo>
                  <a:pt x="708278" y="0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4833" y="793749"/>
            <a:ext cx="1181481" cy="2948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3888" y="784478"/>
            <a:ext cx="985735" cy="3794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0062" y="1534858"/>
            <a:ext cx="1704975" cy="1276350"/>
            <a:chOff x="600062" y="1534858"/>
            <a:chExt cx="1704975" cy="127635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1459" y="1539570"/>
              <a:ext cx="1698764" cy="12667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4824" y="1539620"/>
              <a:ext cx="1695450" cy="1266825"/>
            </a:xfrm>
            <a:custGeom>
              <a:avLst/>
              <a:gdLst/>
              <a:ahLst/>
              <a:cxnLst/>
              <a:rect l="l" t="t" r="r" b="b"/>
              <a:pathLst>
                <a:path w="1695450" h="1266825">
                  <a:moveTo>
                    <a:pt x="0" y="1211452"/>
                  </a:moveTo>
                  <a:lnTo>
                    <a:pt x="0" y="55244"/>
                  </a:lnTo>
                  <a:lnTo>
                    <a:pt x="0" y="51562"/>
                  </a:lnTo>
                  <a:lnTo>
                    <a:pt x="355" y="48005"/>
                  </a:lnTo>
                  <a:lnTo>
                    <a:pt x="1066" y="44450"/>
                  </a:lnTo>
                  <a:lnTo>
                    <a:pt x="1778" y="40893"/>
                  </a:lnTo>
                  <a:lnTo>
                    <a:pt x="2819" y="37464"/>
                  </a:lnTo>
                  <a:lnTo>
                    <a:pt x="4216" y="34036"/>
                  </a:lnTo>
                  <a:lnTo>
                    <a:pt x="5600" y="30733"/>
                  </a:lnTo>
                  <a:lnTo>
                    <a:pt x="7302" y="27558"/>
                  </a:lnTo>
                  <a:lnTo>
                    <a:pt x="9321" y="24511"/>
                  </a:lnTo>
                  <a:lnTo>
                    <a:pt x="11328" y="21462"/>
                  </a:lnTo>
                  <a:lnTo>
                    <a:pt x="13627" y="18668"/>
                  </a:lnTo>
                  <a:lnTo>
                    <a:pt x="16192" y="16128"/>
                  </a:lnTo>
                  <a:lnTo>
                    <a:pt x="18757" y="13588"/>
                  </a:lnTo>
                  <a:lnTo>
                    <a:pt x="21539" y="11302"/>
                  </a:lnTo>
                  <a:lnTo>
                    <a:pt x="24561" y="9270"/>
                  </a:lnTo>
                  <a:lnTo>
                    <a:pt x="27571" y="7238"/>
                  </a:lnTo>
                  <a:lnTo>
                    <a:pt x="30759" y="5587"/>
                  </a:lnTo>
                  <a:lnTo>
                    <a:pt x="34112" y="4190"/>
                  </a:lnTo>
                  <a:lnTo>
                    <a:pt x="37464" y="2793"/>
                  </a:lnTo>
                  <a:lnTo>
                    <a:pt x="40906" y="1777"/>
                  </a:lnTo>
                  <a:lnTo>
                    <a:pt x="44475" y="1015"/>
                  </a:lnTo>
                  <a:lnTo>
                    <a:pt x="48031" y="380"/>
                  </a:lnTo>
                  <a:lnTo>
                    <a:pt x="51625" y="0"/>
                  </a:lnTo>
                  <a:lnTo>
                    <a:pt x="55244" y="0"/>
                  </a:lnTo>
                  <a:lnTo>
                    <a:pt x="1640154" y="0"/>
                  </a:lnTo>
                  <a:lnTo>
                    <a:pt x="1643837" y="0"/>
                  </a:lnTo>
                  <a:lnTo>
                    <a:pt x="1647393" y="380"/>
                  </a:lnTo>
                  <a:lnTo>
                    <a:pt x="1679270" y="16128"/>
                  </a:lnTo>
                  <a:lnTo>
                    <a:pt x="1681810" y="18668"/>
                  </a:lnTo>
                  <a:lnTo>
                    <a:pt x="1684096" y="21462"/>
                  </a:lnTo>
                  <a:lnTo>
                    <a:pt x="1686128" y="24511"/>
                  </a:lnTo>
                  <a:lnTo>
                    <a:pt x="1688160" y="27558"/>
                  </a:lnTo>
                  <a:lnTo>
                    <a:pt x="1695399" y="51562"/>
                  </a:lnTo>
                  <a:lnTo>
                    <a:pt x="1695399" y="55244"/>
                  </a:lnTo>
                  <a:lnTo>
                    <a:pt x="1695399" y="1211452"/>
                  </a:lnTo>
                  <a:lnTo>
                    <a:pt x="1695399" y="1215136"/>
                  </a:lnTo>
                  <a:lnTo>
                    <a:pt x="1695018" y="1218691"/>
                  </a:lnTo>
                  <a:lnTo>
                    <a:pt x="1686128" y="1242187"/>
                  </a:lnTo>
                  <a:lnTo>
                    <a:pt x="1684096" y="1245235"/>
                  </a:lnTo>
                  <a:lnTo>
                    <a:pt x="1681810" y="1248028"/>
                  </a:lnTo>
                  <a:lnTo>
                    <a:pt x="1679270" y="1250568"/>
                  </a:lnTo>
                  <a:lnTo>
                    <a:pt x="1676730" y="1253108"/>
                  </a:lnTo>
                  <a:lnTo>
                    <a:pt x="1643837" y="1266698"/>
                  </a:lnTo>
                  <a:lnTo>
                    <a:pt x="1640154" y="1266698"/>
                  </a:lnTo>
                  <a:lnTo>
                    <a:pt x="55244" y="1266698"/>
                  </a:lnTo>
                  <a:lnTo>
                    <a:pt x="51625" y="1266698"/>
                  </a:lnTo>
                  <a:lnTo>
                    <a:pt x="48031" y="1266316"/>
                  </a:lnTo>
                  <a:lnTo>
                    <a:pt x="44475" y="1265681"/>
                  </a:lnTo>
                  <a:lnTo>
                    <a:pt x="40906" y="1264919"/>
                  </a:lnTo>
                  <a:lnTo>
                    <a:pt x="37464" y="1263903"/>
                  </a:lnTo>
                  <a:lnTo>
                    <a:pt x="34112" y="1262506"/>
                  </a:lnTo>
                  <a:lnTo>
                    <a:pt x="30759" y="1261110"/>
                  </a:lnTo>
                  <a:lnTo>
                    <a:pt x="27571" y="1259458"/>
                  </a:lnTo>
                  <a:lnTo>
                    <a:pt x="24561" y="1257427"/>
                  </a:lnTo>
                  <a:lnTo>
                    <a:pt x="21539" y="1255394"/>
                  </a:lnTo>
                  <a:lnTo>
                    <a:pt x="18757" y="1253108"/>
                  </a:lnTo>
                  <a:lnTo>
                    <a:pt x="16192" y="1250568"/>
                  </a:lnTo>
                  <a:lnTo>
                    <a:pt x="13627" y="1248028"/>
                  </a:lnTo>
                  <a:lnTo>
                    <a:pt x="11328" y="1245235"/>
                  </a:lnTo>
                  <a:lnTo>
                    <a:pt x="9321" y="1242187"/>
                  </a:lnTo>
                  <a:lnTo>
                    <a:pt x="7302" y="1239139"/>
                  </a:lnTo>
                  <a:lnTo>
                    <a:pt x="0" y="1215136"/>
                  </a:lnTo>
                  <a:lnTo>
                    <a:pt x="0" y="1211452"/>
                  </a:lnTo>
                  <a:close/>
                </a:path>
              </a:pathLst>
            </a:custGeom>
            <a:ln w="9525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4943" y="2114803"/>
              <a:ext cx="70662" cy="137541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2482073" y="1773554"/>
            <a:ext cx="446405" cy="154305"/>
          </a:xfrm>
          <a:custGeom>
            <a:avLst/>
            <a:gdLst/>
            <a:ahLst/>
            <a:cxnLst/>
            <a:rect l="l" t="t" r="r" b="b"/>
            <a:pathLst>
              <a:path w="446405" h="154305">
                <a:moveTo>
                  <a:pt x="325167" y="65151"/>
                </a:moveTo>
                <a:lnTo>
                  <a:pt x="279160" y="65151"/>
                </a:lnTo>
                <a:lnTo>
                  <a:pt x="283732" y="65659"/>
                </a:lnTo>
                <a:lnTo>
                  <a:pt x="283054" y="65659"/>
                </a:lnTo>
                <a:lnTo>
                  <a:pt x="288642" y="67183"/>
                </a:lnTo>
                <a:lnTo>
                  <a:pt x="288416" y="67183"/>
                </a:lnTo>
                <a:lnTo>
                  <a:pt x="290336" y="68199"/>
                </a:lnTo>
                <a:lnTo>
                  <a:pt x="296686" y="80264"/>
                </a:lnTo>
                <a:lnTo>
                  <a:pt x="296686" y="89400"/>
                </a:lnTo>
                <a:lnTo>
                  <a:pt x="278201" y="89400"/>
                </a:lnTo>
                <a:lnTo>
                  <a:pt x="271333" y="89757"/>
                </a:lnTo>
                <a:lnTo>
                  <a:pt x="230900" y="103378"/>
                </a:lnTo>
                <a:lnTo>
                  <a:pt x="228360" y="107569"/>
                </a:lnTo>
                <a:lnTo>
                  <a:pt x="225693" y="111633"/>
                </a:lnTo>
                <a:lnTo>
                  <a:pt x="224423" y="116586"/>
                </a:lnTo>
                <a:lnTo>
                  <a:pt x="224423" y="127508"/>
                </a:lnTo>
                <a:lnTo>
                  <a:pt x="225439" y="132080"/>
                </a:lnTo>
                <a:lnTo>
                  <a:pt x="227471" y="135890"/>
                </a:lnTo>
                <a:lnTo>
                  <a:pt x="229503" y="139827"/>
                </a:lnTo>
                <a:lnTo>
                  <a:pt x="232424" y="143129"/>
                </a:lnTo>
                <a:lnTo>
                  <a:pt x="239790" y="148463"/>
                </a:lnTo>
                <a:lnTo>
                  <a:pt x="244395" y="150495"/>
                </a:lnTo>
                <a:lnTo>
                  <a:pt x="244569" y="150495"/>
                </a:lnTo>
                <a:lnTo>
                  <a:pt x="249188" y="151765"/>
                </a:lnTo>
                <a:lnTo>
                  <a:pt x="254141" y="153035"/>
                </a:lnTo>
                <a:lnTo>
                  <a:pt x="259729" y="153797"/>
                </a:lnTo>
                <a:lnTo>
                  <a:pt x="273064" y="153797"/>
                </a:lnTo>
                <a:lnTo>
                  <a:pt x="279668" y="152527"/>
                </a:lnTo>
                <a:lnTo>
                  <a:pt x="285951" y="149987"/>
                </a:lnTo>
                <a:lnTo>
                  <a:pt x="291606" y="147828"/>
                </a:lnTo>
                <a:lnTo>
                  <a:pt x="296940" y="144399"/>
                </a:lnTo>
                <a:lnTo>
                  <a:pt x="301639" y="140208"/>
                </a:lnTo>
                <a:lnTo>
                  <a:pt x="328055" y="140208"/>
                </a:lnTo>
                <a:lnTo>
                  <a:pt x="328055" y="134366"/>
                </a:lnTo>
                <a:lnTo>
                  <a:pt x="267349" y="134366"/>
                </a:lnTo>
                <a:lnTo>
                  <a:pt x="263285" y="133223"/>
                </a:lnTo>
                <a:lnTo>
                  <a:pt x="257189" y="128651"/>
                </a:lnTo>
                <a:lnTo>
                  <a:pt x="255665" y="125476"/>
                </a:lnTo>
                <a:lnTo>
                  <a:pt x="255665" y="118999"/>
                </a:lnTo>
                <a:lnTo>
                  <a:pt x="256173" y="116840"/>
                </a:lnTo>
                <a:lnTo>
                  <a:pt x="257316" y="115062"/>
                </a:lnTo>
                <a:lnTo>
                  <a:pt x="258332" y="113157"/>
                </a:lnTo>
                <a:lnTo>
                  <a:pt x="279287" y="106426"/>
                </a:lnTo>
                <a:lnTo>
                  <a:pt x="328055" y="106426"/>
                </a:lnTo>
                <a:lnTo>
                  <a:pt x="328055" y="76073"/>
                </a:lnTo>
                <a:lnTo>
                  <a:pt x="327039" y="70231"/>
                </a:lnTo>
                <a:lnTo>
                  <a:pt x="325167" y="65151"/>
                </a:lnTo>
                <a:close/>
              </a:path>
              <a:path w="446405" h="154305">
                <a:moveTo>
                  <a:pt x="78500" y="151257"/>
                </a:moveTo>
                <a:lnTo>
                  <a:pt x="46750" y="151257"/>
                </a:lnTo>
                <a:lnTo>
                  <a:pt x="48274" y="151511"/>
                </a:lnTo>
                <a:lnTo>
                  <a:pt x="54116" y="151765"/>
                </a:lnTo>
                <a:lnTo>
                  <a:pt x="71388" y="151765"/>
                </a:lnTo>
                <a:lnTo>
                  <a:pt x="76976" y="151511"/>
                </a:lnTo>
                <a:lnTo>
                  <a:pt x="78500" y="151257"/>
                </a:lnTo>
                <a:close/>
              </a:path>
              <a:path w="446405" h="154305">
                <a:moveTo>
                  <a:pt x="147334" y="151511"/>
                </a:moveTo>
                <a:lnTo>
                  <a:pt x="76976" y="151511"/>
                </a:lnTo>
                <a:lnTo>
                  <a:pt x="71388" y="151765"/>
                </a:lnTo>
                <a:lnTo>
                  <a:pt x="153176" y="151765"/>
                </a:lnTo>
                <a:lnTo>
                  <a:pt x="147334" y="151511"/>
                </a:lnTo>
                <a:close/>
              </a:path>
              <a:path w="446405" h="154305">
                <a:moveTo>
                  <a:pt x="248264" y="151511"/>
                </a:moveTo>
                <a:lnTo>
                  <a:pt x="175274" y="151511"/>
                </a:lnTo>
                <a:lnTo>
                  <a:pt x="169686" y="151765"/>
                </a:lnTo>
                <a:lnTo>
                  <a:pt x="249188" y="151765"/>
                </a:lnTo>
                <a:lnTo>
                  <a:pt x="248264" y="151511"/>
                </a:lnTo>
                <a:close/>
              </a:path>
              <a:path w="446405" h="154305">
                <a:moveTo>
                  <a:pt x="306338" y="151511"/>
                </a:moveTo>
                <a:lnTo>
                  <a:pt x="282181" y="151511"/>
                </a:lnTo>
                <a:lnTo>
                  <a:pt x="281553" y="151765"/>
                </a:lnTo>
                <a:lnTo>
                  <a:pt x="308116" y="151765"/>
                </a:lnTo>
                <a:lnTo>
                  <a:pt x="306338" y="151511"/>
                </a:lnTo>
                <a:close/>
              </a:path>
              <a:path w="446405" h="154305">
                <a:moveTo>
                  <a:pt x="327166" y="149987"/>
                </a:moveTo>
                <a:lnTo>
                  <a:pt x="302274" y="149987"/>
                </a:lnTo>
                <a:lnTo>
                  <a:pt x="302959" y="150495"/>
                </a:lnTo>
                <a:lnTo>
                  <a:pt x="303417" y="150876"/>
                </a:lnTo>
                <a:lnTo>
                  <a:pt x="304560" y="151257"/>
                </a:lnTo>
                <a:lnTo>
                  <a:pt x="308116" y="151765"/>
                </a:lnTo>
                <a:lnTo>
                  <a:pt x="320943" y="151765"/>
                </a:lnTo>
                <a:lnTo>
                  <a:pt x="324626" y="151257"/>
                </a:lnTo>
                <a:lnTo>
                  <a:pt x="325896" y="150876"/>
                </a:lnTo>
                <a:lnTo>
                  <a:pt x="327166" y="149987"/>
                </a:lnTo>
                <a:close/>
              </a:path>
              <a:path w="446405" h="154305">
                <a:moveTo>
                  <a:pt x="176798" y="151257"/>
                </a:moveTo>
                <a:lnTo>
                  <a:pt x="145725" y="151257"/>
                </a:lnTo>
                <a:lnTo>
                  <a:pt x="147334" y="151511"/>
                </a:lnTo>
                <a:lnTo>
                  <a:pt x="175274" y="151511"/>
                </a:lnTo>
                <a:lnTo>
                  <a:pt x="176798" y="151257"/>
                </a:lnTo>
                <a:close/>
              </a:path>
              <a:path w="446405" h="154305">
                <a:moveTo>
                  <a:pt x="29605" y="10287"/>
                </a:moveTo>
                <a:lnTo>
                  <a:pt x="4776" y="10287"/>
                </a:lnTo>
                <a:lnTo>
                  <a:pt x="2554" y="10922"/>
                </a:lnTo>
                <a:lnTo>
                  <a:pt x="1538" y="11811"/>
                </a:lnTo>
                <a:lnTo>
                  <a:pt x="204" y="12700"/>
                </a:lnTo>
                <a:lnTo>
                  <a:pt x="338" y="12700"/>
                </a:lnTo>
                <a:lnTo>
                  <a:pt x="0" y="13462"/>
                </a:lnTo>
                <a:lnTo>
                  <a:pt x="71" y="15875"/>
                </a:lnTo>
                <a:lnTo>
                  <a:pt x="39130" y="145669"/>
                </a:lnTo>
                <a:lnTo>
                  <a:pt x="44210" y="150495"/>
                </a:lnTo>
                <a:lnTo>
                  <a:pt x="46343" y="151257"/>
                </a:lnTo>
                <a:lnTo>
                  <a:pt x="78931" y="151257"/>
                </a:lnTo>
                <a:lnTo>
                  <a:pt x="82233" y="149987"/>
                </a:lnTo>
                <a:lnTo>
                  <a:pt x="92082" y="123571"/>
                </a:lnTo>
                <a:lnTo>
                  <a:pt x="63768" y="123571"/>
                </a:lnTo>
                <a:lnTo>
                  <a:pt x="35211" y="16891"/>
                </a:lnTo>
                <a:lnTo>
                  <a:pt x="35143" y="16637"/>
                </a:lnTo>
                <a:lnTo>
                  <a:pt x="35041" y="16256"/>
                </a:lnTo>
                <a:lnTo>
                  <a:pt x="34939" y="15875"/>
                </a:lnTo>
                <a:lnTo>
                  <a:pt x="34685" y="14478"/>
                </a:lnTo>
                <a:lnTo>
                  <a:pt x="34589" y="14097"/>
                </a:lnTo>
                <a:lnTo>
                  <a:pt x="34494" y="13716"/>
                </a:lnTo>
                <a:lnTo>
                  <a:pt x="34431" y="13462"/>
                </a:lnTo>
                <a:lnTo>
                  <a:pt x="33923" y="12700"/>
                </a:lnTo>
                <a:lnTo>
                  <a:pt x="33542" y="11938"/>
                </a:lnTo>
                <a:lnTo>
                  <a:pt x="32780" y="11303"/>
                </a:lnTo>
                <a:lnTo>
                  <a:pt x="31510" y="10922"/>
                </a:lnTo>
                <a:lnTo>
                  <a:pt x="29605" y="10287"/>
                </a:lnTo>
                <a:close/>
              </a:path>
              <a:path w="446405" h="154305">
                <a:moveTo>
                  <a:pt x="143298" y="54864"/>
                </a:moveTo>
                <a:lnTo>
                  <a:pt x="111520" y="54864"/>
                </a:lnTo>
                <a:lnTo>
                  <a:pt x="137809" y="144018"/>
                </a:lnTo>
                <a:lnTo>
                  <a:pt x="138190" y="145669"/>
                </a:lnTo>
                <a:lnTo>
                  <a:pt x="143270" y="150495"/>
                </a:lnTo>
                <a:lnTo>
                  <a:pt x="145251" y="151257"/>
                </a:lnTo>
                <a:lnTo>
                  <a:pt x="177204" y="151257"/>
                </a:lnTo>
                <a:lnTo>
                  <a:pt x="179338" y="150495"/>
                </a:lnTo>
                <a:lnTo>
                  <a:pt x="181116" y="149987"/>
                </a:lnTo>
                <a:lnTo>
                  <a:pt x="191754" y="123571"/>
                </a:lnTo>
                <a:lnTo>
                  <a:pt x="163209" y="123571"/>
                </a:lnTo>
                <a:lnTo>
                  <a:pt x="143372" y="55118"/>
                </a:lnTo>
                <a:lnTo>
                  <a:pt x="143298" y="54864"/>
                </a:lnTo>
                <a:close/>
              </a:path>
              <a:path w="446405" h="154305">
                <a:moveTo>
                  <a:pt x="328055" y="140208"/>
                </a:moveTo>
                <a:lnTo>
                  <a:pt x="301639" y="140208"/>
                </a:lnTo>
                <a:lnTo>
                  <a:pt x="301747" y="149225"/>
                </a:lnTo>
                <a:lnTo>
                  <a:pt x="301965" y="149987"/>
                </a:lnTo>
                <a:lnTo>
                  <a:pt x="327401" y="149987"/>
                </a:lnTo>
                <a:lnTo>
                  <a:pt x="328055" y="148844"/>
                </a:lnTo>
                <a:lnTo>
                  <a:pt x="328055" y="140208"/>
                </a:lnTo>
                <a:close/>
              </a:path>
              <a:path w="446405" h="154305">
                <a:moveTo>
                  <a:pt x="328055" y="106426"/>
                </a:moveTo>
                <a:lnTo>
                  <a:pt x="296686" y="106426"/>
                </a:lnTo>
                <a:lnTo>
                  <a:pt x="296686" y="122936"/>
                </a:lnTo>
                <a:lnTo>
                  <a:pt x="292749" y="126619"/>
                </a:lnTo>
                <a:lnTo>
                  <a:pt x="288939" y="129540"/>
                </a:lnTo>
                <a:lnTo>
                  <a:pt x="285129" y="131445"/>
                </a:lnTo>
                <a:lnTo>
                  <a:pt x="281319" y="133477"/>
                </a:lnTo>
                <a:lnTo>
                  <a:pt x="277255" y="134366"/>
                </a:lnTo>
                <a:lnTo>
                  <a:pt x="328055" y="134366"/>
                </a:lnTo>
                <a:lnTo>
                  <a:pt x="328055" y="106426"/>
                </a:lnTo>
                <a:close/>
              </a:path>
              <a:path w="446405" h="154305">
                <a:moveTo>
                  <a:pt x="129477" y="11811"/>
                </a:moveTo>
                <a:lnTo>
                  <a:pt x="96639" y="11811"/>
                </a:lnTo>
                <a:lnTo>
                  <a:pt x="95717" y="12700"/>
                </a:lnTo>
                <a:lnTo>
                  <a:pt x="94756" y="14097"/>
                </a:lnTo>
                <a:lnTo>
                  <a:pt x="94248" y="15240"/>
                </a:lnTo>
                <a:lnTo>
                  <a:pt x="94132" y="15875"/>
                </a:lnTo>
                <a:lnTo>
                  <a:pt x="94063" y="16256"/>
                </a:lnTo>
                <a:lnTo>
                  <a:pt x="93994" y="16637"/>
                </a:lnTo>
                <a:lnTo>
                  <a:pt x="63768" y="123571"/>
                </a:lnTo>
                <a:lnTo>
                  <a:pt x="92082" y="123571"/>
                </a:lnTo>
                <a:lnTo>
                  <a:pt x="111195" y="55118"/>
                </a:lnTo>
                <a:lnTo>
                  <a:pt x="111266" y="54864"/>
                </a:lnTo>
                <a:lnTo>
                  <a:pt x="143298" y="54864"/>
                </a:lnTo>
                <a:lnTo>
                  <a:pt x="132294" y="16891"/>
                </a:lnTo>
                <a:lnTo>
                  <a:pt x="131840" y="15240"/>
                </a:lnTo>
                <a:lnTo>
                  <a:pt x="131459" y="14097"/>
                </a:lnTo>
                <a:lnTo>
                  <a:pt x="130461" y="12700"/>
                </a:lnTo>
                <a:lnTo>
                  <a:pt x="130722" y="12700"/>
                </a:lnTo>
                <a:lnTo>
                  <a:pt x="129477" y="11811"/>
                </a:lnTo>
                <a:close/>
              </a:path>
              <a:path w="446405" h="154305">
                <a:moveTo>
                  <a:pt x="224338" y="12700"/>
                </a:moveTo>
                <a:lnTo>
                  <a:pt x="193646" y="12700"/>
                </a:lnTo>
                <a:lnTo>
                  <a:pt x="193199" y="13462"/>
                </a:lnTo>
                <a:lnTo>
                  <a:pt x="192784" y="14478"/>
                </a:lnTo>
                <a:lnTo>
                  <a:pt x="192517" y="15240"/>
                </a:lnTo>
                <a:lnTo>
                  <a:pt x="192376" y="15875"/>
                </a:lnTo>
                <a:lnTo>
                  <a:pt x="192292" y="16256"/>
                </a:lnTo>
                <a:lnTo>
                  <a:pt x="163463" y="123571"/>
                </a:lnTo>
                <a:lnTo>
                  <a:pt x="191754" y="123571"/>
                </a:lnTo>
                <a:lnTo>
                  <a:pt x="223280" y="21590"/>
                </a:lnTo>
                <a:lnTo>
                  <a:pt x="224042" y="18923"/>
                </a:lnTo>
                <a:lnTo>
                  <a:pt x="224423" y="16891"/>
                </a:lnTo>
                <a:lnTo>
                  <a:pt x="224550" y="15240"/>
                </a:lnTo>
                <a:lnTo>
                  <a:pt x="224592" y="13462"/>
                </a:lnTo>
                <a:lnTo>
                  <a:pt x="224338" y="12700"/>
                </a:lnTo>
                <a:close/>
              </a:path>
              <a:path w="446405" h="154305">
                <a:moveTo>
                  <a:pt x="286907" y="44450"/>
                </a:moveTo>
                <a:lnTo>
                  <a:pt x="272937" y="44450"/>
                </a:lnTo>
                <a:lnTo>
                  <a:pt x="268111" y="44831"/>
                </a:lnTo>
                <a:lnTo>
                  <a:pt x="231662" y="57404"/>
                </a:lnTo>
                <a:lnTo>
                  <a:pt x="230646" y="61722"/>
                </a:lnTo>
                <a:lnTo>
                  <a:pt x="230646" y="65659"/>
                </a:lnTo>
                <a:lnTo>
                  <a:pt x="230773" y="67183"/>
                </a:lnTo>
                <a:lnTo>
                  <a:pt x="231365" y="70231"/>
                </a:lnTo>
                <a:lnTo>
                  <a:pt x="231807" y="71374"/>
                </a:lnTo>
                <a:lnTo>
                  <a:pt x="232170" y="72009"/>
                </a:lnTo>
                <a:lnTo>
                  <a:pt x="232551" y="73025"/>
                </a:lnTo>
                <a:lnTo>
                  <a:pt x="233186" y="73660"/>
                </a:lnTo>
                <a:lnTo>
                  <a:pt x="233948" y="74168"/>
                </a:lnTo>
                <a:lnTo>
                  <a:pt x="234583" y="74676"/>
                </a:lnTo>
                <a:lnTo>
                  <a:pt x="235472" y="74930"/>
                </a:lnTo>
                <a:lnTo>
                  <a:pt x="237758" y="74930"/>
                </a:lnTo>
                <a:lnTo>
                  <a:pt x="239536" y="74422"/>
                </a:lnTo>
                <a:lnTo>
                  <a:pt x="243854" y="72390"/>
                </a:lnTo>
                <a:lnTo>
                  <a:pt x="246521" y="71374"/>
                </a:lnTo>
                <a:lnTo>
                  <a:pt x="269762" y="65151"/>
                </a:lnTo>
                <a:lnTo>
                  <a:pt x="325160" y="65151"/>
                </a:lnTo>
                <a:lnTo>
                  <a:pt x="323356" y="60579"/>
                </a:lnTo>
                <a:lnTo>
                  <a:pt x="320435" y="56642"/>
                </a:lnTo>
                <a:lnTo>
                  <a:pt x="316371" y="53594"/>
                </a:lnTo>
                <a:lnTo>
                  <a:pt x="312307" y="50419"/>
                </a:lnTo>
                <a:lnTo>
                  <a:pt x="307100" y="48133"/>
                </a:lnTo>
                <a:lnTo>
                  <a:pt x="300750" y="46736"/>
                </a:lnTo>
                <a:lnTo>
                  <a:pt x="294400" y="45212"/>
                </a:lnTo>
                <a:lnTo>
                  <a:pt x="286907" y="44450"/>
                </a:lnTo>
                <a:close/>
              </a:path>
              <a:path w="446405" h="154305">
                <a:moveTo>
                  <a:pt x="194324" y="11938"/>
                </a:moveTo>
                <a:lnTo>
                  <a:pt x="129916" y="11938"/>
                </a:lnTo>
                <a:lnTo>
                  <a:pt x="130461" y="12700"/>
                </a:lnTo>
                <a:lnTo>
                  <a:pt x="193562" y="12700"/>
                </a:lnTo>
                <a:lnTo>
                  <a:pt x="194324" y="11938"/>
                </a:lnTo>
                <a:close/>
              </a:path>
              <a:path w="446405" h="154305">
                <a:moveTo>
                  <a:pt x="220486" y="10287"/>
                </a:moveTo>
                <a:lnTo>
                  <a:pt x="199192" y="10287"/>
                </a:lnTo>
                <a:lnTo>
                  <a:pt x="196440" y="10922"/>
                </a:lnTo>
                <a:lnTo>
                  <a:pt x="196673" y="10922"/>
                </a:lnTo>
                <a:lnTo>
                  <a:pt x="195721" y="11303"/>
                </a:lnTo>
                <a:lnTo>
                  <a:pt x="194197" y="11811"/>
                </a:lnTo>
                <a:lnTo>
                  <a:pt x="194451" y="11811"/>
                </a:lnTo>
                <a:lnTo>
                  <a:pt x="194324" y="11938"/>
                </a:lnTo>
                <a:lnTo>
                  <a:pt x="223563" y="11938"/>
                </a:lnTo>
                <a:lnTo>
                  <a:pt x="222391" y="10922"/>
                </a:lnTo>
                <a:lnTo>
                  <a:pt x="220486" y="10287"/>
                </a:lnTo>
                <a:close/>
              </a:path>
              <a:path w="446405" h="154305">
                <a:moveTo>
                  <a:pt x="127268" y="10922"/>
                </a:moveTo>
                <a:lnTo>
                  <a:pt x="99105" y="10922"/>
                </a:lnTo>
                <a:lnTo>
                  <a:pt x="98058" y="11303"/>
                </a:lnTo>
                <a:lnTo>
                  <a:pt x="96364" y="11811"/>
                </a:lnTo>
                <a:lnTo>
                  <a:pt x="129649" y="11811"/>
                </a:lnTo>
                <a:lnTo>
                  <a:pt x="127268" y="10922"/>
                </a:lnTo>
                <a:close/>
              </a:path>
              <a:path w="446405" h="154305">
                <a:moveTo>
                  <a:pt x="123775" y="10287"/>
                </a:moveTo>
                <a:lnTo>
                  <a:pt x="101825" y="10287"/>
                </a:lnTo>
                <a:lnTo>
                  <a:pt x="98862" y="10922"/>
                </a:lnTo>
                <a:lnTo>
                  <a:pt x="128538" y="10922"/>
                </a:lnTo>
                <a:lnTo>
                  <a:pt x="123775" y="10287"/>
                </a:lnTo>
                <a:close/>
              </a:path>
              <a:path w="446405" h="154305">
                <a:moveTo>
                  <a:pt x="380633" y="508"/>
                </a:moveTo>
                <a:lnTo>
                  <a:pt x="361075" y="508"/>
                </a:lnTo>
                <a:lnTo>
                  <a:pt x="359424" y="889"/>
                </a:lnTo>
                <a:lnTo>
                  <a:pt x="358281" y="1270"/>
                </a:lnTo>
                <a:lnTo>
                  <a:pt x="357011" y="1651"/>
                </a:lnTo>
                <a:lnTo>
                  <a:pt x="356122" y="2159"/>
                </a:lnTo>
                <a:lnTo>
                  <a:pt x="355614" y="2794"/>
                </a:lnTo>
                <a:lnTo>
                  <a:pt x="355106" y="3302"/>
                </a:lnTo>
                <a:lnTo>
                  <a:pt x="354852" y="3937"/>
                </a:lnTo>
                <a:lnTo>
                  <a:pt x="354852" y="148336"/>
                </a:lnTo>
                <a:lnTo>
                  <a:pt x="363107" y="151638"/>
                </a:lnTo>
                <a:lnTo>
                  <a:pt x="378601" y="151638"/>
                </a:lnTo>
                <a:lnTo>
                  <a:pt x="380633" y="151511"/>
                </a:lnTo>
                <a:lnTo>
                  <a:pt x="382284" y="151130"/>
                </a:lnTo>
                <a:lnTo>
                  <a:pt x="383554" y="150876"/>
                </a:lnTo>
                <a:lnTo>
                  <a:pt x="384697" y="150495"/>
                </a:lnTo>
                <a:lnTo>
                  <a:pt x="385586" y="149987"/>
                </a:lnTo>
                <a:lnTo>
                  <a:pt x="386602" y="148971"/>
                </a:lnTo>
                <a:lnTo>
                  <a:pt x="386856" y="148336"/>
                </a:lnTo>
                <a:lnTo>
                  <a:pt x="386856" y="3937"/>
                </a:lnTo>
                <a:lnTo>
                  <a:pt x="386602" y="3302"/>
                </a:lnTo>
                <a:lnTo>
                  <a:pt x="386094" y="2794"/>
                </a:lnTo>
                <a:lnTo>
                  <a:pt x="385586" y="2159"/>
                </a:lnTo>
                <a:lnTo>
                  <a:pt x="384697" y="1651"/>
                </a:lnTo>
                <a:lnTo>
                  <a:pt x="383554" y="1270"/>
                </a:lnTo>
                <a:lnTo>
                  <a:pt x="382284" y="889"/>
                </a:lnTo>
                <a:lnTo>
                  <a:pt x="380633" y="508"/>
                </a:lnTo>
                <a:close/>
              </a:path>
              <a:path w="446405" h="154305">
                <a:moveTo>
                  <a:pt x="374029" y="0"/>
                </a:moveTo>
                <a:lnTo>
                  <a:pt x="367806" y="0"/>
                </a:lnTo>
                <a:lnTo>
                  <a:pt x="365139" y="127"/>
                </a:lnTo>
                <a:lnTo>
                  <a:pt x="362091" y="508"/>
                </a:lnTo>
                <a:lnTo>
                  <a:pt x="379617" y="508"/>
                </a:lnTo>
                <a:lnTo>
                  <a:pt x="376569" y="127"/>
                </a:lnTo>
                <a:lnTo>
                  <a:pt x="374029" y="0"/>
                </a:lnTo>
                <a:close/>
              </a:path>
              <a:path w="446405" h="154305">
                <a:moveTo>
                  <a:pt x="440069" y="508"/>
                </a:moveTo>
                <a:lnTo>
                  <a:pt x="420511" y="508"/>
                </a:lnTo>
                <a:lnTo>
                  <a:pt x="418860" y="889"/>
                </a:lnTo>
                <a:lnTo>
                  <a:pt x="417717" y="1270"/>
                </a:lnTo>
                <a:lnTo>
                  <a:pt x="416447" y="1651"/>
                </a:lnTo>
                <a:lnTo>
                  <a:pt x="415558" y="2159"/>
                </a:lnTo>
                <a:lnTo>
                  <a:pt x="415050" y="2794"/>
                </a:lnTo>
                <a:lnTo>
                  <a:pt x="414542" y="3302"/>
                </a:lnTo>
                <a:lnTo>
                  <a:pt x="414288" y="3937"/>
                </a:lnTo>
                <a:lnTo>
                  <a:pt x="414288" y="148336"/>
                </a:lnTo>
                <a:lnTo>
                  <a:pt x="422543" y="151638"/>
                </a:lnTo>
                <a:lnTo>
                  <a:pt x="438037" y="151638"/>
                </a:lnTo>
                <a:lnTo>
                  <a:pt x="440069" y="151511"/>
                </a:lnTo>
                <a:lnTo>
                  <a:pt x="441720" y="151130"/>
                </a:lnTo>
                <a:lnTo>
                  <a:pt x="442990" y="150876"/>
                </a:lnTo>
                <a:lnTo>
                  <a:pt x="444133" y="150495"/>
                </a:lnTo>
                <a:lnTo>
                  <a:pt x="445022" y="149987"/>
                </a:lnTo>
                <a:lnTo>
                  <a:pt x="446038" y="148971"/>
                </a:lnTo>
                <a:lnTo>
                  <a:pt x="446292" y="148336"/>
                </a:lnTo>
                <a:lnTo>
                  <a:pt x="446292" y="3937"/>
                </a:lnTo>
                <a:lnTo>
                  <a:pt x="446038" y="3302"/>
                </a:lnTo>
                <a:lnTo>
                  <a:pt x="445530" y="2794"/>
                </a:lnTo>
                <a:lnTo>
                  <a:pt x="445022" y="2159"/>
                </a:lnTo>
                <a:lnTo>
                  <a:pt x="444133" y="1651"/>
                </a:lnTo>
                <a:lnTo>
                  <a:pt x="442990" y="1270"/>
                </a:lnTo>
                <a:lnTo>
                  <a:pt x="441720" y="889"/>
                </a:lnTo>
                <a:lnTo>
                  <a:pt x="440069" y="508"/>
                </a:lnTo>
                <a:close/>
              </a:path>
              <a:path w="446405" h="154305">
                <a:moveTo>
                  <a:pt x="433465" y="0"/>
                </a:moveTo>
                <a:lnTo>
                  <a:pt x="427242" y="0"/>
                </a:lnTo>
                <a:lnTo>
                  <a:pt x="424575" y="127"/>
                </a:lnTo>
                <a:lnTo>
                  <a:pt x="421527" y="508"/>
                </a:lnTo>
                <a:lnTo>
                  <a:pt x="439053" y="508"/>
                </a:lnTo>
                <a:lnTo>
                  <a:pt x="436005" y="127"/>
                </a:lnTo>
                <a:lnTo>
                  <a:pt x="433465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3169" y="1773554"/>
            <a:ext cx="854964" cy="1537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78277" y="2167763"/>
            <a:ext cx="750951" cy="1474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94379" y="2167763"/>
            <a:ext cx="496062" cy="11836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57752" y="2166873"/>
            <a:ext cx="383413" cy="1192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05553" y="2167254"/>
            <a:ext cx="536448" cy="11887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11216" y="2167763"/>
            <a:ext cx="357378" cy="11836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44159" y="2167763"/>
            <a:ext cx="244601" cy="1183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58103" y="2166873"/>
            <a:ext cx="1487804" cy="1483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17156" y="2167763"/>
            <a:ext cx="881379" cy="1183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76132" y="2166873"/>
            <a:ext cx="340360" cy="14173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580501" y="2167763"/>
            <a:ext cx="720344" cy="14744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370059" y="2172842"/>
            <a:ext cx="510413" cy="135762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9949815" y="2168016"/>
            <a:ext cx="269240" cy="118110"/>
          </a:xfrm>
          <a:custGeom>
            <a:avLst/>
            <a:gdLst/>
            <a:ahLst/>
            <a:cxnLst/>
            <a:rect l="l" t="t" r="r" b="b"/>
            <a:pathLst>
              <a:path w="269240" h="118110">
                <a:moveTo>
                  <a:pt x="66906" y="46101"/>
                </a:moveTo>
                <a:lnTo>
                  <a:pt x="39115" y="46101"/>
                </a:lnTo>
                <a:lnTo>
                  <a:pt x="43179" y="46609"/>
                </a:lnTo>
                <a:lnTo>
                  <a:pt x="42566" y="46609"/>
                </a:lnTo>
                <a:lnTo>
                  <a:pt x="45423" y="47498"/>
                </a:lnTo>
                <a:lnTo>
                  <a:pt x="47540" y="48133"/>
                </a:lnTo>
                <a:lnTo>
                  <a:pt x="47342" y="48133"/>
                </a:lnTo>
                <a:lnTo>
                  <a:pt x="49149" y="49149"/>
                </a:lnTo>
                <a:lnTo>
                  <a:pt x="50673" y="50673"/>
                </a:lnTo>
                <a:lnTo>
                  <a:pt x="52324" y="52197"/>
                </a:lnTo>
                <a:lnTo>
                  <a:pt x="53466" y="53975"/>
                </a:lnTo>
                <a:lnTo>
                  <a:pt x="54101" y="56261"/>
                </a:lnTo>
                <a:lnTo>
                  <a:pt x="54876" y="58674"/>
                </a:lnTo>
                <a:lnTo>
                  <a:pt x="55117" y="61087"/>
                </a:lnTo>
                <a:lnTo>
                  <a:pt x="55117" y="69850"/>
                </a:lnTo>
                <a:lnTo>
                  <a:pt x="36575" y="69850"/>
                </a:lnTo>
                <a:lnTo>
                  <a:pt x="30479" y="70358"/>
                </a:lnTo>
                <a:lnTo>
                  <a:pt x="3048" y="83947"/>
                </a:lnTo>
                <a:lnTo>
                  <a:pt x="1015" y="86995"/>
                </a:lnTo>
                <a:lnTo>
                  <a:pt x="0" y="90805"/>
                </a:lnTo>
                <a:lnTo>
                  <a:pt x="0" y="98679"/>
                </a:lnTo>
                <a:lnTo>
                  <a:pt x="640" y="101346"/>
                </a:lnTo>
                <a:lnTo>
                  <a:pt x="761" y="101854"/>
                </a:lnTo>
                <a:lnTo>
                  <a:pt x="14234" y="115570"/>
                </a:lnTo>
                <a:lnTo>
                  <a:pt x="14430" y="115570"/>
                </a:lnTo>
                <a:lnTo>
                  <a:pt x="21335" y="117475"/>
                </a:lnTo>
                <a:lnTo>
                  <a:pt x="25400" y="118110"/>
                </a:lnTo>
                <a:lnTo>
                  <a:pt x="35178" y="118110"/>
                </a:lnTo>
                <a:lnTo>
                  <a:pt x="40004" y="117094"/>
                </a:lnTo>
                <a:lnTo>
                  <a:pt x="44703" y="115062"/>
                </a:lnTo>
                <a:lnTo>
                  <a:pt x="49275" y="113157"/>
                </a:lnTo>
                <a:lnTo>
                  <a:pt x="53466" y="110362"/>
                </a:lnTo>
                <a:lnTo>
                  <a:pt x="56994" y="107187"/>
                </a:lnTo>
                <a:lnTo>
                  <a:pt x="27304" y="107187"/>
                </a:lnTo>
                <a:lnTo>
                  <a:pt x="23367" y="106045"/>
                </a:lnTo>
                <a:lnTo>
                  <a:pt x="17652" y="101346"/>
                </a:lnTo>
                <a:lnTo>
                  <a:pt x="16255" y="98298"/>
                </a:lnTo>
                <a:lnTo>
                  <a:pt x="16255" y="92075"/>
                </a:lnTo>
                <a:lnTo>
                  <a:pt x="16763" y="90043"/>
                </a:lnTo>
                <a:lnTo>
                  <a:pt x="17779" y="88265"/>
                </a:lnTo>
                <a:lnTo>
                  <a:pt x="18668" y="86487"/>
                </a:lnTo>
                <a:lnTo>
                  <a:pt x="37337" y="79883"/>
                </a:lnTo>
                <a:lnTo>
                  <a:pt x="70865" y="79883"/>
                </a:lnTo>
                <a:lnTo>
                  <a:pt x="70865" y="58674"/>
                </a:lnTo>
                <a:lnTo>
                  <a:pt x="70230" y="54610"/>
                </a:lnTo>
                <a:lnTo>
                  <a:pt x="69087" y="51054"/>
                </a:lnTo>
                <a:lnTo>
                  <a:pt x="67817" y="47498"/>
                </a:lnTo>
                <a:lnTo>
                  <a:pt x="66906" y="46101"/>
                </a:lnTo>
                <a:close/>
              </a:path>
              <a:path w="269240" h="118110">
                <a:moveTo>
                  <a:pt x="68072" y="116712"/>
                </a:moveTo>
                <a:lnTo>
                  <a:pt x="60070" y="116712"/>
                </a:lnTo>
                <a:lnTo>
                  <a:pt x="61086" y="116840"/>
                </a:lnTo>
                <a:lnTo>
                  <a:pt x="67182" y="116840"/>
                </a:lnTo>
                <a:lnTo>
                  <a:pt x="68072" y="116712"/>
                </a:lnTo>
                <a:close/>
              </a:path>
              <a:path w="269240" h="118110">
                <a:moveTo>
                  <a:pt x="70865" y="106934"/>
                </a:moveTo>
                <a:lnTo>
                  <a:pt x="57276" y="106934"/>
                </a:lnTo>
                <a:lnTo>
                  <a:pt x="57276" y="115062"/>
                </a:lnTo>
                <a:lnTo>
                  <a:pt x="57530" y="115570"/>
                </a:lnTo>
                <a:lnTo>
                  <a:pt x="57911" y="115951"/>
                </a:lnTo>
                <a:lnTo>
                  <a:pt x="58419" y="116332"/>
                </a:lnTo>
                <a:lnTo>
                  <a:pt x="59563" y="116712"/>
                </a:lnTo>
                <a:lnTo>
                  <a:pt x="68643" y="116712"/>
                </a:lnTo>
                <a:lnTo>
                  <a:pt x="69595" y="116332"/>
                </a:lnTo>
                <a:lnTo>
                  <a:pt x="70611" y="115570"/>
                </a:lnTo>
                <a:lnTo>
                  <a:pt x="70865" y="115062"/>
                </a:lnTo>
                <a:lnTo>
                  <a:pt x="70865" y="106934"/>
                </a:lnTo>
                <a:close/>
              </a:path>
              <a:path w="269240" h="118110">
                <a:moveTo>
                  <a:pt x="70865" y="79883"/>
                </a:moveTo>
                <a:lnTo>
                  <a:pt x="55117" y="79883"/>
                </a:lnTo>
                <a:lnTo>
                  <a:pt x="55117" y="95885"/>
                </a:lnTo>
                <a:lnTo>
                  <a:pt x="51307" y="99695"/>
                </a:lnTo>
                <a:lnTo>
                  <a:pt x="47498" y="102616"/>
                </a:lnTo>
                <a:lnTo>
                  <a:pt x="44068" y="104394"/>
                </a:lnTo>
                <a:lnTo>
                  <a:pt x="40512" y="106299"/>
                </a:lnTo>
                <a:lnTo>
                  <a:pt x="36575" y="107187"/>
                </a:lnTo>
                <a:lnTo>
                  <a:pt x="56994" y="107187"/>
                </a:lnTo>
                <a:lnTo>
                  <a:pt x="57276" y="106934"/>
                </a:lnTo>
                <a:lnTo>
                  <a:pt x="70865" y="106934"/>
                </a:lnTo>
                <a:lnTo>
                  <a:pt x="70865" y="79883"/>
                </a:lnTo>
                <a:close/>
              </a:path>
              <a:path w="269240" h="118110">
                <a:moveTo>
                  <a:pt x="43052" y="34925"/>
                </a:moveTo>
                <a:lnTo>
                  <a:pt x="33527" y="34925"/>
                </a:lnTo>
                <a:lnTo>
                  <a:pt x="30225" y="35179"/>
                </a:lnTo>
                <a:lnTo>
                  <a:pt x="23749" y="36195"/>
                </a:lnTo>
                <a:lnTo>
                  <a:pt x="20700" y="36957"/>
                </a:lnTo>
                <a:lnTo>
                  <a:pt x="18033" y="37719"/>
                </a:lnTo>
                <a:lnTo>
                  <a:pt x="15239" y="38481"/>
                </a:lnTo>
                <a:lnTo>
                  <a:pt x="4571" y="45339"/>
                </a:lnTo>
                <a:lnTo>
                  <a:pt x="4571" y="51562"/>
                </a:lnTo>
                <a:lnTo>
                  <a:pt x="4724" y="51943"/>
                </a:lnTo>
                <a:lnTo>
                  <a:pt x="4825" y="52197"/>
                </a:lnTo>
                <a:lnTo>
                  <a:pt x="5143" y="52705"/>
                </a:lnTo>
                <a:lnTo>
                  <a:pt x="5333" y="53086"/>
                </a:lnTo>
                <a:lnTo>
                  <a:pt x="5841" y="53594"/>
                </a:lnTo>
                <a:lnTo>
                  <a:pt x="6095" y="53594"/>
                </a:lnTo>
                <a:lnTo>
                  <a:pt x="6667" y="53975"/>
                </a:lnTo>
                <a:lnTo>
                  <a:pt x="8254" y="53975"/>
                </a:lnTo>
                <a:lnTo>
                  <a:pt x="9398" y="53594"/>
                </a:lnTo>
                <a:lnTo>
                  <a:pt x="10921" y="52705"/>
                </a:lnTo>
                <a:lnTo>
                  <a:pt x="12445" y="51943"/>
                </a:lnTo>
                <a:lnTo>
                  <a:pt x="16763" y="50037"/>
                </a:lnTo>
                <a:lnTo>
                  <a:pt x="19176" y="49149"/>
                </a:lnTo>
                <a:lnTo>
                  <a:pt x="21843" y="48133"/>
                </a:lnTo>
                <a:lnTo>
                  <a:pt x="28066" y="46609"/>
                </a:lnTo>
                <a:lnTo>
                  <a:pt x="31495" y="46101"/>
                </a:lnTo>
                <a:lnTo>
                  <a:pt x="66906" y="46101"/>
                </a:lnTo>
                <a:lnTo>
                  <a:pt x="65912" y="44577"/>
                </a:lnTo>
                <a:lnTo>
                  <a:pt x="60578" y="39751"/>
                </a:lnTo>
                <a:lnTo>
                  <a:pt x="57023" y="37973"/>
                </a:lnTo>
                <a:lnTo>
                  <a:pt x="52704" y="36703"/>
                </a:lnTo>
                <a:lnTo>
                  <a:pt x="48386" y="35560"/>
                </a:lnTo>
                <a:lnTo>
                  <a:pt x="43052" y="34925"/>
                </a:lnTo>
                <a:close/>
              </a:path>
              <a:path w="269240" h="118110">
                <a:moveTo>
                  <a:pt x="109516" y="116459"/>
                </a:moveTo>
                <a:lnTo>
                  <a:pt x="98043" y="116459"/>
                </a:lnTo>
                <a:lnTo>
                  <a:pt x="98805" y="116712"/>
                </a:lnTo>
                <a:lnTo>
                  <a:pt x="99821" y="116840"/>
                </a:lnTo>
                <a:lnTo>
                  <a:pt x="107568" y="116840"/>
                </a:lnTo>
                <a:lnTo>
                  <a:pt x="108584" y="116712"/>
                </a:lnTo>
                <a:lnTo>
                  <a:pt x="109516" y="116459"/>
                </a:lnTo>
                <a:close/>
              </a:path>
              <a:path w="269240" h="118110">
                <a:moveTo>
                  <a:pt x="167893" y="116459"/>
                </a:moveTo>
                <a:lnTo>
                  <a:pt x="156463" y="116459"/>
                </a:lnTo>
                <a:lnTo>
                  <a:pt x="157352" y="116712"/>
                </a:lnTo>
                <a:lnTo>
                  <a:pt x="158368" y="116840"/>
                </a:lnTo>
                <a:lnTo>
                  <a:pt x="166115" y="116840"/>
                </a:lnTo>
                <a:lnTo>
                  <a:pt x="167131" y="116712"/>
                </a:lnTo>
                <a:lnTo>
                  <a:pt x="167893" y="116459"/>
                </a:lnTo>
                <a:close/>
              </a:path>
              <a:path w="269240" h="118110">
                <a:moveTo>
                  <a:pt x="108203" y="36449"/>
                </a:moveTo>
                <a:lnTo>
                  <a:pt x="97789" y="36449"/>
                </a:lnTo>
                <a:lnTo>
                  <a:pt x="97281" y="36703"/>
                </a:lnTo>
                <a:lnTo>
                  <a:pt x="96646" y="36957"/>
                </a:lnTo>
                <a:lnTo>
                  <a:pt x="96265" y="37211"/>
                </a:lnTo>
                <a:lnTo>
                  <a:pt x="96138" y="37592"/>
                </a:lnTo>
                <a:lnTo>
                  <a:pt x="95884" y="37846"/>
                </a:lnTo>
                <a:lnTo>
                  <a:pt x="95884" y="115189"/>
                </a:lnTo>
                <a:lnTo>
                  <a:pt x="96138" y="115443"/>
                </a:lnTo>
                <a:lnTo>
                  <a:pt x="96392" y="115824"/>
                </a:lnTo>
                <a:lnTo>
                  <a:pt x="96774" y="116078"/>
                </a:lnTo>
                <a:lnTo>
                  <a:pt x="97726" y="116459"/>
                </a:lnTo>
                <a:lnTo>
                  <a:pt x="109664" y="116459"/>
                </a:lnTo>
                <a:lnTo>
                  <a:pt x="110616" y="116078"/>
                </a:lnTo>
                <a:lnTo>
                  <a:pt x="110998" y="115824"/>
                </a:lnTo>
                <a:lnTo>
                  <a:pt x="111251" y="115443"/>
                </a:lnTo>
                <a:lnTo>
                  <a:pt x="111505" y="115189"/>
                </a:lnTo>
                <a:lnTo>
                  <a:pt x="111632" y="61468"/>
                </a:lnTo>
                <a:lnTo>
                  <a:pt x="115950" y="56642"/>
                </a:lnTo>
                <a:lnTo>
                  <a:pt x="120141" y="53086"/>
                </a:lnTo>
                <a:lnTo>
                  <a:pt x="124078" y="50673"/>
                </a:lnTo>
                <a:lnTo>
                  <a:pt x="127228" y="48641"/>
                </a:lnTo>
                <a:lnTo>
                  <a:pt x="110108" y="48641"/>
                </a:lnTo>
                <a:lnTo>
                  <a:pt x="109981" y="37846"/>
                </a:lnTo>
                <a:lnTo>
                  <a:pt x="109727" y="37592"/>
                </a:lnTo>
                <a:lnTo>
                  <a:pt x="109600" y="37211"/>
                </a:lnTo>
                <a:lnTo>
                  <a:pt x="109219" y="36957"/>
                </a:lnTo>
                <a:lnTo>
                  <a:pt x="108203" y="36449"/>
                </a:lnTo>
                <a:close/>
              </a:path>
              <a:path w="269240" h="118110">
                <a:moveTo>
                  <a:pt x="165515" y="46862"/>
                </a:moveTo>
                <a:lnTo>
                  <a:pt x="139064" y="46862"/>
                </a:lnTo>
                <a:lnTo>
                  <a:pt x="141731" y="47371"/>
                </a:lnTo>
                <a:lnTo>
                  <a:pt x="144144" y="48387"/>
                </a:lnTo>
                <a:lnTo>
                  <a:pt x="146430" y="49403"/>
                </a:lnTo>
                <a:lnTo>
                  <a:pt x="148335" y="50927"/>
                </a:lnTo>
                <a:lnTo>
                  <a:pt x="149732" y="52832"/>
                </a:lnTo>
                <a:lnTo>
                  <a:pt x="151256" y="54737"/>
                </a:lnTo>
                <a:lnTo>
                  <a:pt x="154431" y="115189"/>
                </a:lnTo>
                <a:lnTo>
                  <a:pt x="154685" y="115443"/>
                </a:lnTo>
                <a:lnTo>
                  <a:pt x="154939" y="115824"/>
                </a:lnTo>
                <a:lnTo>
                  <a:pt x="155320" y="116078"/>
                </a:lnTo>
                <a:lnTo>
                  <a:pt x="156273" y="116459"/>
                </a:lnTo>
                <a:lnTo>
                  <a:pt x="168275" y="116459"/>
                </a:lnTo>
                <a:lnTo>
                  <a:pt x="169036" y="116078"/>
                </a:lnTo>
                <a:lnTo>
                  <a:pt x="169417" y="115824"/>
                </a:lnTo>
                <a:lnTo>
                  <a:pt x="169671" y="115443"/>
                </a:lnTo>
                <a:lnTo>
                  <a:pt x="169925" y="115189"/>
                </a:lnTo>
                <a:lnTo>
                  <a:pt x="169901" y="61468"/>
                </a:lnTo>
                <a:lnTo>
                  <a:pt x="165734" y="47117"/>
                </a:lnTo>
                <a:lnTo>
                  <a:pt x="165515" y="46862"/>
                </a:lnTo>
                <a:close/>
              </a:path>
              <a:path w="269240" h="118110">
                <a:moveTo>
                  <a:pt x="145033" y="34925"/>
                </a:moveTo>
                <a:lnTo>
                  <a:pt x="134365" y="34925"/>
                </a:lnTo>
                <a:lnTo>
                  <a:pt x="129412" y="35941"/>
                </a:lnTo>
                <a:lnTo>
                  <a:pt x="124586" y="38227"/>
                </a:lnTo>
                <a:lnTo>
                  <a:pt x="119760" y="40386"/>
                </a:lnTo>
                <a:lnTo>
                  <a:pt x="114934" y="43942"/>
                </a:lnTo>
                <a:lnTo>
                  <a:pt x="110108" y="48641"/>
                </a:lnTo>
                <a:lnTo>
                  <a:pt x="127228" y="48641"/>
                </a:lnTo>
                <a:lnTo>
                  <a:pt x="128015" y="48133"/>
                </a:lnTo>
                <a:lnTo>
                  <a:pt x="132079" y="46862"/>
                </a:lnTo>
                <a:lnTo>
                  <a:pt x="165515" y="46862"/>
                </a:lnTo>
                <a:lnTo>
                  <a:pt x="163321" y="44323"/>
                </a:lnTo>
                <a:lnTo>
                  <a:pt x="160908" y="41402"/>
                </a:lnTo>
                <a:lnTo>
                  <a:pt x="157733" y="39116"/>
                </a:lnTo>
                <a:lnTo>
                  <a:pt x="154099" y="37592"/>
                </a:lnTo>
                <a:lnTo>
                  <a:pt x="149859" y="35687"/>
                </a:lnTo>
                <a:lnTo>
                  <a:pt x="145033" y="34925"/>
                </a:lnTo>
                <a:close/>
              </a:path>
              <a:path w="269240" h="118110">
                <a:moveTo>
                  <a:pt x="231648" y="34925"/>
                </a:moveTo>
                <a:lnTo>
                  <a:pt x="220599" y="34925"/>
                </a:lnTo>
                <a:lnTo>
                  <a:pt x="215137" y="35941"/>
                </a:lnTo>
                <a:lnTo>
                  <a:pt x="190245" y="65024"/>
                </a:lnTo>
                <a:lnTo>
                  <a:pt x="189356" y="70993"/>
                </a:lnTo>
                <a:lnTo>
                  <a:pt x="189418" y="83439"/>
                </a:lnTo>
                <a:lnTo>
                  <a:pt x="189868" y="87122"/>
                </a:lnTo>
                <a:lnTo>
                  <a:pt x="189991" y="88137"/>
                </a:lnTo>
                <a:lnTo>
                  <a:pt x="191388" y="93091"/>
                </a:lnTo>
                <a:lnTo>
                  <a:pt x="192658" y="98044"/>
                </a:lnTo>
                <a:lnTo>
                  <a:pt x="218185" y="118110"/>
                </a:lnTo>
                <a:lnTo>
                  <a:pt x="230377" y="118110"/>
                </a:lnTo>
                <a:lnTo>
                  <a:pt x="235178" y="116967"/>
                </a:lnTo>
                <a:lnTo>
                  <a:pt x="235457" y="116967"/>
                </a:lnTo>
                <a:lnTo>
                  <a:pt x="240537" y="114427"/>
                </a:lnTo>
                <a:lnTo>
                  <a:pt x="245490" y="112014"/>
                </a:lnTo>
                <a:lnTo>
                  <a:pt x="250189" y="108712"/>
                </a:lnTo>
                <a:lnTo>
                  <a:pt x="252804" y="106172"/>
                </a:lnTo>
                <a:lnTo>
                  <a:pt x="223138" y="106172"/>
                </a:lnTo>
                <a:lnTo>
                  <a:pt x="220199" y="105410"/>
                </a:lnTo>
                <a:lnTo>
                  <a:pt x="219924" y="105410"/>
                </a:lnTo>
                <a:lnTo>
                  <a:pt x="214121" y="101981"/>
                </a:lnTo>
                <a:lnTo>
                  <a:pt x="211962" y="99695"/>
                </a:lnTo>
                <a:lnTo>
                  <a:pt x="210311" y="96774"/>
                </a:lnTo>
                <a:lnTo>
                  <a:pt x="208736" y="94107"/>
                </a:lnTo>
                <a:lnTo>
                  <a:pt x="205866" y="79756"/>
                </a:lnTo>
                <a:lnTo>
                  <a:pt x="205866" y="72390"/>
                </a:lnTo>
                <a:lnTo>
                  <a:pt x="217677" y="49403"/>
                </a:lnTo>
                <a:lnTo>
                  <a:pt x="220471" y="47625"/>
                </a:lnTo>
                <a:lnTo>
                  <a:pt x="223900" y="46862"/>
                </a:lnTo>
                <a:lnTo>
                  <a:pt x="268656" y="46862"/>
                </a:lnTo>
                <a:lnTo>
                  <a:pt x="268655" y="46355"/>
                </a:lnTo>
                <a:lnTo>
                  <a:pt x="252856" y="46355"/>
                </a:lnTo>
                <a:lnTo>
                  <a:pt x="248928" y="42672"/>
                </a:lnTo>
                <a:lnTo>
                  <a:pt x="244792" y="39878"/>
                </a:lnTo>
                <a:lnTo>
                  <a:pt x="240410" y="37846"/>
                </a:lnTo>
                <a:lnTo>
                  <a:pt x="236481" y="35941"/>
                </a:lnTo>
                <a:lnTo>
                  <a:pt x="236873" y="35941"/>
                </a:lnTo>
                <a:lnTo>
                  <a:pt x="231648" y="34925"/>
                </a:lnTo>
                <a:close/>
              </a:path>
              <a:path w="269240" h="118110">
                <a:moveTo>
                  <a:pt x="266064" y="116712"/>
                </a:moveTo>
                <a:lnTo>
                  <a:pt x="257682" y="116712"/>
                </a:lnTo>
                <a:lnTo>
                  <a:pt x="259460" y="116967"/>
                </a:lnTo>
                <a:lnTo>
                  <a:pt x="264287" y="116967"/>
                </a:lnTo>
                <a:lnTo>
                  <a:pt x="266064" y="116712"/>
                </a:lnTo>
                <a:close/>
              </a:path>
              <a:path w="269240" h="118110">
                <a:moveTo>
                  <a:pt x="268720" y="104394"/>
                </a:moveTo>
                <a:lnTo>
                  <a:pt x="254634" y="104394"/>
                </a:lnTo>
                <a:lnTo>
                  <a:pt x="254761" y="115189"/>
                </a:lnTo>
                <a:lnTo>
                  <a:pt x="255015" y="115570"/>
                </a:lnTo>
                <a:lnTo>
                  <a:pt x="255777" y="116078"/>
                </a:lnTo>
                <a:lnTo>
                  <a:pt x="256285" y="116332"/>
                </a:lnTo>
                <a:lnTo>
                  <a:pt x="257238" y="116712"/>
                </a:lnTo>
                <a:lnTo>
                  <a:pt x="266382" y="116712"/>
                </a:lnTo>
                <a:lnTo>
                  <a:pt x="268731" y="115189"/>
                </a:lnTo>
                <a:lnTo>
                  <a:pt x="268720" y="104394"/>
                </a:lnTo>
                <a:close/>
              </a:path>
              <a:path w="269240" h="118110">
                <a:moveTo>
                  <a:pt x="268656" y="46862"/>
                </a:moveTo>
                <a:lnTo>
                  <a:pt x="232282" y="46862"/>
                </a:lnTo>
                <a:lnTo>
                  <a:pt x="236474" y="48006"/>
                </a:lnTo>
                <a:lnTo>
                  <a:pt x="240410" y="50546"/>
                </a:lnTo>
                <a:lnTo>
                  <a:pt x="244475" y="52959"/>
                </a:lnTo>
                <a:lnTo>
                  <a:pt x="248538" y="56515"/>
                </a:lnTo>
                <a:lnTo>
                  <a:pt x="252856" y="61087"/>
                </a:lnTo>
                <a:lnTo>
                  <a:pt x="252856" y="91440"/>
                </a:lnTo>
                <a:lnTo>
                  <a:pt x="250443" y="94107"/>
                </a:lnTo>
                <a:lnTo>
                  <a:pt x="248030" y="96520"/>
                </a:lnTo>
                <a:lnTo>
                  <a:pt x="245744" y="98298"/>
                </a:lnTo>
                <a:lnTo>
                  <a:pt x="243585" y="100203"/>
                </a:lnTo>
                <a:lnTo>
                  <a:pt x="241426" y="101727"/>
                </a:lnTo>
                <a:lnTo>
                  <a:pt x="239394" y="102870"/>
                </a:lnTo>
                <a:lnTo>
                  <a:pt x="237362" y="104140"/>
                </a:lnTo>
                <a:lnTo>
                  <a:pt x="235330" y="104902"/>
                </a:lnTo>
                <a:lnTo>
                  <a:pt x="233425" y="105410"/>
                </a:lnTo>
                <a:lnTo>
                  <a:pt x="230377" y="106172"/>
                </a:lnTo>
                <a:lnTo>
                  <a:pt x="252804" y="106172"/>
                </a:lnTo>
                <a:lnTo>
                  <a:pt x="254634" y="104394"/>
                </a:lnTo>
                <a:lnTo>
                  <a:pt x="268720" y="104394"/>
                </a:lnTo>
                <a:lnTo>
                  <a:pt x="268656" y="46862"/>
                </a:lnTo>
                <a:close/>
              </a:path>
              <a:path w="269240" h="118110">
                <a:moveTo>
                  <a:pt x="265683" y="0"/>
                </a:moveTo>
                <a:lnTo>
                  <a:pt x="255904" y="0"/>
                </a:lnTo>
                <a:lnTo>
                  <a:pt x="255142" y="127"/>
                </a:lnTo>
                <a:lnTo>
                  <a:pt x="253873" y="635"/>
                </a:lnTo>
                <a:lnTo>
                  <a:pt x="253491" y="889"/>
                </a:lnTo>
                <a:lnTo>
                  <a:pt x="253237" y="1270"/>
                </a:lnTo>
                <a:lnTo>
                  <a:pt x="252983" y="1524"/>
                </a:lnTo>
                <a:lnTo>
                  <a:pt x="252856" y="46355"/>
                </a:lnTo>
                <a:lnTo>
                  <a:pt x="268655" y="46355"/>
                </a:lnTo>
                <a:lnTo>
                  <a:pt x="268604" y="1524"/>
                </a:lnTo>
                <a:lnTo>
                  <a:pt x="268350" y="1270"/>
                </a:lnTo>
                <a:lnTo>
                  <a:pt x="268096" y="889"/>
                </a:lnTo>
                <a:lnTo>
                  <a:pt x="267080" y="381"/>
                </a:lnTo>
                <a:lnTo>
                  <a:pt x="266445" y="127"/>
                </a:lnTo>
                <a:lnTo>
                  <a:pt x="265683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282808" y="2167763"/>
            <a:ext cx="246380" cy="11836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481579" y="2469641"/>
            <a:ext cx="412369" cy="11226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958338" y="2450591"/>
            <a:ext cx="359283" cy="1022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86835" y="2439542"/>
            <a:ext cx="97281" cy="11328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53116" y="2434716"/>
            <a:ext cx="615150" cy="14693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237863" y="2434463"/>
            <a:ext cx="878204" cy="147447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2390775" y="2806319"/>
            <a:ext cx="8353425" cy="9525"/>
          </a:xfrm>
          <a:custGeom>
            <a:avLst/>
            <a:gdLst/>
            <a:ahLst/>
            <a:cxnLst/>
            <a:rect l="l" t="t" r="r" b="b"/>
            <a:pathLst>
              <a:path w="8353425" h="9525">
                <a:moveTo>
                  <a:pt x="8346440" y="0"/>
                </a:moveTo>
                <a:lnTo>
                  <a:pt x="9525" y="0"/>
                </a:lnTo>
                <a:lnTo>
                  <a:pt x="6857" y="0"/>
                </a:lnTo>
                <a:lnTo>
                  <a:pt x="4572" y="507"/>
                </a:lnTo>
                <a:lnTo>
                  <a:pt x="888" y="2285"/>
                </a:lnTo>
                <a:lnTo>
                  <a:pt x="0" y="3428"/>
                </a:lnTo>
                <a:lnTo>
                  <a:pt x="0" y="6095"/>
                </a:lnTo>
                <a:lnTo>
                  <a:pt x="888" y="7238"/>
                </a:lnTo>
                <a:lnTo>
                  <a:pt x="4572" y="9016"/>
                </a:lnTo>
                <a:lnTo>
                  <a:pt x="6857" y="9525"/>
                </a:lnTo>
                <a:lnTo>
                  <a:pt x="8346440" y="9525"/>
                </a:lnTo>
                <a:lnTo>
                  <a:pt x="8348599" y="9016"/>
                </a:lnTo>
                <a:lnTo>
                  <a:pt x="8352408" y="7238"/>
                </a:lnTo>
                <a:lnTo>
                  <a:pt x="8353298" y="6095"/>
                </a:lnTo>
                <a:lnTo>
                  <a:pt x="8353298" y="3428"/>
                </a:lnTo>
                <a:lnTo>
                  <a:pt x="8352408" y="2285"/>
                </a:lnTo>
                <a:lnTo>
                  <a:pt x="8348599" y="507"/>
                </a:lnTo>
                <a:lnTo>
                  <a:pt x="8346440" y="0"/>
                </a:lnTo>
                <a:close/>
              </a:path>
            </a:pathLst>
          </a:custGeom>
          <a:solidFill>
            <a:srgbClr val="473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600062" y="2896806"/>
            <a:ext cx="3409950" cy="1276350"/>
            <a:chOff x="600062" y="2896806"/>
            <a:chExt cx="3409950" cy="1276350"/>
          </a:xfrm>
        </p:grpSpPr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1459" y="2901569"/>
              <a:ext cx="3403739" cy="126669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04824" y="2901569"/>
              <a:ext cx="3400425" cy="1266825"/>
            </a:xfrm>
            <a:custGeom>
              <a:avLst/>
              <a:gdLst/>
              <a:ahLst/>
              <a:cxnLst/>
              <a:rect l="l" t="t" r="r" b="b"/>
              <a:pathLst>
                <a:path w="3400425" h="1266825">
                  <a:moveTo>
                    <a:pt x="0" y="1211579"/>
                  </a:moveTo>
                  <a:lnTo>
                    <a:pt x="0" y="55244"/>
                  </a:lnTo>
                  <a:lnTo>
                    <a:pt x="0" y="51562"/>
                  </a:lnTo>
                  <a:lnTo>
                    <a:pt x="355" y="48005"/>
                  </a:lnTo>
                  <a:lnTo>
                    <a:pt x="1066" y="44450"/>
                  </a:lnTo>
                  <a:lnTo>
                    <a:pt x="1778" y="40893"/>
                  </a:lnTo>
                  <a:lnTo>
                    <a:pt x="2819" y="37464"/>
                  </a:lnTo>
                  <a:lnTo>
                    <a:pt x="4216" y="34162"/>
                  </a:lnTo>
                  <a:lnTo>
                    <a:pt x="5600" y="30733"/>
                  </a:lnTo>
                  <a:lnTo>
                    <a:pt x="7302" y="27558"/>
                  </a:lnTo>
                  <a:lnTo>
                    <a:pt x="24561" y="9270"/>
                  </a:lnTo>
                  <a:lnTo>
                    <a:pt x="27571" y="7238"/>
                  </a:lnTo>
                  <a:lnTo>
                    <a:pt x="30759" y="5587"/>
                  </a:lnTo>
                  <a:lnTo>
                    <a:pt x="34112" y="4190"/>
                  </a:lnTo>
                  <a:lnTo>
                    <a:pt x="37464" y="2793"/>
                  </a:lnTo>
                  <a:lnTo>
                    <a:pt x="40906" y="1777"/>
                  </a:lnTo>
                  <a:lnTo>
                    <a:pt x="44475" y="1015"/>
                  </a:lnTo>
                  <a:lnTo>
                    <a:pt x="48031" y="380"/>
                  </a:lnTo>
                  <a:lnTo>
                    <a:pt x="51625" y="0"/>
                  </a:lnTo>
                  <a:lnTo>
                    <a:pt x="55244" y="0"/>
                  </a:lnTo>
                  <a:lnTo>
                    <a:pt x="3345129" y="0"/>
                  </a:lnTo>
                  <a:lnTo>
                    <a:pt x="3348812" y="0"/>
                  </a:lnTo>
                  <a:lnTo>
                    <a:pt x="3352368" y="380"/>
                  </a:lnTo>
                  <a:lnTo>
                    <a:pt x="3386785" y="18795"/>
                  </a:lnTo>
                  <a:lnTo>
                    <a:pt x="3396183" y="34162"/>
                  </a:lnTo>
                  <a:lnTo>
                    <a:pt x="3397580" y="37464"/>
                  </a:lnTo>
                  <a:lnTo>
                    <a:pt x="3398596" y="40893"/>
                  </a:lnTo>
                  <a:lnTo>
                    <a:pt x="3399358" y="44450"/>
                  </a:lnTo>
                  <a:lnTo>
                    <a:pt x="3399993" y="48005"/>
                  </a:lnTo>
                  <a:lnTo>
                    <a:pt x="3400374" y="51562"/>
                  </a:lnTo>
                  <a:lnTo>
                    <a:pt x="3400374" y="55244"/>
                  </a:lnTo>
                  <a:lnTo>
                    <a:pt x="3400374" y="1211579"/>
                  </a:lnTo>
                  <a:lnTo>
                    <a:pt x="3400374" y="1215135"/>
                  </a:lnTo>
                  <a:lnTo>
                    <a:pt x="3399993" y="1218691"/>
                  </a:lnTo>
                  <a:lnTo>
                    <a:pt x="3391103" y="1242186"/>
                  </a:lnTo>
                  <a:lnTo>
                    <a:pt x="3389071" y="1245234"/>
                  </a:lnTo>
                  <a:lnTo>
                    <a:pt x="3355924" y="1265681"/>
                  </a:lnTo>
                  <a:lnTo>
                    <a:pt x="3352368" y="1266443"/>
                  </a:lnTo>
                  <a:lnTo>
                    <a:pt x="3348812" y="1266697"/>
                  </a:lnTo>
                  <a:lnTo>
                    <a:pt x="3345129" y="1266697"/>
                  </a:lnTo>
                  <a:lnTo>
                    <a:pt x="55244" y="1266697"/>
                  </a:lnTo>
                  <a:lnTo>
                    <a:pt x="51625" y="1266697"/>
                  </a:lnTo>
                  <a:lnTo>
                    <a:pt x="48031" y="1266443"/>
                  </a:lnTo>
                  <a:lnTo>
                    <a:pt x="44475" y="1265681"/>
                  </a:lnTo>
                  <a:lnTo>
                    <a:pt x="40906" y="1265046"/>
                  </a:lnTo>
                  <a:lnTo>
                    <a:pt x="37464" y="1263903"/>
                  </a:lnTo>
                  <a:lnTo>
                    <a:pt x="34112" y="1262506"/>
                  </a:lnTo>
                  <a:lnTo>
                    <a:pt x="30759" y="1261109"/>
                  </a:lnTo>
                  <a:lnTo>
                    <a:pt x="27571" y="1259458"/>
                  </a:lnTo>
                  <a:lnTo>
                    <a:pt x="24561" y="1257427"/>
                  </a:lnTo>
                  <a:lnTo>
                    <a:pt x="21539" y="1255394"/>
                  </a:lnTo>
                  <a:lnTo>
                    <a:pt x="18757" y="1253108"/>
                  </a:lnTo>
                  <a:lnTo>
                    <a:pt x="16192" y="1250568"/>
                  </a:lnTo>
                  <a:lnTo>
                    <a:pt x="13627" y="1248028"/>
                  </a:lnTo>
                  <a:lnTo>
                    <a:pt x="11328" y="1245234"/>
                  </a:lnTo>
                  <a:lnTo>
                    <a:pt x="9321" y="1242186"/>
                  </a:lnTo>
                  <a:lnTo>
                    <a:pt x="7302" y="1239138"/>
                  </a:lnTo>
                  <a:lnTo>
                    <a:pt x="5600" y="1235963"/>
                  </a:lnTo>
                  <a:lnTo>
                    <a:pt x="4216" y="1232661"/>
                  </a:lnTo>
                  <a:lnTo>
                    <a:pt x="2819" y="1229359"/>
                  </a:lnTo>
                  <a:lnTo>
                    <a:pt x="1778" y="1225803"/>
                  </a:lnTo>
                  <a:lnTo>
                    <a:pt x="1066" y="1222247"/>
                  </a:lnTo>
                  <a:lnTo>
                    <a:pt x="355" y="1218691"/>
                  </a:lnTo>
                  <a:lnTo>
                    <a:pt x="0" y="1215135"/>
                  </a:lnTo>
                  <a:lnTo>
                    <a:pt x="0" y="1211579"/>
                  </a:lnTo>
                  <a:close/>
                </a:path>
              </a:pathLst>
            </a:custGeom>
            <a:ln w="9525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2137" y="3474212"/>
              <a:ext cx="101803" cy="139192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190110" y="3135122"/>
            <a:ext cx="1307846" cy="15468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183507" y="3528314"/>
            <a:ext cx="751078" cy="14782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999735" y="3527805"/>
            <a:ext cx="766572" cy="11925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825744" y="3528314"/>
            <a:ext cx="675893" cy="11874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570980" y="3528314"/>
            <a:ext cx="962025" cy="11874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597393" y="3527933"/>
            <a:ext cx="536448" cy="11912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203183" y="3528314"/>
            <a:ext cx="357250" cy="118745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8630031" y="3528695"/>
            <a:ext cx="270510" cy="118745"/>
          </a:xfrm>
          <a:custGeom>
            <a:avLst/>
            <a:gdLst/>
            <a:ahLst/>
            <a:cxnLst/>
            <a:rect l="l" t="t" r="r" b="b"/>
            <a:pathLst>
              <a:path w="270509" h="118745">
                <a:moveTo>
                  <a:pt x="66906" y="46354"/>
                </a:moveTo>
                <a:lnTo>
                  <a:pt x="39116" y="46354"/>
                </a:lnTo>
                <a:lnTo>
                  <a:pt x="43179" y="46862"/>
                </a:lnTo>
                <a:lnTo>
                  <a:pt x="42566" y="46862"/>
                </a:lnTo>
                <a:lnTo>
                  <a:pt x="45000" y="47624"/>
                </a:lnTo>
                <a:lnTo>
                  <a:pt x="47540" y="48386"/>
                </a:lnTo>
                <a:lnTo>
                  <a:pt x="47342" y="48386"/>
                </a:lnTo>
                <a:lnTo>
                  <a:pt x="49149" y="49402"/>
                </a:lnTo>
                <a:lnTo>
                  <a:pt x="50673" y="50926"/>
                </a:lnTo>
                <a:lnTo>
                  <a:pt x="52324" y="52450"/>
                </a:lnTo>
                <a:lnTo>
                  <a:pt x="53467" y="54228"/>
                </a:lnTo>
                <a:lnTo>
                  <a:pt x="54101" y="56514"/>
                </a:lnTo>
                <a:lnTo>
                  <a:pt x="54876" y="58927"/>
                </a:lnTo>
                <a:lnTo>
                  <a:pt x="55118" y="61340"/>
                </a:lnTo>
                <a:lnTo>
                  <a:pt x="55118" y="70103"/>
                </a:lnTo>
                <a:lnTo>
                  <a:pt x="36575" y="70103"/>
                </a:lnTo>
                <a:lnTo>
                  <a:pt x="30479" y="70611"/>
                </a:lnTo>
                <a:lnTo>
                  <a:pt x="3048" y="84200"/>
                </a:lnTo>
                <a:lnTo>
                  <a:pt x="1016" y="87248"/>
                </a:lnTo>
                <a:lnTo>
                  <a:pt x="0" y="91058"/>
                </a:lnTo>
                <a:lnTo>
                  <a:pt x="0" y="98932"/>
                </a:lnTo>
                <a:lnTo>
                  <a:pt x="640" y="101599"/>
                </a:lnTo>
                <a:lnTo>
                  <a:pt x="762" y="102107"/>
                </a:lnTo>
                <a:lnTo>
                  <a:pt x="14234" y="115823"/>
                </a:lnTo>
                <a:lnTo>
                  <a:pt x="14430" y="115823"/>
                </a:lnTo>
                <a:lnTo>
                  <a:pt x="21336" y="117728"/>
                </a:lnTo>
                <a:lnTo>
                  <a:pt x="25400" y="118363"/>
                </a:lnTo>
                <a:lnTo>
                  <a:pt x="35178" y="118363"/>
                </a:lnTo>
                <a:lnTo>
                  <a:pt x="40004" y="117347"/>
                </a:lnTo>
                <a:lnTo>
                  <a:pt x="44703" y="115315"/>
                </a:lnTo>
                <a:lnTo>
                  <a:pt x="49275" y="113410"/>
                </a:lnTo>
                <a:lnTo>
                  <a:pt x="53467" y="110616"/>
                </a:lnTo>
                <a:lnTo>
                  <a:pt x="56994" y="107441"/>
                </a:lnTo>
                <a:lnTo>
                  <a:pt x="27304" y="107441"/>
                </a:lnTo>
                <a:lnTo>
                  <a:pt x="23368" y="106298"/>
                </a:lnTo>
                <a:lnTo>
                  <a:pt x="17652" y="101599"/>
                </a:lnTo>
                <a:lnTo>
                  <a:pt x="16255" y="98551"/>
                </a:lnTo>
                <a:lnTo>
                  <a:pt x="16255" y="92328"/>
                </a:lnTo>
                <a:lnTo>
                  <a:pt x="37338" y="80136"/>
                </a:lnTo>
                <a:lnTo>
                  <a:pt x="70866" y="80136"/>
                </a:lnTo>
                <a:lnTo>
                  <a:pt x="70866" y="58927"/>
                </a:lnTo>
                <a:lnTo>
                  <a:pt x="70230" y="54863"/>
                </a:lnTo>
                <a:lnTo>
                  <a:pt x="69088" y="51307"/>
                </a:lnTo>
                <a:lnTo>
                  <a:pt x="67818" y="47751"/>
                </a:lnTo>
                <a:lnTo>
                  <a:pt x="66906" y="46354"/>
                </a:lnTo>
                <a:close/>
              </a:path>
              <a:path w="270509" h="118745">
                <a:moveTo>
                  <a:pt x="70739" y="116585"/>
                </a:moveTo>
                <a:lnTo>
                  <a:pt x="69596" y="116585"/>
                </a:lnTo>
                <a:lnTo>
                  <a:pt x="68326" y="117093"/>
                </a:lnTo>
                <a:lnTo>
                  <a:pt x="61087" y="117093"/>
                </a:lnTo>
                <a:lnTo>
                  <a:pt x="63880" y="117347"/>
                </a:lnTo>
                <a:lnTo>
                  <a:pt x="64389" y="117347"/>
                </a:lnTo>
                <a:lnTo>
                  <a:pt x="67183" y="117093"/>
                </a:lnTo>
                <a:lnTo>
                  <a:pt x="70739" y="116585"/>
                </a:lnTo>
                <a:close/>
              </a:path>
              <a:path w="270509" h="118745">
                <a:moveTo>
                  <a:pt x="58420" y="116585"/>
                </a:moveTo>
                <a:lnTo>
                  <a:pt x="57403" y="116585"/>
                </a:lnTo>
                <a:lnTo>
                  <a:pt x="60959" y="117093"/>
                </a:lnTo>
                <a:lnTo>
                  <a:pt x="59944" y="117093"/>
                </a:lnTo>
                <a:lnTo>
                  <a:pt x="58420" y="116585"/>
                </a:lnTo>
                <a:close/>
              </a:path>
              <a:path w="270509" h="118745">
                <a:moveTo>
                  <a:pt x="70866" y="107187"/>
                </a:moveTo>
                <a:lnTo>
                  <a:pt x="57276" y="107187"/>
                </a:lnTo>
                <a:lnTo>
                  <a:pt x="57276" y="115315"/>
                </a:lnTo>
                <a:lnTo>
                  <a:pt x="57530" y="115823"/>
                </a:lnTo>
                <a:lnTo>
                  <a:pt x="57912" y="116204"/>
                </a:lnTo>
                <a:lnTo>
                  <a:pt x="58420" y="116585"/>
                </a:lnTo>
                <a:lnTo>
                  <a:pt x="59944" y="117093"/>
                </a:lnTo>
                <a:lnTo>
                  <a:pt x="68326" y="117093"/>
                </a:lnTo>
                <a:lnTo>
                  <a:pt x="69596" y="116585"/>
                </a:lnTo>
                <a:lnTo>
                  <a:pt x="70612" y="115823"/>
                </a:lnTo>
                <a:lnTo>
                  <a:pt x="70866" y="115315"/>
                </a:lnTo>
                <a:lnTo>
                  <a:pt x="70866" y="107187"/>
                </a:lnTo>
                <a:close/>
              </a:path>
              <a:path w="270509" h="118745">
                <a:moveTo>
                  <a:pt x="70866" y="80136"/>
                </a:moveTo>
                <a:lnTo>
                  <a:pt x="55118" y="80136"/>
                </a:lnTo>
                <a:lnTo>
                  <a:pt x="55118" y="96138"/>
                </a:lnTo>
                <a:lnTo>
                  <a:pt x="51308" y="99948"/>
                </a:lnTo>
                <a:lnTo>
                  <a:pt x="47498" y="102869"/>
                </a:lnTo>
                <a:lnTo>
                  <a:pt x="44069" y="104647"/>
                </a:lnTo>
                <a:lnTo>
                  <a:pt x="40513" y="106552"/>
                </a:lnTo>
                <a:lnTo>
                  <a:pt x="36575" y="107441"/>
                </a:lnTo>
                <a:lnTo>
                  <a:pt x="56994" y="107441"/>
                </a:lnTo>
                <a:lnTo>
                  <a:pt x="57276" y="107187"/>
                </a:lnTo>
                <a:lnTo>
                  <a:pt x="70866" y="107187"/>
                </a:lnTo>
                <a:lnTo>
                  <a:pt x="70866" y="80136"/>
                </a:lnTo>
                <a:close/>
              </a:path>
              <a:path w="270509" h="118745">
                <a:moveTo>
                  <a:pt x="43052" y="35178"/>
                </a:moveTo>
                <a:lnTo>
                  <a:pt x="33527" y="35178"/>
                </a:lnTo>
                <a:lnTo>
                  <a:pt x="30225" y="35432"/>
                </a:lnTo>
                <a:lnTo>
                  <a:pt x="23749" y="36448"/>
                </a:lnTo>
                <a:lnTo>
                  <a:pt x="20700" y="37210"/>
                </a:lnTo>
                <a:lnTo>
                  <a:pt x="18034" y="37972"/>
                </a:lnTo>
                <a:lnTo>
                  <a:pt x="15240" y="38734"/>
                </a:lnTo>
                <a:lnTo>
                  <a:pt x="4572" y="45592"/>
                </a:lnTo>
                <a:lnTo>
                  <a:pt x="4572" y="51815"/>
                </a:lnTo>
                <a:lnTo>
                  <a:pt x="4724" y="52196"/>
                </a:lnTo>
                <a:lnTo>
                  <a:pt x="4825" y="52450"/>
                </a:lnTo>
                <a:lnTo>
                  <a:pt x="5079" y="52831"/>
                </a:lnTo>
                <a:lnTo>
                  <a:pt x="5334" y="53339"/>
                </a:lnTo>
                <a:lnTo>
                  <a:pt x="5842" y="53847"/>
                </a:lnTo>
                <a:lnTo>
                  <a:pt x="6096" y="53847"/>
                </a:lnTo>
                <a:lnTo>
                  <a:pt x="6667" y="54228"/>
                </a:lnTo>
                <a:lnTo>
                  <a:pt x="8254" y="54228"/>
                </a:lnTo>
                <a:lnTo>
                  <a:pt x="9398" y="53847"/>
                </a:lnTo>
                <a:lnTo>
                  <a:pt x="10922" y="52958"/>
                </a:lnTo>
                <a:lnTo>
                  <a:pt x="12446" y="52196"/>
                </a:lnTo>
                <a:lnTo>
                  <a:pt x="16764" y="50291"/>
                </a:lnTo>
                <a:lnTo>
                  <a:pt x="19176" y="49402"/>
                </a:lnTo>
                <a:lnTo>
                  <a:pt x="21844" y="48386"/>
                </a:lnTo>
                <a:lnTo>
                  <a:pt x="28067" y="46862"/>
                </a:lnTo>
                <a:lnTo>
                  <a:pt x="31496" y="46354"/>
                </a:lnTo>
                <a:lnTo>
                  <a:pt x="66906" y="46354"/>
                </a:lnTo>
                <a:lnTo>
                  <a:pt x="65913" y="44830"/>
                </a:lnTo>
                <a:lnTo>
                  <a:pt x="60578" y="40004"/>
                </a:lnTo>
                <a:lnTo>
                  <a:pt x="57023" y="38226"/>
                </a:lnTo>
                <a:lnTo>
                  <a:pt x="52704" y="36956"/>
                </a:lnTo>
                <a:lnTo>
                  <a:pt x="48387" y="35813"/>
                </a:lnTo>
                <a:lnTo>
                  <a:pt x="43052" y="35178"/>
                </a:lnTo>
                <a:close/>
              </a:path>
              <a:path w="270509" h="118745">
                <a:moveTo>
                  <a:pt x="109093" y="117093"/>
                </a:moveTo>
                <a:lnTo>
                  <a:pt x="101346" y="117093"/>
                </a:lnTo>
                <a:lnTo>
                  <a:pt x="102362" y="117220"/>
                </a:lnTo>
                <a:lnTo>
                  <a:pt x="108076" y="117220"/>
                </a:lnTo>
                <a:lnTo>
                  <a:pt x="109093" y="117093"/>
                </a:lnTo>
                <a:close/>
              </a:path>
              <a:path w="270509" h="118745">
                <a:moveTo>
                  <a:pt x="167640" y="117093"/>
                </a:moveTo>
                <a:lnTo>
                  <a:pt x="159893" y="117093"/>
                </a:lnTo>
                <a:lnTo>
                  <a:pt x="160909" y="117220"/>
                </a:lnTo>
                <a:lnTo>
                  <a:pt x="166624" y="117220"/>
                </a:lnTo>
                <a:lnTo>
                  <a:pt x="167640" y="117093"/>
                </a:lnTo>
                <a:close/>
              </a:path>
              <a:path w="270509" h="118745">
                <a:moveTo>
                  <a:pt x="111040" y="116712"/>
                </a:moveTo>
                <a:lnTo>
                  <a:pt x="99568" y="116712"/>
                </a:lnTo>
                <a:lnTo>
                  <a:pt x="100710" y="117093"/>
                </a:lnTo>
                <a:lnTo>
                  <a:pt x="109643" y="117093"/>
                </a:lnTo>
                <a:lnTo>
                  <a:pt x="111040" y="116712"/>
                </a:lnTo>
                <a:close/>
              </a:path>
              <a:path w="270509" h="118745">
                <a:moveTo>
                  <a:pt x="169418" y="116712"/>
                </a:moveTo>
                <a:lnTo>
                  <a:pt x="157988" y="116712"/>
                </a:lnTo>
                <a:lnTo>
                  <a:pt x="159321" y="117093"/>
                </a:lnTo>
                <a:lnTo>
                  <a:pt x="168275" y="117093"/>
                </a:lnTo>
                <a:lnTo>
                  <a:pt x="169418" y="116712"/>
                </a:lnTo>
                <a:close/>
              </a:path>
              <a:path w="270509" h="118745">
                <a:moveTo>
                  <a:pt x="108203" y="36448"/>
                </a:moveTo>
                <a:lnTo>
                  <a:pt x="100965" y="36448"/>
                </a:lnTo>
                <a:lnTo>
                  <a:pt x="99314" y="36702"/>
                </a:lnTo>
                <a:lnTo>
                  <a:pt x="98805" y="36956"/>
                </a:lnTo>
                <a:lnTo>
                  <a:pt x="98171" y="37210"/>
                </a:lnTo>
                <a:lnTo>
                  <a:pt x="97790" y="37464"/>
                </a:lnTo>
                <a:lnTo>
                  <a:pt x="97663" y="37845"/>
                </a:lnTo>
                <a:lnTo>
                  <a:pt x="97409" y="38099"/>
                </a:lnTo>
                <a:lnTo>
                  <a:pt x="97409" y="115442"/>
                </a:lnTo>
                <a:lnTo>
                  <a:pt x="97663" y="115696"/>
                </a:lnTo>
                <a:lnTo>
                  <a:pt x="97917" y="116077"/>
                </a:lnTo>
                <a:lnTo>
                  <a:pt x="98298" y="116331"/>
                </a:lnTo>
                <a:lnTo>
                  <a:pt x="99250" y="116712"/>
                </a:lnTo>
                <a:lnTo>
                  <a:pt x="111188" y="116712"/>
                </a:lnTo>
                <a:lnTo>
                  <a:pt x="112141" y="116331"/>
                </a:lnTo>
                <a:lnTo>
                  <a:pt x="112522" y="116077"/>
                </a:lnTo>
                <a:lnTo>
                  <a:pt x="112775" y="115696"/>
                </a:lnTo>
                <a:lnTo>
                  <a:pt x="113029" y="115442"/>
                </a:lnTo>
                <a:lnTo>
                  <a:pt x="113157" y="115061"/>
                </a:lnTo>
                <a:lnTo>
                  <a:pt x="113157" y="61721"/>
                </a:lnTo>
                <a:lnTo>
                  <a:pt x="117475" y="56895"/>
                </a:lnTo>
                <a:lnTo>
                  <a:pt x="121666" y="53339"/>
                </a:lnTo>
                <a:lnTo>
                  <a:pt x="125602" y="50926"/>
                </a:lnTo>
                <a:lnTo>
                  <a:pt x="128752" y="48894"/>
                </a:lnTo>
                <a:lnTo>
                  <a:pt x="111633" y="48894"/>
                </a:lnTo>
                <a:lnTo>
                  <a:pt x="111633" y="38480"/>
                </a:lnTo>
                <a:lnTo>
                  <a:pt x="111505" y="38099"/>
                </a:lnTo>
                <a:lnTo>
                  <a:pt x="111251" y="37845"/>
                </a:lnTo>
                <a:lnTo>
                  <a:pt x="111125" y="37464"/>
                </a:lnTo>
                <a:lnTo>
                  <a:pt x="110744" y="37210"/>
                </a:lnTo>
                <a:lnTo>
                  <a:pt x="109727" y="36702"/>
                </a:lnTo>
                <a:lnTo>
                  <a:pt x="108203" y="36448"/>
                </a:lnTo>
                <a:close/>
              </a:path>
              <a:path w="270509" h="118745">
                <a:moveTo>
                  <a:pt x="167039" y="47116"/>
                </a:moveTo>
                <a:lnTo>
                  <a:pt x="140589" y="47116"/>
                </a:lnTo>
                <a:lnTo>
                  <a:pt x="143255" y="47624"/>
                </a:lnTo>
                <a:lnTo>
                  <a:pt x="145669" y="48640"/>
                </a:lnTo>
                <a:lnTo>
                  <a:pt x="147954" y="49656"/>
                </a:lnTo>
                <a:lnTo>
                  <a:pt x="149860" y="51180"/>
                </a:lnTo>
                <a:lnTo>
                  <a:pt x="151257" y="53085"/>
                </a:lnTo>
                <a:lnTo>
                  <a:pt x="152780" y="54990"/>
                </a:lnTo>
                <a:lnTo>
                  <a:pt x="155955" y="115442"/>
                </a:lnTo>
                <a:lnTo>
                  <a:pt x="156210" y="115696"/>
                </a:lnTo>
                <a:lnTo>
                  <a:pt x="156464" y="116077"/>
                </a:lnTo>
                <a:lnTo>
                  <a:pt x="156845" y="116331"/>
                </a:lnTo>
                <a:lnTo>
                  <a:pt x="157797" y="116712"/>
                </a:lnTo>
                <a:lnTo>
                  <a:pt x="169799" y="116712"/>
                </a:lnTo>
                <a:lnTo>
                  <a:pt x="170561" y="116331"/>
                </a:lnTo>
                <a:lnTo>
                  <a:pt x="170942" y="116077"/>
                </a:lnTo>
                <a:lnTo>
                  <a:pt x="171196" y="115696"/>
                </a:lnTo>
                <a:lnTo>
                  <a:pt x="171450" y="115442"/>
                </a:lnTo>
                <a:lnTo>
                  <a:pt x="171425" y="61721"/>
                </a:lnTo>
                <a:lnTo>
                  <a:pt x="167259" y="47370"/>
                </a:lnTo>
                <a:lnTo>
                  <a:pt x="167039" y="47116"/>
                </a:lnTo>
                <a:close/>
              </a:path>
              <a:path w="270509" h="118745">
                <a:moveTo>
                  <a:pt x="153071" y="36702"/>
                </a:moveTo>
                <a:lnTo>
                  <a:pt x="129864" y="36702"/>
                </a:lnTo>
                <a:lnTo>
                  <a:pt x="126111" y="38480"/>
                </a:lnTo>
                <a:lnTo>
                  <a:pt x="121285" y="40639"/>
                </a:lnTo>
                <a:lnTo>
                  <a:pt x="116459" y="44195"/>
                </a:lnTo>
                <a:lnTo>
                  <a:pt x="111633" y="48894"/>
                </a:lnTo>
                <a:lnTo>
                  <a:pt x="128752" y="48894"/>
                </a:lnTo>
                <a:lnTo>
                  <a:pt x="129540" y="48386"/>
                </a:lnTo>
                <a:lnTo>
                  <a:pt x="133603" y="47116"/>
                </a:lnTo>
                <a:lnTo>
                  <a:pt x="167039" y="47116"/>
                </a:lnTo>
                <a:lnTo>
                  <a:pt x="164846" y="44576"/>
                </a:lnTo>
                <a:lnTo>
                  <a:pt x="162433" y="41655"/>
                </a:lnTo>
                <a:lnTo>
                  <a:pt x="159258" y="39369"/>
                </a:lnTo>
                <a:lnTo>
                  <a:pt x="155321" y="37718"/>
                </a:lnTo>
                <a:lnTo>
                  <a:pt x="153071" y="36702"/>
                </a:lnTo>
                <a:close/>
              </a:path>
              <a:path w="270509" h="118745">
                <a:moveTo>
                  <a:pt x="130400" y="36448"/>
                </a:moveTo>
                <a:lnTo>
                  <a:pt x="108076" y="36448"/>
                </a:lnTo>
                <a:lnTo>
                  <a:pt x="109854" y="36702"/>
                </a:lnTo>
                <a:lnTo>
                  <a:pt x="129864" y="36702"/>
                </a:lnTo>
                <a:lnTo>
                  <a:pt x="130400" y="36448"/>
                </a:lnTo>
                <a:close/>
              </a:path>
              <a:path w="270509" h="118745">
                <a:moveTo>
                  <a:pt x="146558" y="35178"/>
                </a:moveTo>
                <a:lnTo>
                  <a:pt x="135890" y="35178"/>
                </a:lnTo>
                <a:lnTo>
                  <a:pt x="130937" y="36194"/>
                </a:lnTo>
                <a:lnTo>
                  <a:pt x="130400" y="36448"/>
                </a:lnTo>
                <a:lnTo>
                  <a:pt x="152508" y="36448"/>
                </a:lnTo>
                <a:lnTo>
                  <a:pt x="151384" y="35940"/>
                </a:lnTo>
                <a:lnTo>
                  <a:pt x="146558" y="35178"/>
                </a:lnTo>
                <a:close/>
              </a:path>
              <a:path w="270509" h="118745">
                <a:moveTo>
                  <a:pt x="233172" y="35178"/>
                </a:moveTo>
                <a:lnTo>
                  <a:pt x="222123" y="35178"/>
                </a:lnTo>
                <a:lnTo>
                  <a:pt x="216662" y="36194"/>
                </a:lnTo>
                <a:lnTo>
                  <a:pt x="191770" y="65277"/>
                </a:lnTo>
                <a:lnTo>
                  <a:pt x="190880" y="71246"/>
                </a:lnTo>
                <a:lnTo>
                  <a:pt x="190942" y="83692"/>
                </a:lnTo>
                <a:lnTo>
                  <a:pt x="191392" y="87375"/>
                </a:lnTo>
                <a:lnTo>
                  <a:pt x="191516" y="88391"/>
                </a:lnTo>
                <a:lnTo>
                  <a:pt x="192913" y="93344"/>
                </a:lnTo>
                <a:lnTo>
                  <a:pt x="194183" y="98297"/>
                </a:lnTo>
                <a:lnTo>
                  <a:pt x="196215" y="102615"/>
                </a:lnTo>
                <a:lnTo>
                  <a:pt x="219710" y="118363"/>
                </a:lnTo>
                <a:lnTo>
                  <a:pt x="231901" y="118363"/>
                </a:lnTo>
                <a:lnTo>
                  <a:pt x="237236" y="117093"/>
                </a:lnTo>
                <a:lnTo>
                  <a:pt x="242062" y="114680"/>
                </a:lnTo>
                <a:lnTo>
                  <a:pt x="247015" y="112267"/>
                </a:lnTo>
                <a:lnTo>
                  <a:pt x="251714" y="108965"/>
                </a:lnTo>
                <a:lnTo>
                  <a:pt x="254328" y="106425"/>
                </a:lnTo>
                <a:lnTo>
                  <a:pt x="224663" y="106425"/>
                </a:lnTo>
                <a:lnTo>
                  <a:pt x="221234" y="105536"/>
                </a:lnTo>
                <a:lnTo>
                  <a:pt x="215646" y="102234"/>
                </a:lnTo>
                <a:lnTo>
                  <a:pt x="213487" y="99948"/>
                </a:lnTo>
                <a:lnTo>
                  <a:pt x="211836" y="97027"/>
                </a:lnTo>
                <a:lnTo>
                  <a:pt x="210260" y="94360"/>
                </a:lnTo>
                <a:lnTo>
                  <a:pt x="207391" y="80009"/>
                </a:lnTo>
                <a:lnTo>
                  <a:pt x="207391" y="72643"/>
                </a:lnTo>
                <a:lnTo>
                  <a:pt x="219201" y="49656"/>
                </a:lnTo>
                <a:lnTo>
                  <a:pt x="221996" y="47878"/>
                </a:lnTo>
                <a:lnTo>
                  <a:pt x="225425" y="47116"/>
                </a:lnTo>
                <a:lnTo>
                  <a:pt x="270180" y="47116"/>
                </a:lnTo>
                <a:lnTo>
                  <a:pt x="270179" y="46608"/>
                </a:lnTo>
                <a:lnTo>
                  <a:pt x="254380" y="46608"/>
                </a:lnTo>
                <a:lnTo>
                  <a:pt x="250317" y="42798"/>
                </a:lnTo>
                <a:lnTo>
                  <a:pt x="246316" y="40131"/>
                </a:lnTo>
                <a:lnTo>
                  <a:pt x="241935" y="38099"/>
                </a:lnTo>
                <a:lnTo>
                  <a:pt x="237744" y="36067"/>
                </a:lnTo>
                <a:lnTo>
                  <a:pt x="233172" y="35178"/>
                </a:lnTo>
                <a:close/>
              </a:path>
              <a:path w="270509" h="118745">
                <a:moveTo>
                  <a:pt x="257810" y="116585"/>
                </a:moveTo>
                <a:lnTo>
                  <a:pt x="256920" y="116585"/>
                </a:lnTo>
                <a:lnTo>
                  <a:pt x="260985" y="117220"/>
                </a:lnTo>
                <a:lnTo>
                  <a:pt x="265811" y="117220"/>
                </a:lnTo>
                <a:lnTo>
                  <a:pt x="266700" y="117093"/>
                </a:lnTo>
                <a:lnTo>
                  <a:pt x="259079" y="117093"/>
                </a:lnTo>
                <a:lnTo>
                  <a:pt x="257810" y="116585"/>
                </a:lnTo>
                <a:close/>
              </a:path>
              <a:path w="270509" h="118745">
                <a:moveTo>
                  <a:pt x="270244" y="104647"/>
                </a:moveTo>
                <a:lnTo>
                  <a:pt x="256159" y="104647"/>
                </a:lnTo>
                <a:lnTo>
                  <a:pt x="256286" y="115442"/>
                </a:lnTo>
                <a:lnTo>
                  <a:pt x="256540" y="115823"/>
                </a:lnTo>
                <a:lnTo>
                  <a:pt x="257301" y="116331"/>
                </a:lnTo>
                <a:lnTo>
                  <a:pt x="257810" y="116585"/>
                </a:lnTo>
                <a:lnTo>
                  <a:pt x="259079" y="117093"/>
                </a:lnTo>
                <a:lnTo>
                  <a:pt x="267589" y="117093"/>
                </a:lnTo>
                <a:lnTo>
                  <a:pt x="270255" y="115442"/>
                </a:lnTo>
                <a:lnTo>
                  <a:pt x="270244" y="104647"/>
                </a:lnTo>
                <a:close/>
              </a:path>
              <a:path w="270509" h="118745">
                <a:moveTo>
                  <a:pt x="269494" y="116585"/>
                </a:moveTo>
                <a:lnTo>
                  <a:pt x="268859" y="116585"/>
                </a:lnTo>
                <a:lnTo>
                  <a:pt x="267589" y="117093"/>
                </a:lnTo>
                <a:lnTo>
                  <a:pt x="266954" y="117093"/>
                </a:lnTo>
                <a:lnTo>
                  <a:pt x="269494" y="116585"/>
                </a:lnTo>
                <a:close/>
              </a:path>
              <a:path w="270509" h="118745">
                <a:moveTo>
                  <a:pt x="270180" y="47116"/>
                </a:moveTo>
                <a:lnTo>
                  <a:pt x="233807" y="47116"/>
                </a:lnTo>
                <a:lnTo>
                  <a:pt x="237998" y="48259"/>
                </a:lnTo>
                <a:lnTo>
                  <a:pt x="241935" y="50799"/>
                </a:lnTo>
                <a:lnTo>
                  <a:pt x="245999" y="53212"/>
                </a:lnTo>
                <a:lnTo>
                  <a:pt x="250063" y="56768"/>
                </a:lnTo>
                <a:lnTo>
                  <a:pt x="254380" y="61340"/>
                </a:lnTo>
                <a:lnTo>
                  <a:pt x="254380" y="91693"/>
                </a:lnTo>
                <a:lnTo>
                  <a:pt x="251968" y="94360"/>
                </a:lnTo>
                <a:lnTo>
                  <a:pt x="249554" y="96773"/>
                </a:lnTo>
                <a:lnTo>
                  <a:pt x="247269" y="98551"/>
                </a:lnTo>
                <a:lnTo>
                  <a:pt x="245110" y="100456"/>
                </a:lnTo>
                <a:lnTo>
                  <a:pt x="242950" y="101980"/>
                </a:lnTo>
                <a:lnTo>
                  <a:pt x="240919" y="103123"/>
                </a:lnTo>
                <a:lnTo>
                  <a:pt x="238887" y="104393"/>
                </a:lnTo>
                <a:lnTo>
                  <a:pt x="236854" y="105155"/>
                </a:lnTo>
                <a:lnTo>
                  <a:pt x="234950" y="105663"/>
                </a:lnTo>
                <a:lnTo>
                  <a:pt x="232410" y="106298"/>
                </a:lnTo>
                <a:lnTo>
                  <a:pt x="231902" y="106298"/>
                </a:lnTo>
                <a:lnTo>
                  <a:pt x="230886" y="106425"/>
                </a:lnTo>
                <a:lnTo>
                  <a:pt x="254328" y="106425"/>
                </a:lnTo>
                <a:lnTo>
                  <a:pt x="256159" y="104647"/>
                </a:lnTo>
                <a:lnTo>
                  <a:pt x="270244" y="104647"/>
                </a:lnTo>
                <a:lnTo>
                  <a:pt x="270180" y="47116"/>
                </a:lnTo>
                <a:close/>
              </a:path>
              <a:path w="270509" h="118745">
                <a:moveTo>
                  <a:pt x="267970" y="380"/>
                </a:moveTo>
                <a:lnTo>
                  <a:pt x="256667" y="380"/>
                </a:lnTo>
                <a:lnTo>
                  <a:pt x="255397" y="888"/>
                </a:lnTo>
                <a:lnTo>
                  <a:pt x="255016" y="1142"/>
                </a:lnTo>
                <a:lnTo>
                  <a:pt x="254762" y="1523"/>
                </a:lnTo>
                <a:lnTo>
                  <a:pt x="254508" y="1777"/>
                </a:lnTo>
                <a:lnTo>
                  <a:pt x="254380" y="2158"/>
                </a:lnTo>
                <a:lnTo>
                  <a:pt x="254380" y="46608"/>
                </a:lnTo>
                <a:lnTo>
                  <a:pt x="270179" y="46608"/>
                </a:lnTo>
                <a:lnTo>
                  <a:pt x="270128" y="1777"/>
                </a:lnTo>
                <a:lnTo>
                  <a:pt x="269875" y="1523"/>
                </a:lnTo>
                <a:lnTo>
                  <a:pt x="269621" y="1142"/>
                </a:lnTo>
                <a:lnTo>
                  <a:pt x="268604" y="634"/>
                </a:lnTo>
                <a:lnTo>
                  <a:pt x="267970" y="380"/>
                </a:lnTo>
                <a:close/>
              </a:path>
              <a:path w="270509" h="118745">
                <a:moveTo>
                  <a:pt x="265175" y="0"/>
                </a:moveTo>
                <a:lnTo>
                  <a:pt x="259461" y="0"/>
                </a:lnTo>
                <a:lnTo>
                  <a:pt x="256413" y="380"/>
                </a:lnTo>
                <a:lnTo>
                  <a:pt x="268224" y="380"/>
                </a:lnTo>
                <a:lnTo>
                  <a:pt x="265175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969882" y="3528314"/>
            <a:ext cx="734218" cy="14770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762997" y="3544951"/>
            <a:ext cx="650621" cy="13119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190365" y="3794505"/>
            <a:ext cx="742442" cy="11925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007228" y="3795014"/>
            <a:ext cx="385953" cy="14770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470905" y="3794505"/>
            <a:ext cx="90551" cy="11811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615559" y="3830573"/>
            <a:ext cx="70230" cy="8318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755513" y="3795014"/>
            <a:ext cx="591565" cy="11874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419596" y="3800475"/>
            <a:ext cx="96647" cy="11328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579107" y="3795395"/>
            <a:ext cx="699770" cy="14097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342758" y="3795014"/>
            <a:ext cx="710692" cy="14782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121904" y="3800475"/>
            <a:ext cx="502157" cy="113284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4095750" y="4168266"/>
            <a:ext cx="6648450" cy="9525"/>
          </a:xfrm>
          <a:custGeom>
            <a:avLst/>
            <a:gdLst/>
            <a:ahLst/>
            <a:cxnLst/>
            <a:rect l="l" t="t" r="r" b="b"/>
            <a:pathLst>
              <a:path w="6648450" h="9525">
                <a:moveTo>
                  <a:pt x="6641465" y="0"/>
                </a:moveTo>
                <a:lnTo>
                  <a:pt x="9525" y="0"/>
                </a:lnTo>
                <a:lnTo>
                  <a:pt x="6858" y="0"/>
                </a:lnTo>
                <a:lnTo>
                  <a:pt x="4572" y="507"/>
                </a:lnTo>
                <a:lnTo>
                  <a:pt x="888" y="2412"/>
                </a:lnTo>
                <a:lnTo>
                  <a:pt x="0" y="3555"/>
                </a:lnTo>
                <a:lnTo>
                  <a:pt x="0" y="6095"/>
                </a:lnTo>
                <a:lnTo>
                  <a:pt x="888" y="7238"/>
                </a:lnTo>
                <a:lnTo>
                  <a:pt x="4572" y="9143"/>
                </a:lnTo>
                <a:lnTo>
                  <a:pt x="6858" y="9524"/>
                </a:lnTo>
                <a:lnTo>
                  <a:pt x="6641465" y="9524"/>
                </a:lnTo>
                <a:lnTo>
                  <a:pt x="6643624" y="9143"/>
                </a:lnTo>
                <a:lnTo>
                  <a:pt x="6647433" y="7238"/>
                </a:lnTo>
                <a:lnTo>
                  <a:pt x="6648323" y="6095"/>
                </a:lnTo>
                <a:lnTo>
                  <a:pt x="6648323" y="3555"/>
                </a:lnTo>
                <a:lnTo>
                  <a:pt x="6647433" y="2412"/>
                </a:lnTo>
                <a:lnTo>
                  <a:pt x="6643624" y="507"/>
                </a:lnTo>
                <a:lnTo>
                  <a:pt x="6641465" y="0"/>
                </a:lnTo>
                <a:close/>
              </a:path>
            </a:pathLst>
          </a:custGeom>
          <a:solidFill>
            <a:srgbClr val="473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600062" y="4258754"/>
            <a:ext cx="5114925" cy="1552575"/>
            <a:chOff x="600062" y="4258754"/>
            <a:chExt cx="5114925" cy="1552575"/>
          </a:xfrm>
        </p:grpSpPr>
        <p:pic>
          <p:nvPicPr>
            <p:cNvPr id="58" name="object 5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1459" y="4263516"/>
              <a:ext cx="5108714" cy="154301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04824" y="4263516"/>
              <a:ext cx="5105400" cy="1543050"/>
            </a:xfrm>
            <a:custGeom>
              <a:avLst/>
              <a:gdLst/>
              <a:ahLst/>
              <a:cxnLst/>
              <a:rect l="l" t="t" r="r" b="b"/>
              <a:pathLst>
                <a:path w="5105400" h="1543050">
                  <a:moveTo>
                    <a:pt x="0" y="1487779"/>
                  </a:moveTo>
                  <a:lnTo>
                    <a:pt x="0" y="55244"/>
                  </a:lnTo>
                  <a:lnTo>
                    <a:pt x="0" y="51688"/>
                  </a:lnTo>
                  <a:lnTo>
                    <a:pt x="355" y="48132"/>
                  </a:lnTo>
                  <a:lnTo>
                    <a:pt x="1066" y="44576"/>
                  </a:lnTo>
                  <a:lnTo>
                    <a:pt x="1778" y="41020"/>
                  </a:lnTo>
                  <a:lnTo>
                    <a:pt x="2819" y="37464"/>
                  </a:lnTo>
                  <a:lnTo>
                    <a:pt x="4216" y="34162"/>
                  </a:lnTo>
                  <a:lnTo>
                    <a:pt x="5600" y="30860"/>
                  </a:lnTo>
                  <a:lnTo>
                    <a:pt x="7302" y="27685"/>
                  </a:lnTo>
                  <a:lnTo>
                    <a:pt x="9321" y="24637"/>
                  </a:lnTo>
                  <a:lnTo>
                    <a:pt x="11328" y="21589"/>
                  </a:lnTo>
                  <a:lnTo>
                    <a:pt x="13627" y="18795"/>
                  </a:lnTo>
                  <a:lnTo>
                    <a:pt x="16192" y="16255"/>
                  </a:lnTo>
                  <a:lnTo>
                    <a:pt x="18757" y="13715"/>
                  </a:lnTo>
                  <a:lnTo>
                    <a:pt x="21539" y="11429"/>
                  </a:lnTo>
                  <a:lnTo>
                    <a:pt x="24561" y="9397"/>
                  </a:lnTo>
                  <a:lnTo>
                    <a:pt x="27571" y="7365"/>
                  </a:lnTo>
                  <a:lnTo>
                    <a:pt x="30759" y="5587"/>
                  </a:lnTo>
                  <a:lnTo>
                    <a:pt x="34112" y="4317"/>
                  </a:lnTo>
                  <a:lnTo>
                    <a:pt x="37464" y="2920"/>
                  </a:lnTo>
                  <a:lnTo>
                    <a:pt x="40906" y="1777"/>
                  </a:lnTo>
                  <a:lnTo>
                    <a:pt x="44475" y="1142"/>
                  </a:lnTo>
                  <a:lnTo>
                    <a:pt x="48031" y="380"/>
                  </a:lnTo>
                  <a:lnTo>
                    <a:pt x="51625" y="0"/>
                  </a:lnTo>
                  <a:lnTo>
                    <a:pt x="55244" y="0"/>
                  </a:lnTo>
                  <a:lnTo>
                    <a:pt x="5050104" y="0"/>
                  </a:lnTo>
                  <a:lnTo>
                    <a:pt x="5053787" y="0"/>
                  </a:lnTo>
                  <a:lnTo>
                    <a:pt x="5057343" y="380"/>
                  </a:lnTo>
                  <a:lnTo>
                    <a:pt x="5060899" y="1142"/>
                  </a:lnTo>
                  <a:lnTo>
                    <a:pt x="5064455" y="1777"/>
                  </a:lnTo>
                  <a:lnTo>
                    <a:pt x="5067884" y="2920"/>
                  </a:lnTo>
                  <a:lnTo>
                    <a:pt x="5071186" y="4317"/>
                  </a:lnTo>
                  <a:lnTo>
                    <a:pt x="5074615" y="5587"/>
                  </a:lnTo>
                  <a:lnTo>
                    <a:pt x="5101158" y="34162"/>
                  </a:lnTo>
                  <a:lnTo>
                    <a:pt x="5105349" y="51688"/>
                  </a:lnTo>
                  <a:lnTo>
                    <a:pt x="5105349" y="55244"/>
                  </a:lnTo>
                  <a:lnTo>
                    <a:pt x="5105349" y="1487779"/>
                  </a:lnTo>
                  <a:lnTo>
                    <a:pt x="5105349" y="1491399"/>
                  </a:lnTo>
                  <a:lnTo>
                    <a:pt x="5104968" y="1494993"/>
                  </a:lnTo>
                  <a:lnTo>
                    <a:pt x="5086553" y="1529397"/>
                  </a:lnTo>
                  <a:lnTo>
                    <a:pt x="5071186" y="1538808"/>
                  </a:lnTo>
                  <a:lnTo>
                    <a:pt x="5067884" y="1540192"/>
                  </a:lnTo>
                  <a:lnTo>
                    <a:pt x="5064455" y="1541246"/>
                  </a:lnTo>
                  <a:lnTo>
                    <a:pt x="5060899" y="1541957"/>
                  </a:lnTo>
                  <a:lnTo>
                    <a:pt x="5057343" y="1542656"/>
                  </a:lnTo>
                  <a:lnTo>
                    <a:pt x="5053787" y="1543011"/>
                  </a:lnTo>
                  <a:lnTo>
                    <a:pt x="5050104" y="1543011"/>
                  </a:lnTo>
                  <a:lnTo>
                    <a:pt x="55244" y="1543011"/>
                  </a:lnTo>
                  <a:lnTo>
                    <a:pt x="51625" y="1543011"/>
                  </a:lnTo>
                  <a:lnTo>
                    <a:pt x="48031" y="1542656"/>
                  </a:lnTo>
                  <a:lnTo>
                    <a:pt x="44475" y="1541957"/>
                  </a:lnTo>
                  <a:lnTo>
                    <a:pt x="40906" y="1541246"/>
                  </a:lnTo>
                  <a:lnTo>
                    <a:pt x="37464" y="1540192"/>
                  </a:lnTo>
                  <a:lnTo>
                    <a:pt x="34112" y="1538808"/>
                  </a:lnTo>
                  <a:lnTo>
                    <a:pt x="30759" y="1537423"/>
                  </a:lnTo>
                  <a:lnTo>
                    <a:pt x="27571" y="1535722"/>
                  </a:lnTo>
                  <a:lnTo>
                    <a:pt x="24561" y="1533702"/>
                  </a:lnTo>
                  <a:lnTo>
                    <a:pt x="21539" y="1531683"/>
                  </a:lnTo>
                  <a:lnTo>
                    <a:pt x="9321" y="1518462"/>
                  </a:lnTo>
                  <a:lnTo>
                    <a:pt x="7302" y="1515440"/>
                  </a:lnTo>
                  <a:lnTo>
                    <a:pt x="5600" y="1512265"/>
                  </a:lnTo>
                  <a:lnTo>
                    <a:pt x="4216" y="1508912"/>
                  </a:lnTo>
                  <a:lnTo>
                    <a:pt x="2819" y="1505559"/>
                  </a:lnTo>
                  <a:lnTo>
                    <a:pt x="1778" y="1502105"/>
                  </a:lnTo>
                  <a:lnTo>
                    <a:pt x="1066" y="1498549"/>
                  </a:lnTo>
                  <a:lnTo>
                    <a:pt x="355" y="1494993"/>
                  </a:lnTo>
                  <a:lnTo>
                    <a:pt x="0" y="1491399"/>
                  </a:lnTo>
                  <a:lnTo>
                    <a:pt x="0" y="1487779"/>
                  </a:lnTo>
                  <a:close/>
                </a:path>
              </a:pathLst>
            </a:custGeom>
            <a:ln w="9525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91781" y="4970779"/>
              <a:ext cx="101460" cy="141605"/>
            </a:xfrm>
            <a:prstGeom prst="rect">
              <a:avLst/>
            </a:prstGeom>
          </p:spPr>
        </p:pic>
      </p:grpSp>
      <p:sp>
        <p:nvSpPr>
          <p:cNvPr id="61" name="object 61"/>
          <p:cNvSpPr/>
          <p:nvPr/>
        </p:nvSpPr>
        <p:spPr>
          <a:xfrm>
            <a:off x="5904865" y="4499102"/>
            <a:ext cx="478790" cy="153670"/>
          </a:xfrm>
          <a:custGeom>
            <a:avLst/>
            <a:gdLst/>
            <a:ahLst/>
            <a:cxnLst/>
            <a:rect l="l" t="t" r="r" b="b"/>
            <a:pathLst>
              <a:path w="478789" h="153670">
                <a:moveTo>
                  <a:pt x="22351" y="151130"/>
                </a:moveTo>
                <a:lnTo>
                  <a:pt x="10668" y="151130"/>
                </a:lnTo>
                <a:lnTo>
                  <a:pt x="13335" y="151257"/>
                </a:lnTo>
                <a:lnTo>
                  <a:pt x="19685" y="151257"/>
                </a:lnTo>
                <a:lnTo>
                  <a:pt x="22351" y="151130"/>
                </a:lnTo>
                <a:close/>
              </a:path>
              <a:path w="478789" h="153670">
                <a:moveTo>
                  <a:pt x="86487" y="10033"/>
                </a:moveTo>
                <a:lnTo>
                  <a:pt x="6985" y="10033"/>
                </a:lnTo>
                <a:lnTo>
                  <a:pt x="4699" y="10795"/>
                </a:lnTo>
                <a:lnTo>
                  <a:pt x="888" y="13589"/>
                </a:lnTo>
                <a:lnTo>
                  <a:pt x="0" y="15875"/>
                </a:lnTo>
                <a:lnTo>
                  <a:pt x="0" y="147320"/>
                </a:lnTo>
                <a:lnTo>
                  <a:pt x="9588" y="151130"/>
                </a:lnTo>
                <a:lnTo>
                  <a:pt x="23495" y="151130"/>
                </a:lnTo>
                <a:lnTo>
                  <a:pt x="26543" y="150749"/>
                </a:lnTo>
                <a:lnTo>
                  <a:pt x="28194" y="150368"/>
                </a:lnTo>
                <a:lnTo>
                  <a:pt x="29463" y="149987"/>
                </a:lnTo>
                <a:lnTo>
                  <a:pt x="30861" y="149606"/>
                </a:lnTo>
                <a:lnTo>
                  <a:pt x="31750" y="149098"/>
                </a:lnTo>
                <a:lnTo>
                  <a:pt x="32258" y="148590"/>
                </a:lnTo>
                <a:lnTo>
                  <a:pt x="32638" y="147955"/>
                </a:lnTo>
                <a:lnTo>
                  <a:pt x="32893" y="147320"/>
                </a:lnTo>
                <a:lnTo>
                  <a:pt x="32893" y="94107"/>
                </a:lnTo>
                <a:lnTo>
                  <a:pt x="83312" y="94107"/>
                </a:lnTo>
                <a:lnTo>
                  <a:pt x="87375" y="86487"/>
                </a:lnTo>
                <a:lnTo>
                  <a:pt x="87375" y="78486"/>
                </a:lnTo>
                <a:lnTo>
                  <a:pt x="83947" y="71374"/>
                </a:lnTo>
                <a:lnTo>
                  <a:pt x="32893" y="71374"/>
                </a:lnTo>
                <a:lnTo>
                  <a:pt x="32893" y="33401"/>
                </a:lnTo>
                <a:lnTo>
                  <a:pt x="86487" y="33401"/>
                </a:lnTo>
                <a:lnTo>
                  <a:pt x="87249" y="33147"/>
                </a:lnTo>
                <a:lnTo>
                  <a:pt x="90297" y="27305"/>
                </a:lnTo>
                <a:lnTo>
                  <a:pt x="90550" y="25781"/>
                </a:lnTo>
                <a:lnTo>
                  <a:pt x="90550" y="17780"/>
                </a:lnTo>
                <a:lnTo>
                  <a:pt x="90297" y="16256"/>
                </a:lnTo>
                <a:lnTo>
                  <a:pt x="90170" y="14732"/>
                </a:lnTo>
                <a:lnTo>
                  <a:pt x="89827" y="13589"/>
                </a:lnTo>
                <a:lnTo>
                  <a:pt x="89788" y="13462"/>
                </a:lnTo>
                <a:lnTo>
                  <a:pt x="89408" y="12573"/>
                </a:lnTo>
                <a:lnTo>
                  <a:pt x="88900" y="11684"/>
                </a:lnTo>
                <a:lnTo>
                  <a:pt x="88392" y="11049"/>
                </a:lnTo>
                <a:lnTo>
                  <a:pt x="87757" y="10668"/>
                </a:lnTo>
                <a:lnTo>
                  <a:pt x="87249" y="10287"/>
                </a:lnTo>
                <a:lnTo>
                  <a:pt x="86487" y="10033"/>
                </a:lnTo>
                <a:close/>
              </a:path>
              <a:path w="478789" h="153670">
                <a:moveTo>
                  <a:pt x="160655" y="43815"/>
                </a:moveTo>
                <a:lnTo>
                  <a:pt x="119887" y="54356"/>
                </a:lnTo>
                <a:lnTo>
                  <a:pt x="99568" y="91186"/>
                </a:lnTo>
                <a:lnTo>
                  <a:pt x="99625" y="108331"/>
                </a:lnTo>
                <a:lnTo>
                  <a:pt x="118618" y="143637"/>
                </a:lnTo>
                <a:lnTo>
                  <a:pt x="157861" y="153162"/>
                </a:lnTo>
                <a:lnTo>
                  <a:pt x="164635" y="152925"/>
                </a:lnTo>
                <a:lnTo>
                  <a:pt x="165103" y="152925"/>
                </a:lnTo>
                <a:lnTo>
                  <a:pt x="171417" y="152225"/>
                </a:lnTo>
                <a:lnTo>
                  <a:pt x="171790" y="152225"/>
                </a:lnTo>
                <a:lnTo>
                  <a:pt x="178756" y="150858"/>
                </a:lnTo>
                <a:lnTo>
                  <a:pt x="209826" y="131318"/>
                </a:lnTo>
                <a:lnTo>
                  <a:pt x="153797" y="131318"/>
                </a:lnTo>
                <a:lnTo>
                  <a:pt x="150095" y="130556"/>
                </a:lnTo>
                <a:lnTo>
                  <a:pt x="149742" y="130556"/>
                </a:lnTo>
                <a:lnTo>
                  <a:pt x="146313" y="128905"/>
                </a:lnTo>
                <a:lnTo>
                  <a:pt x="142494" y="127254"/>
                </a:lnTo>
                <a:lnTo>
                  <a:pt x="139700" y="124968"/>
                </a:lnTo>
                <a:lnTo>
                  <a:pt x="137668" y="121920"/>
                </a:lnTo>
                <a:lnTo>
                  <a:pt x="135636" y="118999"/>
                </a:lnTo>
                <a:lnTo>
                  <a:pt x="132445" y="107950"/>
                </a:lnTo>
                <a:lnTo>
                  <a:pt x="132334" y="107442"/>
                </a:lnTo>
                <a:lnTo>
                  <a:pt x="132018" y="103759"/>
                </a:lnTo>
                <a:lnTo>
                  <a:pt x="131952" y="93091"/>
                </a:lnTo>
                <a:lnTo>
                  <a:pt x="132362" y="89408"/>
                </a:lnTo>
                <a:lnTo>
                  <a:pt x="147320" y="67691"/>
                </a:lnTo>
                <a:lnTo>
                  <a:pt x="150749" y="66167"/>
                </a:lnTo>
                <a:lnTo>
                  <a:pt x="154812" y="65405"/>
                </a:lnTo>
                <a:lnTo>
                  <a:pt x="211489" y="65405"/>
                </a:lnTo>
                <a:lnTo>
                  <a:pt x="209550" y="62357"/>
                </a:lnTo>
                <a:lnTo>
                  <a:pt x="174672" y="44688"/>
                </a:lnTo>
                <a:lnTo>
                  <a:pt x="168368" y="44074"/>
                </a:lnTo>
                <a:lnTo>
                  <a:pt x="169386" y="44074"/>
                </a:lnTo>
                <a:lnTo>
                  <a:pt x="160655" y="43815"/>
                </a:lnTo>
                <a:close/>
              </a:path>
              <a:path w="478789" h="153670">
                <a:moveTo>
                  <a:pt x="211489" y="65405"/>
                </a:moveTo>
                <a:lnTo>
                  <a:pt x="164719" y="65405"/>
                </a:lnTo>
                <a:lnTo>
                  <a:pt x="169163" y="66294"/>
                </a:lnTo>
                <a:lnTo>
                  <a:pt x="176022" y="69596"/>
                </a:lnTo>
                <a:lnTo>
                  <a:pt x="178815" y="71882"/>
                </a:lnTo>
                <a:lnTo>
                  <a:pt x="180848" y="74930"/>
                </a:lnTo>
                <a:lnTo>
                  <a:pt x="183007" y="77851"/>
                </a:lnTo>
                <a:lnTo>
                  <a:pt x="184354" y="81280"/>
                </a:lnTo>
                <a:lnTo>
                  <a:pt x="184404" y="81407"/>
                </a:lnTo>
                <a:lnTo>
                  <a:pt x="185987" y="88519"/>
                </a:lnTo>
                <a:lnTo>
                  <a:pt x="186070" y="88900"/>
                </a:lnTo>
                <a:lnTo>
                  <a:pt x="186182" y="89408"/>
                </a:lnTo>
                <a:lnTo>
                  <a:pt x="186602" y="93091"/>
                </a:lnTo>
                <a:lnTo>
                  <a:pt x="186689" y="103759"/>
                </a:lnTo>
                <a:lnTo>
                  <a:pt x="186178" y="107442"/>
                </a:lnTo>
                <a:lnTo>
                  <a:pt x="186055" y="108331"/>
                </a:lnTo>
                <a:lnTo>
                  <a:pt x="185038" y="112268"/>
                </a:lnTo>
                <a:lnTo>
                  <a:pt x="183896" y="116332"/>
                </a:lnTo>
                <a:lnTo>
                  <a:pt x="182245" y="119761"/>
                </a:lnTo>
                <a:lnTo>
                  <a:pt x="179959" y="122555"/>
                </a:lnTo>
                <a:lnTo>
                  <a:pt x="177800" y="125476"/>
                </a:lnTo>
                <a:lnTo>
                  <a:pt x="174879" y="127508"/>
                </a:lnTo>
                <a:lnTo>
                  <a:pt x="171450" y="129032"/>
                </a:lnTo>
                <a:lnTo>
                  <a:pt x="167894" y="130556"/>
                </a:lnTo>
                <a:lnTo>
                  <a:pt x="163702" y="131318"/>
                </a:lnTo>
                <a:lnTo>
                  <a:pt x="209826" y="131318"/>
                </a:lnTo>
                <a:lnTo>
                  <a:pt x="212725" y="126873"/>
                </a:lnTo>
                <a:lnTo>
                  <a:pt x="215264" y="120142"/>
                </a:lnTo>
                <a:lnTo>
                  <a:pt x="217677" y="113284"/>
                </a:lnTo>
                <a:lnTo>
                  <a:pt x="218948" y="105791"/>
                </a:lnTo>
                <a:lnTo>
                  <a:pt x="218890" y="88519"/>
                </a:lnTo>
                <a:lnTo>
                  <a:pt x="217824" y="81407"/>
                </a:lnTo>
                <a:lnTo>
                  <a:pt x="217805" y="81280"/>
                </a:lnTo>
                <a:lnTo>
                  <a:pt x="215519" y="74549"/>
                </a:lnTo>
                <a:lnTo>
                  <a:pt x="213106" y="67945"/>
                </a:lnTo>
                <a:lnTo>
                  <a:pt x="211489" y="65405"/>
                </a:lnTo>
                <a:close/>
              </a:path>
              <a:path w="478789" h="153670">
                <a:moveTo>
                  <a:pt x="293243" y="43815"/>
                </a:moveTo>
                <a:lnTo>
                  <a:pt x="252475" y="54356"/>
                </a:lnTo>
                <a:lnTo>
                  <a:pt x="232156" y="91186"/>
                </a:lnTo>
                <a:lnTo>
                  <a:pt x="232213" y="108331"/>
                </a:lnTo>
                <a:lnTo>
                  <a:pt x="251206" y="143637"/>
                </a:lnTo>
                <a:lnTo>
                  <a:pt x="290449" y="153162"/>
                </a:lnTo>
                <a:lnTo>
                  <a:pt x="297223" y="152925"/>
                </a:lnTo>
                <a:lnTo>
                  <a:pt x="297691" y="152925"/>
                </a:lnTo>
                <a:lnTo>
                  <a:pt x="304005" y="152225"/>
                </a:lnTo>
                <a:lnTo>
                  <a:pt x="304378" y="152225"/>
                </a:lnTo>
                <a:lnTo>
                  <a:pt x="311344" y="150858"/>
                </a:lnTo>
                <a:lnTo>
                  <a:pt x="342414" y="131318"/>
                </a:lnTo>
                <a:lnTo>
                  <a:pt x="286385" y="131318"/>
                </a:lnTo>
                <a:lnTo>
                  <a:pt x="282683" y="130556"/>
                </a:lnTo>
                <a:lnTo>
                  <a:pt x="282330" y="130556"/>
                </a:lnTo>
                <a:lnTo>
                  <a:pt x="278901" y="128905"/>
                </a:lnTo>
                <a:lnTo>
                  <a:pt x="275082" y="127254"/>
                </a:lnTo>
                <a:lnTo>
                  <a:pt x="272288" y="124968"/>
                </a:lnTo>
                <a:lnTo>
                  <a:pt x="270256" y="121920"/>
                </a:lnTo>
                <a:lnTo>
                  <a:pt x="268224" y="118999"/>
                </a:lnTo>
                <a:lnTo>
                  <a:pt x="265033" y="107950"/>
                </a:lnTo>
                <a:lnTo>
                  <a:pt x="264922" y="107442"/>
                </a:lnTo>
                <a:lnTo>
                  <a:pt x="264606" y="103759"/>
                </a:lnTo>
                <a:lnTo>
                  <a:pt x="264540" y="93091"/>
                </a:lnTo>
                <a:lnTo>
                  <a:pt x="264950" y="89408"/>
                </a:lnTo>
                <a:lnTo>
                  <a:pt x="279908" y="67691"/>
                </a:lnTo>
                <a:lnTo>
                  <a:pt x="283337" y="66167"/>
                </a:lnTo>
                <a:lnTo>
                  <a:pt x="287400" y="65405"/>
                </a:lnTo>
                <a:lnTo>
                  <a:pt x="344077" y="65405"/>
                </a:lnTo>
                <a:lnTo>
                  <a:pt x="342138" y="62357"/>
                </a:lnTo>
                <a:lnTo>
                  <a:pt x="307260" y="44688"/>
                </a:lnTo>
                <a:lnTo>
                  <a:pt x="300956" y="44074"/>
                </a:lnTo>
                <a:lnTo>
                  <a:pt x="301974" y="44074"/>
                </a:lnTo>
                <a:lnTo>
                  <a:pt x="293243" y="43815"/>
                </a:lnTo>
                <a:close/>
              </a:path>
              <a:path w="478789" h="153670">
                <a:moveTo>
                  <a:pt x="344077" y="65405"/>
                </a:moveTo>
                <a:lnTo>
                  <a:pt x="297307" y="65405"/>
                </a:lnTo>
                <a:lnTo>
                  <a:pt x="301751" y="66294"/>
                </a:lnTo>
                <a:lnTo>
                  <a:pt x="308610" y="69596"/>
                </a:lnTo>
                <a:lnTo>
                  <a:pt x="311404" y="71882"/>
                </a:lnTo>
                <a:lnTo>
                  <a:pt x="313436" y="74930"/>
                </a:lnTo>
                <a:lnTo>
                  <a:pt x="315595" y="77851"/>
                </a:lnTo>
                <a:lnTo>
                  <a:pt x="316942" y="81280"/>
                </a:lnTo>
                <a:lnTo>
                  <a:pt x="316992" y="81407"/>
                </a:lnTo>
                <a:lnTo>
                  <a:pt x="318575" y="88519"/>
                </a:lnTo>
                <a:lnTo>
                  <a:pt x="318658" y="88900"/>
                </a:lnTo>
                <a:lnTo>
                  <a:pt x="318770" y="89408"/>
                </a:lnTo>
                <a:lnTo>
                  <a:pt x="319190" y="93091"/>
                </a:lnTo>
                <a:lnTo>
                  <a:pt x="319277" y="103759"/>
                </a:lnTo>
                <a:lnTo>
                  <a:pt x="318766" y="107442"/>
                </a:lnTo>
                <a:lnTo>
                  <a:pt x="318643" y="108331"/>
                </a:lnTo>
                <a:lnTo>
                  <a:pt x="317626" y="112268"/>
                </a:lnTo>
                <a:lnTo>
                  <a:pt x="316484" y="116332"/>
                </a:lnTo>
                <a:lnTo>
                  <a:pt x="314833" y="119761"/>
                </a:lnTo>
                <a:lnTo>
                  <a:pt x="312547" y="122555"/>
                </a:lnTo>
                <a:lnTo>
                  <a:pt x="310388" y="125476"/>
                </a:lnTo>
                <a:lnTo>
                  <a:pt x="307467" y="127508"/>
                </a:lnTo>
                <a:lnTo>
                  <a:pt x="304038" y="129032"/>
                </a:lnTo>
                <a:lnTo>
                  <a:pt x="300482" y="130556"/>
                </a:lnTo>
                <a:lnTo>
                  <a:pt x="296290" y="131318"/>
                </a:lnTo>
                <a:lnTo>
                  <a:pt x="342414" y="131318"/>
                </a:lnTo>
                <a:lnTo>
                  <a:pt x="345313" y="126873"/>
                </a:lnTo>
                <a:lnTo>
                  <a:pt x="347852" y="120142"/>
                </a:lnTo>
                <a:lnTo>
                  <a:pt x="350265" y="113284"/>
                </a:lnTo>
                <a:lnTo>
                  <a:pt x="351536" y="105791"/>
                </a:lnTo>
                <a:lnTo>
                  <a:pt x="351478" y="88519"/>
                </a:lnTo>
                <a:lnTo>
                  <a:pt x="350412" y="81407"/>
                </a:lnTo>
                <a:lnTo>
                  <a:pt x="350393" y="81280"/>
                </a:lnTo>
                <a:lnTo>
                  <a:pt x="348107" y="74549"/>
                </a:lnTo>
                <a:lnTo>
                  <a:pt x="345694" y="67945"/>
                </a:lnTo>
                <a:lnTo>
                  <a:pt x="344077" y="65405"/>
                </a:lnTo>
                <a:close/>
              </a:path>
              <a:path w="478789" h="153670">
                <a:moveTo>
                  <a:pt x="421639" y="43815"/>
                </a:moveTo>
                <a:lnTo>
                  <a:pt x="407415" y="43815"/>
                </a:lnTo>
                <a:lnTo>
                  <a:pt x="400431" y="45085"/>
                </a:lnTo>
                <a:lnTo>
                  <a:pt x="394335" y="47752"/>
                </a:lnTo>
                <a:lnTo>
                  <a:pt x="388238" y="50292"/>
                </a:lnTo>
                <a:lnTo>
                  <a:pt x="383159" y="54102"/>
                </a:lnTo>
                <a:lnTo>
                  <a:pt x="375031" y="63754"/>
                </a:lnTo>
                <a:lnTo>
                  <a:pt x="371983" y="69596"/>
                </a:lnTo>
                <a:lnTo>
                  <a:pt x="369824" y="76581"/>
                </a:lnTo>
                <a:lnTo>
                  <a:pt x="367784" y="83058"/>
                </a:lnTo>
                <a:lnTo>
                  <a:pt x="367664" y="83439"/>
                </a:lnTo>
                <a:lnTo>
                  <a:pt x="366765" y="90297"/>
                </a:lnTo>
                <a:lnTo>
                  <a:pt x="366649" y="106934"/>
                </a:lnTo>
                <a:lnTo>
                  <a:pt x="367411" y="113792"/>
                </a:lnTo>
                <a:lnTo>
                  <a:pt x="391275" y="148717"/>
                </a:lnTo>
                <a:lnTo>
                  <a:pt x="404622" y="153162"/>
                </a:lnTo>
                <a:lnTo>
                  <a:pt x="420750" y="153162"/>
                </a:lnTo>
                <a:lnTo>
                  <a:pt x="452120" y="136144"/>
                </a:lnTo>
                <a:lnTo>
                  <a:pt x="478663" y="136144"/>
                </a:lnTo>
                <a:lnTo>
                  <a:pt x="478663" y="129921"/>
                </a:lnTo>
                <a:lnTo>
                  <a:pt x="416687" y="129921"/>
                </a:lnTo>
                <a:lnTo>
                  <a:pt x="413004" y="129032"/>
                </a:lnTo>
                <a:lnTo>
                  <a:pt x="407415" y="125476"/>
                </a:lnTo>
                <a:lnTo>
                  <a:pt x="405130" y="123063"/>
                </a:lnTo>
                <a:lnTo>
                  <a:pt x="403479" y="120015"/>
                </a:lnTo>
                <a:lnTo>
                  <a:pt x="401778" y="117221"/>
                </a:lnTo>
                <a:lnTo>
                  <a:pt x="400478" y="113792"/>
                </a:lnTo>
                <a:lnTo>
                  <a:pt x="399669" y="109728"/>
                </a:lnTo>
                <a:lnTo>
                  <a:pt x="399034" y="105918"/>
                </a:lnTo>
                <a:lnTo>
                  <a:pt x="398652" y="101981"/>
                </a:lnTo>
                <a:lnTo>
                  <a:pt x="398652" y="94107"/>
                </a:lnTo>
                <a:lnTo>
                  <a:pt x="398945" y="91186"/>
                </a:lnTo>
                <a:lnTo>
                  <a:pt x="399034" y="90297"/>
                </a:lnTo>
                <a:lnTo>
                  <a:pt x="399923" y="86741"/>
                </a:lnTo>
                <a:lnTo>
                  <a:pt x="400720" y="83439"/>
                </a:lnTo>
                <a:lnTo>
                  <a:pt x="400812" y="83058"/>
                </a:lnTo>
                <a:lnTo>
                  <a:pt x="411099" y="69596"/>
                </a:lnTo>
                <a:lnTo>
                  <a:pt x="414020" y="67818"/>
                </a:lnTo>
                <a:lnTo>
                  <a:pt x="417575" y="66929"/>
                </a:lnTo>
                <a:lnTo>
                  <a:pt x="478663" y="66929"/>
                </a:lnTo>
                <a:lnTo>
                  <a:pt x="478663" y="56896"/>
                </a:lnTo>
                <a:lnTo>
                  <a:pt x="447421" y="56896"/>
                </a:lnTo>
                <a:lnTo>
                  <a:pt x="442468" y="52578"/>
                </a:lnTo>
                <a:lnTo>
                  <a:pt x="437388" y="49403"/>
                </a:lnTo>
                <a:lnTo>
                  <a:pt x="432308" y="47117"/>
                </a:lnTo>
                <a:lnTo>
                  <a:pt x="427526" y="45085"/>
                </a:lnTo>
                <a:lnTo>
                  <a:pt x="427848" y="45085"/>
                </a:lnTo>
                <a:lnTo>
                  <a:pt x="421639" y="43815"/>
                </a:lnTo>
                <a:close/>
              </a:path>
              <a:path w="478789" h="153670">
                <a:moveTo>
                  <a:pt x="471932" y="151003"/>
                </a:moveTo>
                <a:lnTo>
                  <a:pt x="459105" y="151003"/>
                </a:lnTo>
                <a:lnTo>
                  <a:pt x="460756" y="151257"/>
                </a:lnTo>
                <a:lnTo>
                  <a:pt x="470154" y="151257"/>
                </a:lnTo>
                <a:lnTo>
                  <a:pt x="471932" y="151003"/>
                </a:lnTo>
                <a:close/>
              </a:path>
              <a:path w="478789" h="153670">
                <a:moveTo>
                  <a:pt x="478663" y="136144"/>
                </a:moveTo>
                <a:lnTo>
                  <a:pt x="452120" y="136144"/>
                </a:lnTo>
                <a:lnTo>
                  <a:pt x="452247" y="148336"/>
                </a:lnTo>
                <a:lnTo>
                  <a:pt x="452755" y="148971"/>
                </a:lnTo>
                <a:lnTo>
                  <a:pt x="453263" y="149479"/>
                </a:lnTo>
                <a:lnTo>
                  <a:pt x="454025" y="149987"/>
                </a:lnTo>
                <a:lnTo>
                  <a:pt x="455040" y="150241"/>
                </a:lnTo>
                <a:lnTo>
                  <a:pt x="456057" y="150622"/>
                </a:lnTo>
                <a:lnTo>
                  <a:pt x="458152" y="151003"/>
                </a:lnTo>
                <a:lnTo>
                  <a:pt x="472884" y="151003"/>
                </a:lnTo>
                <a:lnTo>
                  <a:pt x="474980" y="150622"/>
                </a:lnTo>
                <a:lnTo>
                  <a:pt x="475996" y="150241"/>
                </a:lnTo>
                <a:lnTo>
                  <a:pt x="476885" y="149987"/>
                </a:lnTo>
                <a:lnTo>
                  <a:pt x="477647" y="149479"/>
                </a:lnTo>
                <a:lnTo>
                  <a:pt x="478536" y="148336"/>
                </a:lnTo>
                <a:lnTo>
                  <a:pt x="478663" y="136144"/>
                </a:lnTo>
                <a:close/>
              </a:path>
              <a:path w="478789" h="153670">
                <a:moveTo>
                  <a:pt x="452551" y="148717"/>
                </a:moveTo>
                <a:lnTo>
                  <a:pt x="434086" y="148717"/>
                </a:lnTo>
                <a:lnTo>
                  <a:pt x="433533" y="148971"/>
                </a:lnTo>
                <a:lnTo>
                  <a:pt x="452755" y="148971"/>
                </a:lnTo>
                <a:lnTo>
                  <a:pt x="452551" y="148717"/>
                </a:lnTo>
                <a:close/>
              </a:path>
              <a:path w="478789" h="153670">
                <a:moveTo>
                  <a:pt x="478663" y="66929"/>
                </a:moveTo>
                <a:lnTo>
                  <a:pt x="426085" y="66929"/>
                </a:lnTo>
                <a:lnTo>
                  <a:pt x="430402" y="68326"/>
                </a:lnTo>
                <a:lnTo>
                  <a:pt x="434467" y="70866"/>
                </a:lnTo>
                <a:lnTo>
                  <a:pt x="438658" y="73533"/>
                </a:lnTo>
                <a:lnTo>
                  <a:pt x="442975" y="77216"/>
                </a:lnTo>
                <a:lnTo>
                  <a:pt x="447421" y="82169"/>
                </a:lnTo>
                <a:lnTo>
                  <a:pt x="447421" y="114300"/>
                </a:lnTo>
                <a:lnTo>
                  <a:pt x="444754" y="117221"/>
                </a:lnTo>
                <a:lnTo>
                  <a:pt x="442340" y="119634"/>
                </a:lnTo>
                <a:lnTo>
                  <a:pt x="440055" y="121666"/>
                </a:lnTo>
                <a:lnTo>
                  <a:pt x="437896" y="123698"/>
                </a:lnTo>
                <a:lnTo>
                  <a:pt x="423163" y="129921"/>
                </a:lnTo>
                <a:lnTo>
                  <a:pt x="478663" y="129921"/>
                </a:lnTo>
                <a:lnTo>
                  <a:pt x="478663" y="66929"/>
                </a:lnTo>
                <a:close/>
              </a:path>
              <a:path w="478789" h="153670">
                <a:moveTo>
                  <a:pt x="470662" y="0"/>
                </a:moveTo>
                <a:lnTo>
                  <a:pt x="455422" y="0"/>
                </a:lnTo>
                <a:lnTo>
                  <a:pt x="453517" y="254"/>
                </a:lnTo>
                <a:lnTo>
                  <a:pt x="451865" y="508"/>
                </a:lnTo>
                <a:lnTo>
                  <a:pt x="450596" y="1016"/>
                </a:lnTo>
                <a:lnTo>
                  <a:pt x="449452" y="1397"/>
                </a:lnTo>
                <a:lnTo>
                  <a:pt x="448563" y="1905"/>
                </a:lnTo>
                <a:lnTo>
                  <a:pt x="447675" y="3048"/>
                </a:lnTo>
                <a:lnTo>
                  <a:pt x="447421" y="3683"/>
                </a:lnTo>
                <a:lnTo>
                  <a:pt x="447421" y="56896"/>
                </a:lnTo>
                <a:lnTo>
                  <a:pt x="478663" y="56896"/>
                </a:lnTo>
                <a:lnTo>
                  <a:pt x="478663" y="3683"/>
                </a:lnTo>
                <a:lnTo>
                  <a:pt x="475488" y="1016"/>
                </a:lnTo>
                <a:lnTo>
                  <a:pt x="474218" y="508"/>
                </a:lnTo>
                <a:lnTo>
                  <a:pt x="472694" y="254"/>
                </a:lnTo>
                <a:lnTo>
                  <a:pt x="470662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456426" y="4498594"/>
            <a:ext cx="839216" cy="15366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888863" y="4881752"/>
            <a:ext cx="756412" cy="14770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711315" y="4881752"/>
            <a:ext cx="499617" cy="11861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279258" y="4880990"/>
            <a:ext cx="387096" cy="119380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731886" y="4881371"/>
            <a:ext cx="542798" cy="1189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8343518" y="4881752"/>
            <a:ext cx="361060" cy="11861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8780906" y="4881752"/>
            <a:ext cx="246634" cy="118618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9090279" y="4881752"/>
            <a:ext cx="582041" cy="11861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9737725" y="4881752"/>
            <a:ext cx="639826" cy="118618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890767" y="5156961"/>
            <a:ext cx="334125" cy="11920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293484" y="5157596"/>
            <a:ext cx="498729" cy="14766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869810" y="5156961"/>
            <a:ext cx="90678" cy="11803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7013956" y="5193004"/>
            <a:ext cx="193294" cy="10574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7271131" y="5157596"/>
            <a:ext cx="244348" cy="118567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579359" y="5157596"/>
            <a:ext cx="416179" cy="118567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8060181" y="5156961"/>
            <a:ext cx="1042924" cy="141782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9168892" y="5193004"/>
            <a:ext cx="442594" cy="112255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9677907" y="5162930"/>
            <a:ext cx="117983" cy="111861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9870185" y="5157596"/>
            <a:ext cx="497840" cy="147662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5895975" y="5433682"/>
            <a:ext cx="266700" cy="118745"/>
          </a:xfrm>
          <a:custGeom>
            <a:avLst/>
            <a:gdLst/>
            <a:ahLst/>
            <a:cxnLst/>
            <a:rect l="l" t="t" r="r" b="b"/>
            <a:pathLst>
              <a:path w="266700" h="118745">
                <a:moveTo>
                  <a:pt x="66316" y="46431"/>
                </a:moveTo>
                <a:lnTo>
                  <a:pt x="38608" y="46431"/>
                </a:lnTo>
                <a:lnTo>
                  <a:pt x="41742" y="46837"/>
                </a:lnTo>
                <a:lnTo>
                  <a:pt x="44196" y="47561"/>
                </a:lnTo>
                <a:lnTo>
                  <a:pt x="54610" y="61341"/>
                </a:lnTo>
                <a:lnTo>
                  <a:pt x="54610" y="70142"/>
                </a:lnTo>
                <a:lnTo>
                  <a:pt x="36195" y="70142"/>
                </a:lnTo>
                <a:lnTo>
                  <a:pt x="30225" y="70662"/>
                </a:lnTo>
                <a:lnTo>
                  <a:pt x="0" y="91020"/>
                </a:lnTo>
                <a:lnTo>
                  <a:pt x="0" y="98933"/>
                </a:lnTo>
                <a:lnTo>
                  <a:pt x="533" y="101663"/>
                </a:lnTo>
                <a:lnTo>
                  <a:pt x="635" y="102184"/>
                </a:lnTo>
                <a:lnTo>
                  <a:pt x="2159" y="105041"/>
                </a:lnTo>
                <a:lnTo>
                  <a:pt x="3555" y="107899"/>
                </a:lnTo>
                <a:lnTo>
                  <a:pt x="25146" y="118325"/>
                </a:lnTo>
                <a:lnTo>
                  <a:pt x="34798" y="118325"/>
                </a:lnTo>
                <a:lnTo>
                  <a:pt x="39624" y="117348"/>
                </a:lnTo>
                <a:lnTo>
                  <a:pt x="48767" y="113423"/>
                </a:lnTo>
                <a:lnTo>
                  <a:pt x="52959" y="110667"/>
                </a:lnTo>
                <a:lnTo>
                  <a:pt x="56284" y="107480"/>
                </a:lnTo>
                <a:lnTo>
                  <a:pt x="27050" y="107480"/>
                </a:lnTo>
                <a:lnTo>
                  <a:pt x="23113" y="106311"/>
                </a:lnTo>
                <a:lnTo>
                  <a:pt x="20320" y="103987"/>
                </a:lnTo>
                <a:lnTo>
                  <a:pt x="17399" y="101663"/>
                </a:lnTo>
                <a:lnTo>
                  <a:pt x="16001" y="98539"/>
                </a:lnTo>
                <a:lnTo>
                  <a:pt x="16001" y="92316"/>
                </a:lnTo>
                <a:lnTo>
                  <a:pt x="16510" y="90284"/>
                </a:lnTo>
                <a:lnTo>
                  <a:pt x="36957" y="80149"/>
                </a:lnTo>
                <a:lnTo>
                  <a:pt x="70230" y="80149"/>
                </a:lnTo>
                <a:lnTo>
                  <a:pt x="70201" y="58762"/>
                </a:lnTo>
                <a:lnTo>
                  <a:pt x="69596" y="54838"/>
                </a:lnTo>
                <a:lnTo>
                  <a:pt x="68457" y="51320"/>
                </a:lnTo>
                <a:lnTo>
                  <a:pt x="67183" y="47777"/>
                </a:lnTo>
                <a:lnTo>
                  <a:pt x="66316" y="46431"/>
                </a:lnTo>
                <a:close/>
              </a:path>
              <a:path w="266700" h="118745">
                <a:moveTo>
                  <a:pt x="70230" y="107137"/>
                </a:moveTo>
                <a:lnTo>
                  <a:pt x="56641" y="107137"/>
                </a:lnTo>
                <a:lnTo>
                  <a:pt x="56641" y="115379"/>
                </a:lnTo>
                <a:lnTo>
                  <a:pt x="56819" y="115735"/>
                </a:lnTo>
                <a:lnTo>
                  <a:pt x="56896" y="115887"/>
                </a:lnTo>
                <a:lnTo>
                  <a:pt x="57403" y="116217"/>
                </a:lnTo>
                <a:lnTo>
                  <a:pt x="57785" y="116560"/>
                </a:lnTo>
                <a:lnTo>
                  <a:pt x="58547" y="116814"/>
                </a:lnTo>
                <a:lnTo>
                  <a:pt x="60451" y="117144"/>
                </a:lnTo>
                <a:lnTo>
                  <a:pt x="66421" y="117144"/>
                </a:lnTo>
                <a:lnTo>
                  <a:pt x="68199" y="116814"/>
                </a:lnTo>
                <a:lnTo>
                  <a:pt x="68961" y="116560"/>
                </a:lnTo>
                <a:lnTo>
                  <a:pt x="69976" y="115887"/>
                </a:lnTo>
                <a:lnTo>
                  <a:pt x="70230" y="115379"/>
                </a:lnTo>
                <a:lnTo>
                  <a:pt x="70230" y="107137"/>
                </a:lnTo>
                <a:close/>
              </a:path>
              <a:path w="266700" h="118745">
                <a:moveTo>
                  <a:pt x="70230" y="80149"/>
                </a:moveTo>
                <a:lnTo>
                  <a:pt x="54610" y="80149"/>
                </a:lnTo>
                <a:lnTo>
                  <a:pt x="54610" y="96202"/>
                </a:lnTo>
                <a:lnTo>
                  <a:pt x="50800" y="100025"/>
                </a:lnTo>
                <a:lnTo>
                  <a:pt x="47116" y="102857"/>
                </a:lnTo>
                <a:lnTo>
                  <a:pt x="40004" y="106553"/>
                </a:lnTo>
                <a:lnTo>
                  <a:pt x="36195" y="107480"/>
                </a:lnTo>
                <a:lnTo>
                  <a:pt x="56284" y="107480"/>
                </a:lnTo>
                <a:lnTo>
                  <a:pt x="56641" y="107137"/>
                </a:lnTo>
                <a:lnTo>
                  <a:pt x="70230" y="107137"/>
                </a:lnTo>
                <a:lnTo>
                  <a:pt x="70230" y="80149"/>
                </a:lnTo>
                <a:close/>
              </a:path>
              <a:path w="266700" h="118745">
                <a:moveTo>
                  <a:pt x="42672" y="35166"/>
                </a:moveTo>
                <a:lnTo>
                  <a:pt x="33147" y="35166"/>
                </a:lnTo>
                <a:lnTo>
                  <a:pt x="29972" y="35420"/>
                </a:lnTo>
                <a:lnTo>
                  <a:pt x="23495" y="36487"/>
                </a:lnTo>
                <a:lnTo>
                  <a:pt x="20447" y="37160"/>
                </a:lnTo>
                <a:lnTo>
                  <a:pt x="17779" y="37973"/>
                </a:lnTo>
                <a:lnTo>
                  <a:pt x="14986" y="38785"/>
                </a:lnTo>
                <a:lnTo>
                  <a:pt x="12573" y="39687"/>
                </a:lnTo>
                <a:lnTo>
                  <a:pt x="10540" y="40665"/>
                </a:lnTo>
                <a:lnTo>
                  <a:pt x="8382" y="41643"/>
                </a:lnTo>
                <a:lnTo>
                  <a:pt x="6985" y="42506"/>
                </a:lnTo>
                <a:lnTo>
                  <a:pt x="5207" y="43967"/>
                </a:lnTo>
                <a:lnTo>
                  <a:pt x="4671" y="44818"/>
                </a:lnTo>
                <a:lnTo>
                  <a:pt x="4445" y="45542"/>
                </a:lnTo>
                <a:lnTo>
                  <a:pt x="4445" y="51879"/>
                </a:lnTo>
                <a:lnTo>
                  <a:pt x="4597" y="52222"/>
                </a:lnTo>
                <a:lnTo>
                  <a:pt x="4699" y="52451"/>
                </a:lnTo>
                <a:lnTo>
                  <a:pt x="5207" y="53352"/>
                </a:lnTo>
                <a:lnTo>
                  <a:pt x="5587" y="53682"/>
                </a:lnTo>
                <a:lnTo>
                  <a:pt x="6582" y="54279"/>
                </a:lnTo>
                <a:lnTo>
                  <a:pt x="7921" y="54279"/>
                </a:lnTo>
                <a:lnTo>
                  <a:pt x="9271" y="53848"/>
                </a:lnTo>
                <a:lnTo>
                  <a:pt x="12319" y="52222"/>
                </a:lnTo>
                <a:lnTo>
                  <a:pt x="14224" y="51320"/>
                </a:lnTo>
                <a:lnTo>
                  <a:pt x="31114" y="46431"/>
                </a:lnTo>
                <a:lnTo>
                  <a:pt x="66316" y="46431"/>
                </a:lnTo>
                <a:lnTo>
                  <a:pt x="65277" y="44818"/>
                </a:lnTo>
                <a:lnTo>
                  <a:pt x="59944" y="40055"/>
                </a:lnTo>
                <a:lnTo>
                  <a:pt x="56514" y="38239"/>
                </a:lnTo>
                <a:lnTo>
                  <a:pt x="47878" y="35775"/>
                </a:lnTo>
                <a:lnTo>
                  <a:pt x="42672" y="35166"/>
                </a:lnTo>
                <a:close/>
              </a:path>
              <a:path w="266700" h="118745">
                <a:moveTo>
                  <a:pt x="107187" y="36550"/>
                </a:moveTo>
                <a:lnTo>
                  <a:pt x="98425" y="36550"/>
                </a:lnTo>
                <a:lnTo>
                  <a:pt x="97662" y="36715"/>
                </a:lnTo>
                <a:lnTo>
                  <a:pt x="97154" y="36969"/>
                </a:lnTo>
                <a:lnTo>
                  <a:pt x="96520" y="37223"/>
                </a:lnTo>
                <a:lnTo>
                  <a:pt x="96138" y="37503"/>
                </a:lnTo>
                <a:lnTo>
                  <a:pt x="96012" y="37807"/>
                </a:lnTo>
                <a:lnTo>
                  <a:pt x="95758" y="38112"/>
                </a:lnTo>
                <a:lnTo>
                  <a:pt x="95630" y="38493"/>
                </a:lnTo>
                <a:lnTo>
                  <a:pt x="95630" y="115074"/>
                </a:lnTo>
                <a:lnTo>
                  <a:pt x="98678" y="116954"/>
                </a:lnTo>
                <a:lnTo>
                  <a:pt x="108330" y="116954"/>
                </a:lnTo>
                <a:lnTo>
                  <a:pt x="109220" y="116776"/>
                </a:lnTo>
                <a:lnTo>
                  <a:pt x="109727" y="116560"/>
                </a:lnTo>
                <a:lnTo>
                  <a:pt x="110362" y="116332"/>
                </a:lnTo>
                <a:lnTo>
                  <a:pt x="110744" y="116065"/>
                </a:lnTo>
                <a:lnTo>
                  <a:pt x="111251" y="115455"/>
                </a:lnTo>
                <a:lnTo>
                  <a:pt x="111378" y="61734"/>
                </a:lnTo>
                <a:lnTo>
                  <a:pt x="115697" y="56972"/>
                </a:lnTo>
                <a:lnTo>
                  <a:pt x="119761" y="53352"/>
                </a:lnTo>
                <a:lnTo>
                  <a:pt x="126784" y="48945"/>
                </a:lnTo>
                <a:lnTo>
                  <a:pt x="109854" y="48945"/>
                </a:lnTo>
                <a:lnTo>
                  <a:pt x="109727" y="38112"/>
                </a:lnTo>
                <a:lnTo>
                  <a:pt x="109474" y="37807"/>
                </a:lnTo>
                <a:lnTo>
                  <a:pt x="109347" y="37503"/>
                </a:lnTo>
                <a:lnTo>
                  <a:pt x="108965" y="37223"/>
                </a:lnTo>
                <a:lnTo>
                  <a:pt x="107950" y="36715"/>
                </a:lnTo>
                <a:lnTo>
                  <a:pt x="107187" y="36550"/>
                </a:lnTo>
                <a:close/>
              </a:path>
              <a:path w="266700" h="118745">
                <a:moveTo>
                  <a:pt x="164758" y="47180"/>
                </a:moveTo>
                <a:lnTo>
                  <a:pt x="138557" y="47180"/>
                </a:lnTo>
                <a:lnTo>
                  <a:pt x="141224" y="47688"/>
                </a:lnTo>
                <a:lnTo>
                  <a:pt x="145796" y="49707"/>
                </a:lnTo>
                <a:lnTo>
                  <a:pt x="153797" y="115455"/>
                </a:lnTo>
                <a:lnTo>
                  <a:pt x="154304" y="116065"/>
                </a:lnTo>
                <a:lnTo>
                  <a:pt x="154686" y="116332"/>
                </a:lnTo>
                <a:lnTo>
                  <a:pt x="155321" y="116560"/>
                </a:lnTo>
                <a:lnTo>
                  <a:pt x="155828" y="116776"/>
                </a:lnTo>
                <a:lnTo>
                  <a:pt x="156590" y="116954"/>
                </a:lnTo>
                <a:lnTo>
                  <a:pt x="166370" y="116954"/>
                </a:lnTo>
                <a:lnTo>
                  <a:pt x="169163" y="115455"/>
                </a:lnTo>
                <a:lnTo>
                  <a:pt x="169142" y="61734"/>
                </a:lnTo>
                <a:lnTo>
                  <a:pt x="168783" y="58470"/>
                </a:lnTo>
                <a:lnTo>
                  <a:pt x="166851" y="51168"/>
                </a:lnTo>
                <a:lnTo>
                  <a:pt x="166750" y="50787"/>
                </a:lnTo>
                <a:lnTo>
                  <a:pt x="164973" y="47434"/>
                </a:lnTo>
                <a:lnTo>
                  <a:pt x="164758" y="47180"/>
                </a:lnTo>
                <a:close/>
              </a:path>
              <a:path w="266700" h="118745">
                <a:moveTo>
                  <a:pt x="144399" y="35166"/>
                </a:moveTo>
                <a:lnTo>
                  <a:pt x="133858" y="35166"/>
                </a:lnTo>
                <a:lnTo>
                  <a:pt x="129032" y="36271"/>
                </a:lnTo>
                <a:lnTo>
                  <a:pt x="124178" y="38493"/>
                </a:lnTo>
                <a:lnTo>
                  <a:pt x="119507" y="40690"/>
                </a:lnTo>
                <a:lnTo>
                  <a:pt x="114680" y="44183"/>
                </a:lnTo>
                <a:lnTo>
                  <a:pt x="109854" y="48945"/>
                </a:lnTo>
                <a:lnTo>
                  <a:pt x="126784" y="48945"/>
                </a:lnTo>
                <a:lnTo>
                  <a:pt x="127635" y="48412"/>
                </a:lnTo>
                <a:lnTo>
                  <a:pt x="131572" y="47180"/>
                </a:lnTo>
                <a:lnTo>
                  <a:pt x="164758" y="47180"/>
                </a:lnTo>
                <a:lnTo>
                  <a:pt x="160147" y="41719"/>
                </a:lnTo>
                <a:lnTo>
                  <a:pt x="156972" y="39433"/>
                </a:lnTo>
                <a:lnTo>
                  <a:pt x="153359" y="37807"/>
                </a:lnTo>
                <a:lnTo>
                  <a:pt x="149225" y="36017"/>
                </a:lnTo>
                <a:lnTo>
                  <a:pt x="144399" y="35166"/>
                </a:lnTo>
                <a:close/>
              </a:path>
              <a:path w="266700" h="118745">
                <a:moveTo>
                  <a:pt x="229742" y="35166"/>
                </a:moveTo>
                <a:lnTo>
                  <a:pt x="218694" y="35166"/>
                </a:lnTo>
                <a:lnTo>
                  <a:pt x="213360" y="36156"/>
                </a:lnTo>
                <a:lnTo>
                  <a:pt x="204215" y="40132"/>
                </a:lnTo>
                <a:lnTo>
                  <a:pt x="200278" y="42976"/>
                </a:lnTo>
                <a:lnTo>
                  <a:pt x="197230" y="46685"/>
                </a:lnTo>
                <a:lnTo>
                  <a:pt x="194055" y="50380"/>
                </a:lnTo>
                <a:lnTo>
                  <a:pt x="191770" y="54851"/>
                </a:lnTo>
                <a:lnTo>
                  <a:pt x="190246" y="60096"/>
                </a:lnTo>
                <a:lnTo>
                  <a:pt x="188595" y="65328"/>
                </a:lnTo>
                <a:lnTo>
                  <a:pt x="187833" y="71208"/>
                </a:lnTo>
                <a:lnTo>
                  <a:pt x="187897" y="83731"/>
                </a:lnTo>
                <a:lnTo>
                  <a:pt x="188467" y="88430"/>
                </a:lnTo>
                <a:lnTo>
                  <a:pt x="216280" y="118325"/>
                </a:lnTo>
                <a:lnTo>
                  <a:pt x="228346" y="118325"/>
                </a:lnTo>
                <a:lnTo>
                  <a:pt x="233679" y="117119"/>
                </a:lnTo>
                <a:lnTo>
                  <a:pt x="243332" y="112293"/>
                </a:lnTo>
                <a:lnTo>
                  <a:pt x="248030" y="108927"/>
                </a:lnTo>
                <a:lnTo>
                  <a:pt x="250574" y="106464"/>
                </a:lnTo>
                <a:lnTo>
                  <a:pt x="221234" y="106464"/>
                </a:lnTo>
                <a:lnTo>
                  <a:pt x="217804" y="105613"/>
                </a:lnTo>
                <a:lnTo>
                  <a:pt x="215137" y="103898"/>
                </a:lnTo>
                <a:lnTo>
                  <a:pt x="212344" y="102196"/>
                </a:lnTo>
                <a:lnTo>
                  <a:pt x="210185" y="99923"/>
                </a:lnTo>
                <a:lnTo>
                  <a:pt x="206971" y="94411"/>
                </a:lnTo>
                <a:lnTo>
                  <a:pt x="206883" y="94259"/>
                </a:lnTo>
                <a:lnTo>
                  <a:pt x="205739" y="91020"/>
                </a:lnTo>
                <a:lnTo>
                  <a:pt x="205104" y="87376"/>
                </a:lnTo>
                <a:lnTo>
                  <a:pt x="204342" y="83731"/>
                </a:lnTo>
                <a:lnTo>
                  <a:pt x="204088" y="80010"/>
                </a:lnTo>
                <a:lnTo>
                  <a:pt x="204088" y="72605"/>
                </a:lnTo>
                <a:lnTo>
                  <a:pt x="215900" y="49618"/>
                </a:lnTo>
                <a:lnTo>
                  <a:pt x="218566" y="47942"/>
                </a:lnTo>
                <a:lnTo>
                  <a:pt x="221996" y="47104"/>
                </a:lnTo>
                <a:lnTo>
                  <a:pt x="266369" y="47104"/>
                </a:lnTo>
                <a:lnTo>
                  <a:pt x="266369" y="46685"/>
                </a:lnTo>
                <a:lnTo>
                  <a:pt x="250794" y="46685"/>
                </a:lnTo>
                <a:lnTo>
                  <a:pt x="246634" y="42837"/>
                </a:lnTo>
                <a:lnTo>
                  <a:pt x="242570" y="39992"/>
                </a:lnTo>
                <a:lnTo>
                  <a:pt x="238378" y="38061"/>
                </a:lnTo>
                <a:lnTo>
                  <a:pt x="234368" y="36156"/>
                </a:lnTo>
                <a:lnTo>
                  <a:pt x="229742" y="35166"/>
                </a:lnTo>
                <a:close/>
              </a:path>
              <a:path w="266700" h="118745">
                <a:moveTo>
                  <a:pt x="266434" y="104622"/>
                </a:moveTo>
                <a:lnTo>
                  <a:pt x="252475" y="104622"/>
                </a:lnTo>
                <a:lnTo>
                  <a:pt x="252602" y="115468"/>
                </a:lnTo>
                <a:lnTo>
                  <a:pt x="255397" y="116954"/>
                </a:lnTo>
                <a:lnTo>
                  <a:pt x="263778" y="116954"/>
                </a:lnTo>
                <a:lnTo>
                  <a:pt x="266434" y="104622"/>
                </a:lnTo>
                <a:close/>
              </a:path>
              <a:path w="266700" h="118745">
                <a:moveTo>
                  <a:pt x="229488" y="106210"/>
                </a:moveTo>
                <a:lnTo>
                  <a:pt x="220210" y="106210"/>
                </a:lnTo>
                <a:lnTo>
                  <a:pt x="221234" y="106464"/>
                </a:lnTo>
                <a:lnTo>
                  <a:pt x="227457" y="106464"/>
                </a:lnTo>
                <a:lnTo>
                  <a:pt x="229488" y="106210"/>
                </a:lnTo>
                <a:close/>
              </a:path>
              <a:path w="266700" h="118745">
                <a:moveTo>
                  <a:pt x="266369" y="47104"/>
                </a:moveTo>
                <a:lnTo>
                  <a:pt x="230377" y="47104"/>
                </a:lnTo>
                <a:lnTo>
                  <a:pt x="234441" y="48323"/>
                </a:lnTo>
                <a:lnTo>
                  <a:pt x="242315" y="53200"/>
                </a:lnTo>
                <a:lnTo>
                  <a:pt x="246507" y="56743"/>
                </a:lnTo>
                <a:lnTo>
                  <a:pt x="250698" y="61391"/>
                </a:lnTo>
                <a:lnTo>
                  <a:pt x="250698" y="91668"/>
                </a:lnTo>
                <a:lnTo>
                  <a:pt x="227457" y="106464"/>
                </a:lnTo>
                <a:lnTo>
                  <a:pt x="250574" y="106464"/>
                </a:lnTo>
                <a:lnTo>
                  <a:pt x="252475" y="104622"/>
                </a:lnTo>
                <a:lnTo>
                  <a:pt x="266434" y="104622"/>
                </a:lnTo>
                <a:lnTo>
                  <a:pt x="266369" y="47104"/>
                </a:lnTo>
                <a:close/>
              </a:path>
              <a:path w="266700" h="118745">
                <a:moveTo>
                  <a:pt x="252494" y="106210"/>
                </a:moveTo>
                <a:lnTo>
                  <a:pt x="250836" y="106210"/>
                </a:lnTo>
                <a:lnTo>
                  <a:pt x="250574" y="106464"/>
                </a:lnTo>
                <a:lnTo>
                  <a:pt x="252497" y="106464"/>
                </a:lnTo>
                <a:lnTo>
                  <a:pt x="252494" y="106210"/>
                </a:lnTo>
                <a:close/>
              </a:path>
              <a:path w="266700" h="118745">
                <a:moveTo>
                  <a:pt x="261365" y="0"/>
                </a:moveTo>
                <a:lnTo>
                  <a:pt x="255777" y="0"/>
                </a:lnTo>
                <a:lnTo>
                  <a:pt x="253746" y="279"/>
                </a:lnTo>
                <a:lnTo>
                  <a:pt x="252984" y="444"/>
                </a:lnTo>
                <a:lnTo>
                  <a:pt x="251713" y="838"/>
                </a:lnTo>
                <a:lnTo>
                  <a:pt x="251205" y="1117"/>
                </a:lnTo>
                <a:lnTo>
                  <a:pt x="251078" y="1485"/>
                </a:lnTo>
                <a:lnTo>
                  <a:pt x="250825" y="1841"/>
                </a:lnTo>
                <a:lnTo>
                  <a:pt x="250730" y="35166"/>
                </a:lnTo>
                <a:lnTo>
                  <a:pt x="250697" y="46685"/>
                </a:lnTo>
                <a:lnTo>
                  <a:pt x="266369" y="46685"/>
                </a:lnTo>
                <a:lnTo>
                  <a:pt x="266319" y="1841"/>
                </a:lnTo>
                <a:lnTo>
                  <a:pt x="263398" y="279"/>
                </a:lnTo>
                <a:lnTo>
                  <a:pt x="261365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82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231254" y="5468848"/>
            <a:ext cx="70231" cy="8315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6377304" y="5432678"/>
            <a:ext cx="697980" cy="11932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7143877" y="5433555"/>
            <a:ext cx="462025" cy="147548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7670800" y="5438825"/>
            <a:ext cx="96647" cy="113182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7827771" y="5433682"/>
            <a:ext cx="799337" cy="1474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50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619" y="0"/>
                </a:moveTo>
                <a:lnTo>
                  <a:pt x="0" y="0"/>
                </a:lnTo>
                <a:lnTo>
                  <a:pt x="0" y="6438256"/>
                </a:lnTo>
                <a:lnTo>
                  <a:pt x="11429619" y="6438256"/>
                </a:lnTo>
                <a:lnTo>
                  <a:pt x="11429619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96"/>
            <a:ext cx="11429618" cy="2142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241" y="2852800"/>
            <a:ext cx="2037219" cy="38684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80919" y="2852800"/>
            <a:ext cx="657225" cy="311785"/>
          </a:xfrm>
          <a:custGeom>
            <a:avLst/>
            <a:gdLst/>
            <a:ahLst/>
            <a:cxnLst/>
            <a:rect l="l" t="t" r="r" b="b"/>
            <a:pathLst>
              <a:path w="657225" h="311785">
                <a:moveTo>
                  <a:pt x="97917" y="139953"/>
                </a:moveTo>
                <a:lnTo>
                  <a:pt x="35941" y="139953"/>
                </a:lnTo>
                <a:lnTo>
                  <a:pt x="36013" y="242950"/>
                </a:lnTo>
                <a:lnTo>
                  <a:pt x="36202" y="249279"/>
                </a:lnTo>
                <a:lnTo>
                  <a:pt x="36879" y="256286"/>
                </a:lnTo>
                <a:lnTo>
                  <a:pt x="36988" y="257413"/>
                </a:lnTo>
                <a:lnTo>
                  <a:pt x="38160" y="264160"/>
                </a:lnTo>
                <a:lnTo>
                  <a:pt x="38205" y="264413"/>
                </a:lnTo>
                <a:lnTo>
                  <a:pt x="38298" y="264951"/>
                </a:lnTo>
                <a:lnTo>
                  <a:pt x="58119" y="297942"/>
                </a:lnTo>
                <a:lnTo>
                  <a:pt x="98904" y="310642"/>
                </a:lnTo>
                <a:lnTo>
                  <a:pt x="107823" y="310896"/>
                </a:lnTo>
                <a:lnTo>
                  <a:pt x="112394" y="310896"/>
                </a:lnTo>
                <a:lnTo>
                  <a:pt x="116967" y="310642"/>
                </a:lnTo>
                <a:lnTo>
                  <a:pt x="121412" y="310134"/>
                </a:lnTo>
                <a:lnTo>
                  <a:pt x="124840" y="309848"/>
                </a:lnTo>
                <a:lnTo>
                  <a:pt x="125355" y="309848"/>
                </a:lnTo>
                <a:lnTo>
                  <a:pt x="130175" y="309118"/>
                </a:lnTo>
                <a:lnTo>
                  <a:pt x="133985" y="308356"/>
                </a:lnTo>
                <a:lnTo>
                  <a:pt x="137922" y="307467"/>
                </a:lnTo>
                <a:lnTo>
                  <a:pt x="141224" y="306577"/>
                </a:lnTo>
                <a:lnTo>
                  <a:pt x="144144" y="305435"/>
                </a:lnTo>
                <a:lnTo>
                  <a:pt x="147066" y="304419"/>
                </a:lnTo>
                <a:lnTo>
                  <a:pt x="154305" y="294386"/>
                </a:lnTo>
                <a:lnTo>
                  <a:pt x="155194" y="290957"/>
                </a:lnTo>
                <a:lnTo>
                  <a:pt x="155575" y="286003"/>
                </a:lnTo>
                <a:lnTo>
                  <a:pt x="155448" y="272034"/>
                </a:lnTo>
                <a:lnTo>
                  <a:pt x="155067" y="269494"/>
                </a:lnTo>
                <a:lnTo>
                  <a:pt x="154558" y="266826"/>
                </a:lnTo>
                <a:lnTo>
                  <a:pt x="154228" y="264951"/>
                </a:lnTo>
                <a:lnTo>
                  <a:pt x="154178" y="264668"/>
                </a:lnTo>
                <a:lnTo>
                  <a:pt x="154093" y="264413"/>
                </a:lnTo>
                <a:lnTo>
                  <a:pt x="114045" y="264413"/>
                </a:lnTo>
                <a:lnTo>
                  <a:pt x="107314" y="261747"/>
                </a:lnTo>
                <a:lnTo>
                  <a:pt x="103631" y="256286"/>
                </a:lnTo>
                <a:lnTo>
                  <a:pt x="99822" y="250951"/>
                </a:lnTo>
                <a:lnTo>
                  <a:pt x="97917" y="242950"/>
                </a:lnTo>
                <a:lnTo>
                  <a:pt x="97917" y="139953"/>
                </a:lnTo>
                <a:close/>
              </a:path>
              <a:path w="657225" h="311785">
                <a:moveTo>
                  <a:pt x="149732" y="259334"/>
                </a:moveTo>
                <a:lnTo>
                  <a:pt x="147574" y="259334"/>
                </a:lnTo>
                <a:lnTo>
                  <a:pt x="146304" y="259587"/>
                </a:lnTo>
                <a:lnTo>
                  <a:pt x="141731" y="261238"/>
                </a:lnTo>
                <a:lnTo>
                  <a:pt x="137668" y="262509"/>
                </a:lnTo>
                <a:lnTo>
                  <a:pt x="135255" y="263144"/>
                </a:lnTo>
                <a:lnTo>
                  <a:pt x="130048" y="264160"/>
                </a:lnTo>
                <a:lnTo>
                  <a:pt x="127126" y="264413"/>
                </a:lnTo>
                <a:lnTo>
                  <a:pt x="154093" y="264413"/>
                </a:lnTo>
                <a:lnTo>
                  <a:pt x="153204" y="261747"/>
                </a:lnTo>
                <a:lnTo>
                  <a:pt x="152876" y="261238"/>
                </a:lnTo>
                <a:lnTo>
                  <a:pt x="152400" y="260603"/>
                </a:lnTo>
                <a:lnTo>
                  <a:pt x="150622" y="259587"/>
                </a:lnTo>
                <a:lnTo>
                  <a:pt x="149732" y="259334"/>
                </a:lnTo>
                <a:close/>
              </a:path>
              <a:path w="657225" h="311785">
                <a:moveTo>
                  <a:pt x="147447" y="94996"/>
                </a:moveTo>
                <a:lnTo>
                  <a:pt x="8128" y="94996"/>
                </a:lnTo>
                <a:lnTo>
                  <a:pt x="6731" y="95376"/>
                </a:lnTo>
                <a:lnTo>
                  <a:pt x="5461" y="96138"/>
                </a:lnTo>
                <a:lnTo>
                  <a:pt x="4318" y="96774"/>
                </a:lnTo>
                <a:lnTo>
                  <a:pt x="635" y="106680"/>
                </a:lnTo>
                <a:lnTo>
                  <a:pt x="126" y="109600"/>
                </a:lnTo>
                <a:lnTo>
                  <a:pt x="0" y="125475"/>
                </a:lnTo>
                <a:lnTo>
                  <a:pt x="762" y="131318"/>
                </a:lnTo>
                <a:lnTo>
                  <a:pt x="4063" y="138175"/>
                </a:lnTo>
                <a:lnTo>
                  <a:pt x="6476" y="139953"/>
                </a:lnTo>
                <a:lnTo>
                  <a:pt x="149098" y="139953"/>
                </a:lnTo>
                <a:lnTo>
                  <a:pt x="151511" y="138175"/>
                </a:lnTo>
                <a:lnTo>
                  <a:pt x="154812" y="131318"/>
                </a:lnTo>
                <a:lnTo>
                  <a:pt x="155575" y="125475"/>
                </a:lnTo>
                <a:lnTo>
                  <a:pt x="155448" y="109600"/>
                </a:lnTo>
                <a:lnTo>
                  <a:pt x="150113" y="96138"/>
                </a:lnTo>
                <a:lnTo>
                  <a:pt x="148844" y="95376"/>
                </a:lnTo>
                <a:lnTo>
                  <a:pt x="147447" y="94996"/>
                </a:lnTo>
                <a:close/>
              </a:path>
              <a:path w="657225" h="311785">
                <a:moveTo>
                  <a:pt x="77978" y="42037"/>
                </a:moveTo>
                <a:lnTo>
                  <a:pt x="55880" y="42037"/>
                </a:lnTo>
                <a:lnTo>
                  <a:pt x="47879" y="42799"/>
                </a:lnTo>
                <a:lnTo>
                  <a:pt x="37337" y="47244"/>
                </a:lnTo>
                <a:lnTo>
                  <a:pt x="36449" y="48387"/>
                </a:lnTo>
                <a:lnTo>
                  <a:pt x="35941" y="49657"/>
                </a:lnTo>
                <a:lnTo>
                  <a:pt x="35941" y="94996"/>
                </a:lnTo>
                <a:lnTo>
                  <a:pt x="97917" y="94996"/>
                </a:lnTo>
                <a:lnTo>
                  <a:pt x="97917" y="49657"/>
                </a:lnTo>
                <a:lnTo>
                  <a:pt x="97408" y="48387"/>
                </a:lnTo>
                <a:lnTo>
                  <a:pt x="96393" y="47244"/>
                </a:lnTo>
                <a:lnTo>
                  <a:pt x="95376" y="45974"/>
                </a:lnTo>
                <a:lnTo>
                  <a:pt x="93725" y="45085"/>
                </a:lnTo>
                <a:lnTo>
                  <a:pt x="91439" y="44196"/>
                </a:lnTo>
                <a:lnTo>
                  <a:pt x="89154" y="43434"/>
                </a:lnTo>
                <a:lnTo>
                  <a:pt x="85979" y="42799"/>
                </a:lnTo>
                <a:lnTo>
                  <a:pt x="77978" y="42037"/>
                </a:lnTo>
                <a:close/>
              </a:path>
              <a:path w="657225" h="311785">
                <a:moveTo>
                  <a:pt x="233680" y="0"/>
                </a:moveTo>
                <a:lnTo>
                  <a:pt x="211455" y="0"/>
                </a:lnTo>
                <a:lnTo>
                  <a:pt x="207518" y="508"/>
                </a:lnTo>
                <a:lnTo>
                  <a:pt x="203581" y="888"/>
                </a:lnTo>
                <a:lnTo>
                  <a:pt x="200406" y="1524"/>
                </a:lnTo>
                <a:lnTo>
                  <a:pt x="197993" y="2412"/>
                </a:lnTo>
                <a:lnTo>
                  <a:pt x="195580" y="3175"/>
                </a:lnTo>
                <a:lnTo>
                  <a:pt x="193929" y="4190"/>
                </a:lnTo>
                <a:lnTo>
                  <a:pt x="192912" y="5334"/>
                </a:lnTo>
                <a:lnTo>
                  <a:pt x="192024" y="6476"/>
                </a:lnTo>
                <a:lnTo>
                  <a:pt x="191516" y="7874"/>
                </a:lnTo>
                <a:lnTo>
                  <a:pt x="191516" y="300482"/>
                </a:lnTo>
                <a:lnTo>
                  <a:pt x="211455" y="307594"/>
                </a:lnTo>
                <a:lnTo>
                  <a:pt x="233680" y="307594"/>
                </a:lnTo>
                <a:lnTo>
                  <a:pt x="253619" y="300482"/>
                </a:lnTo>
                <a:lnTo>
                  <a:pt x="253619" y="168401"/>
                </a:lnTo>
                <a:lnTo>
                  <a:pt x="260119" y="161424"/>
                </a:lnTo>
                <a:lnTo>
                  <a:pt x="294894" y="138175"/>
                </a:lnTo>
                <a:lnTo>
                  <a:pt x="396468" y="138175"/>
                </a:lnTo>
                <a:lnTo>
                  <a:pt x="395081" y="133949"/>
                </a:lnTo>
                <a:lnTo>
                  <a:pt x="391985" y="127000"/>
                </a:lnTo>
                <a:lnTo>
                  <a:pt x="388223" y="120526"/>
                </a:lnTo>
                <a:lnTo>
                  <a:pt x="386242" y="117856"/>
                </a:lnTo>
                <a:lnTo>
                  <a:pt x="253619" y="117856"/>
                </a:lnTo>
                <a:lnTo>
                  <a:pt x="253619" y="7874"/>
                </a:lnTo>
                <a:lnTo>
                  <a:pt x="247142" y="2412"/>
                </a:lnTo>
                <a:lnTo>
                  <a:pt x="244729" y="1524"/>
                </a:lnTo>
                <a:lnTo>
                  <a:pt x="241554" y="888"/>
                </a:lnTo>
                <a:lnTo>
                  <a:pt x="237617" y="508"/>
                </a:lnTo>
                <a:lnTo>
                  <a:pt x="233680" y="0"/>
                </a:lnTo>
                <a:close/>
              </a:path>
              <a:path w="657225" h="311785">
                <a:moveTo>
                  <a:pt x="396468" y="138175"/>
                </a:moveTo>
                <a:lnTo>
                  <a:pt x="308991" y="138175"/>
                </a:lnTo>
                <a:lnTo>
                  <a:pt x="314451" y="139192"/>
                </a:lnTo>
                <a:lnTo>
                  <a:pt x="323850" y="143510"/>
                </a:lnTo>
                <a:lnTo>
                  <a:pt x="339725" y="177292"/>
                </a:lnTo>
                <a:lnTo>
                  <a:pt x="339725" y="300482"/>
                </a:lnTo>
                <a:lnTo>
                  <a:pt x="340232" y="301751"/>
                </a:lnTo>
                <a:lnTo>
                  <a:pt x="341249" y="302768"/>
                </a:lnTo>
                <a:lnTo>
                  <a:pt x="342264" y="303911"/>
                </a:lnTo>
                <a:lnTo>
                  <a:pt x="343916" y="304800"/>
                </a:lnTo>
                <a:lnTo>
                  <a:pt x="348488" y="306324"/>
                </a:lnTo>
                <a:lnTo>
                  <a:pt x="351663" y="306832"/>
                </a:lnTo>
                <a:lnTo>
                  <a:pt x="359663" y="307594"/>
                </a:lnTo>
                <a:lnTo>
                  <a:pt x="381762" y="307594"/>
                </a:lnTo>
                <a:lnTo>
                  <a:pt x="400176" y="302768"/>
                </a:lnTo>
                <a:lnTo>
                  <a:pt x="401193" y="301751"/>
                </a:lnTo>
                <a:lnTo>
                  <a:pt x="401700" y="300482"/>
                </a:lnTo>
                <a:lnTo>
                  <a:pt x="401672" y="177292"/>
                </a:lnTo>
                <a:lnTo>
                  <a:pt x="401485" y="169799"/>
                </a:lnTo>
                <a:lnTo>
                  <a:pt x="401439" y="167961"/>
                </a:lnTo>
                <a:lnTo>
                  <a:pt x="400712" y="159003"/>
                </a:lnTo>
                <a:lnTo>
                  <a:pt x="400653" y="158273"/>
                </a:lnTo>
                <a:lnTo>
                  <a:pt x="399460" y="150185"/>
                </a:lnTo>
                <a:lnTo>
                  <a:pt x="399343" y="149395"/>
                </a:lnTo>
                <a:lnTo>
                  <a:pt x="397510" y="141350"/>
                </a:lnTo>
                <a:lnTo>
                  <a:pt x="396468" y="138175"/>
                </a:lnTo>
                <a:close/>
              </a:path>
              <a:path w="657225" h="311785">
                <a:moveTo>
                  <a:pt x="321056" y="89915"/>
                </a:moveTo>
                <a:lnTo>
                  <a:pt x="278050" y="100782"/>
                </a:lnTo>
                <a:lnTo>
                  <a:pt x="253619" y="117856"/>
                </a:lnTo>
                <a:lnTo>
                  <a:pt x="386242" y="117856"/>
                </a:lnTo>
                <a:lnTo>
                  <a:pt x="350738" y="93612"/>
                </a:lnTo>
                <a:lnTo>
                  <a:pt x="342111" y="91646"/>
                </a:lnTo>
                <a:lnTo>
                  <a:pt x="342461" y="91646"/>
                </a:lnTo>
                <a:lnTo>
                  <a:pt x="331983" y="90346"/>
                </a:lnTo>
                <a:lnTo>
                  <a:pt x="332419" y="90346"/>
                </a:lnTo>
                <a:lnTo>
                  <a:pt x="321056" y="89915"/>
                </a:lnTo>
                <a:close/>
              </a:path>
              <a:path w="657225" h="311785">
                <a:moveTo>
                  <a:pt x="553084" y="89915"/>
                </a:moveTo>
                <a:lnTo>
                  <a:pt x="506094" y="97662"/>
                </a:lnTo>
                <a:lnTo>
                  <a:pt x="470661" y="120014"/>
                </a:lnTo>
                <a:lnTo>
                  <a:pt x="448437" y="155701"/>
                </a:lnTo>
                <a:lnTo>
                  <a:pt x="445186" y="166242"/>
                </a:lnTo>
                <a:lnTo>
                  <a:pt x="445103" y="166512"/>
                </a:lnTo>
                <a:lnTo>
                  <a:pt x="442721" y="177990"/>
                </a:lnTo>
                <a:lnTo>
                  <a:pt x="441293" y="190134"/>
                </a:lnTo>
                <a:lnTo>
                  <a:pt x="440859" y="201802"/>
                </a:lnTo>
                <a:lnTo>
                  <a:pt x="440817" y="202946"/>
                </a:lnTo>
                <a:lnTo>
                  <a:pt x="441167" y="213233"/>
                </a:lnTo>
                <a:lnTo>
                  <a:pt x="448056" y="250951"/>
                </a:lnTo>
                <a:lnTo>
                  <a:pt x="470312" y="284988"/>
                </a:lnTo>
                <a:lnTo>
                  <a:pt x="506983" y="304926"/>
                </a:lnTo>
                <a:lnTo>
                  <a:pt x="558419" y="311531"/>
                </a:lnTo>
                <a:lnTo>
                  <a:pt x="563877" y="311531"/>
                </a:lnTo>
                <a:lnTo>
                  <a:pt x="572734" y="311124"/>
                </a:lnTo>
                <a:lnTo>
                  <a:pt x="573369" y="311124"/>
                </a:lnTo>
                <a:lnTo>
                  <a:pt x="621919" y="303530"/>
                </a:lnTo>
                <a:lnTo>
                  <a:pt x="644017" y="292735"/>
                </a:lnTo>
                <a:lnTo>
                  <a:pt x="644779" y="291592"/>
                </a:lnTo>
                <a:lnTo>
                  <a:pt x="646414" y="269621"/>
                </a:lnTo>
                <a:lnTo>
                  <a:pt x="558746" y="269621"/>
                </a:lnTo>
                <a:lnTo>
                  <a:pt x="549259" y="268731"/>
                </a:lnTo>
                <a:lnTo>
                  <a:pt x="513080" y="250189"/>
                </a:lnTo>
                <a:lnTo>
                  <a:pt x="503935" y="223138"/>
                </a:lnTo>
                <a:lnTo>
                  <a:pt x="503935" y="214757"/>
                </a:lnTo>
                <a:lnTo>
                  <a:pt x="643763" y="214757"/>
                </a:lnTo>
                <a:lnTo>
                  <a:pt x="648461" y="213233"/>
                </a:lnTo>
                <a:lnTo>
                  <a:pt x="655193" y="206756"/>
                </a:lnTo>
                <a:lnTo>
                  <a:pt x="656844" y="201802"/>
                </a:lnTo>
                <a:lnTo>
                  <a:pt x="656844" y="186182"/>
                </a:lnTo>
                <a:lnTo>
                  <a:pt x="656597" y="179197"/>
                </a:lnTo>
                <a:lnTo>
                  <a:pt x="503935" y="179197"/>
                </a:lnTo>
                <a:lnTo>
                  <a:pt x="504317" y="172212"/>
                </a:lnTo>
                <a:lnTo>
                  <a:pt x="505322" y="166512"/>
                </a:lnTo>
                <a:lnTo>
                  <a:pt x="505370" y="166242"/>
                </a:lnTo>
                <a:lnTo>
                  <a:pt x="505459" y="165735"/>
                </a:lnTo>
                <a:lnTo>
                  <a:pt x="536829" y="130428"/>
                </a:lnTo>
                <a:lnTo>
                  <a:pt x="543686" y="129159"/>
                </a:lnTo>
                <a:lnTo>
                  <a:pt x="641821" y="129159"/>
                </a:lnTo>
                <a:lnTo>
                  <a:pt x="638339" y="124110"/>
                </a:lnTo>
                <a:lnTo>
                  <a:pt x="600329" y="97155"/>
                </a:lnTo>
                <a:lnTo>
                  <a:pt x="579262" y="91836"/>
                </a:lnTo>
                <a:lnTo>
                  <a:pt x="579715" y="91836"/>
                </a:lnTo>
                <a:lnTo>
                  <a:pt x="566630" y="90394"/>
                </a:lnTo>
                <a:lnTo>
                  <a:pt x="567155" y="90394"/>
                </a:lnTo>
                <a:lnTo>
                  <a:pt x="553084" y="89915"/>
                </a:lnTo>
                <a:close/>
              </a:path>
              <a:path w="657225" h="311785">
                <a:moveTo>
                  <a:pt x="640080" y="256286"/>
                </a:moveTo>
                <a:lnTo>
                  <a:pt x="636143" y="256286"/>
                </a:lnTo>
                <a:lnTo>
                  <a:pt x="632968" y="256921"/>
                </a:lnTo>
                <a:lnTo>
                  <a:pt x="625094" y="259714"/>
                </a:lnTo>
                <a:lnTo>
                  <a:pt x="620141" y="261238"/>
                </a:lnTo>
                <a:lnTo>
                  <a:pt x="614044" y="262889"/>
                </a:lnTo>
                <a:lnTo>
                  <a:pt x="608076" y="264668"/>
                </a:lnTo>
                <a:lnTo>
                  <a:pt x="600964" y="266192"/>
                </a:lnTo>
                <a:lnTo>
                  <a:pt x="592708" y="267588"/>
                </a:lnTo>
                <a:lnTo>
                  <a:pt x="586333" y="268495"/>
                </a:lnTo>
                <a:lnTo>
                  <a:pt x="579421" y="269128"/>
                </a:lnTo>
                <a:lnTo>
                  <a:pt x="569592" y="269621"/>
                </a:lnTo>
                <a:lnTo>
                  <a:pt x="646414" y="269621"/>
                </a:lnTo>
                <a:lnTo>
                  <a:pt x="641350" y="256539"/>
                </a:lnTo>
                <a:lnTo>
                  <a:pt x="640080" y="256286"/>
                </a:lnTo>
                <a:close/>
              </a:path>
              <a:path w="657225" h="311785">
                <a:moveTo>
                  <a:pt x="641821" y="129159"/>
                </a:moveTo>
                <a:lnTo>
                  <a:pt x="551560" y="129159"/>
                </a:lnTo>
                <a:lnTo>
                  <a:pt x="562514" y="129992"/>
                </a:lnTo>
                <a:lnTo>
                  <a:pt x="571944" y="132492"/>
                </a:lnTo>
                <a:lnTo>
                  <a:pt x="596286" y="168122"/>
                </a:lnTo>
                <a:lnTo>
                  <a:pt x="596419" y="172212"/>
                </a:lnTo>
                <a:lnTo>
                  <a:pt x="596542" y="176010"/>
                </a:lnTo>
                <a:lnTo>
                  <a:pt x="596645" y="179197"/>
                </a:lnTo>
                <a:lnTo>
                  <a:pt x="656597" y="179197"/>
                </a:lnTo>
                <a:lnTo>
                  <a:pt x="647622" y="139350"/>
                </a:lnTo>
                <a:lnTo>
                  <a:pt x="643397" y="131445"/>
                </a:lnTo>
                <a:lnTo>
                  <a:pt x="641821" y="129159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68953" y="2869438"/>
            <a:ext cx="1171829" cy="29489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861052" y="2852800"/>
            <a:ext cx="880744" cy="311150"/>
          </a:xfrm>
          <a:custGeom>
            <a:avLst/>
            <a:gdLst/>
            <a:ahLst/>
            <a:cxnLst/>
            <a:rect l="l" t="t" r="r" b="b"/>
            <a:pathLst>
              <a:path w="880745" h="311150">
                <a:moveTo>
                  <a:pt x="43052" y="93852"/>
                </a:moveTo>
                <a:lnTo>
                  <a:pt x="19938" y="93852"/>
                </a:lnTo>
                <a:lnTo>
                  <a:pt x="11937" y="94361"/>
                </a:lnTo>
                <a:lnTo>
                  <a:pt x="0" y="100584"/>
                </a:lnTo>
                <a:lnTo>
                  <a:pt x="0" y="103632"/>
                </a:lnTo>
                <a:lnTo>
                  <a:pt x="253" y="105663"/>
                </a:lnTo>
                <a:lnTo>
                  <a:pt x="1015" y="110489"/>
                </a:lnTo>
                <a:lnTo>
                  <a:pt x="1956" y="113664"/>
                </a:lnTo>
                <a:lnTo>
                  <a:pt x="3428" y="118110"/>
                </a:lnTo>
                <a:lnTo>
                  <a:pt x="61722" y="295910"/>
                </a:lnTo>
                <a:lnTo>
                  <a:pt x="87757" y="307594"/>
                </a:lnTo>
                <a:lnTo>
                  <a:pt x="117221" y="307594"/>
                </a:lnTo>
                <a:lnTo>
                  <a:pt x="140715" y="301878"/>
                </a:lnTo>
                <a:lnTo>
                  <a:pt x="141986" y="300355"/>
                </a:lnTo>
                <a:lnTo>
                  <a:pt x="142875" y="298323"/>
                </a:lnTo>
                <a:lnTo>
                  <a:pt x="143637" y="295910"/>
                </a:lnTo>
                <a:lnTo>
                  <a:pt x="156708" y="250062"/>
                </a:lnTo>
                <a:lnTo>
                  <a:pt x="107823" y="250062"/>
                </a:lnTo>
                <a:lnTo>
                  <a:pt x="107363" y="247650"/>
                </a:lnTo>
                <a:lnTo>
                  <a:pt x="107314" y="247396"/>
                </a:lnTo>
                <a:lnTo>
                  <a:pt x="63626" y="103124"/>
                </a:lnTo>
                <a:lnTo>
                  <a:pt x="63119" y="101346"/>
                </a:lnTo>
                <a:lnTo>
                  <a:pt x="62484" y="99822"/>
                </a:lnTo>
                <a:lnTo>
                  <a:pt x="61595" y="98678"/>
                </a:lnTo>
                <a:lnTo>
                  <a:pt x="60706" y="97409"/>
                </a:lnTo>
                <a:lnTo>
                  <a:pt x="59055" y="96393"/>
                </a:lnTo>
                <a:lnTo>
                  <a:pt x="54483" y="94869"/>
                </a:lnTo>
                <a:lnTo>
                  <a:pt x="51181" y="94361"/>
                </a:lnTo>
                <a:lnTo>
                  <a:pt x="43052" y="93852"/>
                </a:lnTo>
                <a:close/>
              </a:path>
              <a:path w="880745" h="311150">
                <a:moveTo>
                  <a:pt x="232783" y="174498"/>
                </a:moveTo>
                <a:lnTo>
                  <a:pt x="178053" y="174498"/>
                </a:lnTo>
                <a:lnTo>
                  <a:pt x="178562" y="176530"/>
                </a:lnTo>
                <a:lnTo>
                  <a:pt x="215646" y="295910"/>
                </a:lnTo>
                <a:lnTo>
                  <a:pt x="216344" y="298323"/>
                </a:lnTo>
                <a:lnTo>
                  <a:pt x="217297" y="300227"/>
                </a:lnTo>
                <a:lnTo>
                  <a:pt x="219837" y="303275"/>
                </a:lnTo>
                <a:lnTo>
                  <a:pt x="221996" y="304419"/>
                </a:lnTo>
                <a:lnTo>
                  <a:pt x="224917" y="305308"/>
                </a:lnTo>
                <a:lnTo>
                  <a:pt x="227711" y="306197"/>
                </a:lnTo>
                <a:lnTo>
                  <a:pt x="231775" y="306832"/>
                </a:lnTo>
                <a:lnTo>
                  <a:pt x="241935" y="307594"/>
                </a:lnTo>
                <a:lnTo>
                  <a:pt x="271145" y="307594"/>
                </a:lnTo>
                <a:lnTo>
                  <a:pt x="312182" y="250062"/>
                </a:lnTo>
                <a:lnTo>
                  <a:pt x="255524" y="250062"/>
                </a:lnTo>
                <a:lnTo>
                  <a:pt x="254888" y="247650"/>
                </a:lnTo>
                <a:lnTo>
                  <a:pt x="232783" y="174498"/>
                </a:lnTo>
                <a:close/>
              </a:path>
              <a:path w="880745" h="311150">
                <a:moveTo>
                  <a:pt x="191388" y="93852"/>
                </a:moveTo>
                <a:lnTo>
                  <a:pt x="169290" y="93852"/>
                </a:lnTo>
                <a:lnTo>
                  <a:pt x="161544" y="94361"/>
                </a:lnTo>
                <a:lnTo>
                  <a:pt x="158496" y="94869"/>
                </a:lnTo>
                <a:lnTo>
                  <a:pt x="156104" y="95758"/>
                </a:lnTo>
                <a:lnTo>
                  <a:pt x="154305" y="96393"/>
                </a:lnTo>
                <a:lnTo>
                  <a:pt x="152653" y="97409"/>
                </a:lnTo>
                <a:lnTo>
                  <a:pt x="151637" y="98678"/>
                </a:lnTo>
                <a:lnTo>
                  <a:pt x="150495" y="99822"/>
                </a:lnTo>
                <a:lnTo>
                  <a:pt x="149733" y="101346"/>
                </a:lnTo>
                <a:lnTo>
                  <a:pt x="108331" y="247396"/>
                </a:lnTo>
                <a:lnTo>
                  <a:pt x="107823" y="250062"/>
                </a:lnTo>
                <a:lnTo>
                  <a:pt x="156708" y="250062"/>
                </a:lnTo>
                <a:lnTo>
                  <a:pt x="177673" y="176530"/>
                </a:lnTo>
                <a:lnTo>
                  <a:pt x="178053" y="174498"/>
                </a:lnTo>
                <a:lnTo>
                  <a:pt x="232783" y="174498"/>
                </a:lnTo>
                <a:lnTo>
                  <a:pt x="210947" y="102235"/>
                </a:lnTo>
                <a:lnTo>
                  <a:pt x="204088" y="95758"/>
                </a:lnTo>
                <a:lnTo>
                  <a:pt x="201930" y="95123"/>
                </a:lnTo>
                <a:lnTo>
                  <a:pt x="198882" y="94614"/>
                </a:lnTo>
                <a:lnTo>
                  <a:pt x="191388" y="93852"/>
                </a:lnTo>
                <a:close/>
              </a:path>
              <a:path w="880745" h="311150">
                <a:moveTo>
                  <a:pt x="340360" y="93852"/>
                </a:moveTo>
                <a:lnTo>
                  <a:pt x="318262" y="93852"/>
                </a:lnTo>
                <a:lnTo>
                  <a:pt x="310388" y="94361"/>
                </a:lnTo>
                <a:lnTo>
                  <a:pt x="307213" y="94869"/>
                </a:lnTo>
                <a:lnTo>
                  <a:pt x="302640" y="96393"/>
                </a:lnTo>
                <a:lnTo>
                  <a:pt x="300989" y="97409"/>
                </a:lnTo>
                <a:lnTo>
                  <a:pt x="299974" y="98678"/>
                </a:lnTo>
                <a:lnTo>
                  <a:pt x="298958" y="99822"/>
                </a:lnTo>
                <a:lnTo>
                  <a:pt x="298323" y="101346"/>
                </a:lnTo>
                <a:lnTo>
                  <a:pt x="298196" y="102235"/>
                </a:lnTo>
                <a:lnTo>
                  <a:pt x="298069" y="103124"/>
                </a:lnTo>
                <a:lnTo>
                  <a:pt x="256032" y="247396"/>
                </a:lnTo>
                <a:lnTo>
                  <a:pt x="255524" y="250062"/>
                </a:lnTo>
                <a:lnTo>
                  <a:pt x="312182" y="250062"/>
                </a:lnTo>
                <a:lnTo>
                  <a:pt x="355726" y="118110"/>
                </a:lnTo>
                <a:lnTo>
                  <a:pt x="356924" y="113919"/>
                </a:lnTo>
                <a:lnTo>
                  <a:pt x="357973" y="110489"/>
                </a:lnTo>
                <a:lnTo>
                  <a:pt x="358394" y="107950"/>
                </a:lnTo>
                <a:lnTo>
                  <a:pt x="358901" y="105663"/>
                </a:lnTo>
                <a:lnTo>
                  <a:pt x="359156" y="103632"/>
                </a:lnTo>
                <a:lnTo>
                  <a:pt x="359156" y="100584"/>
                </a:lnTo>
                <a:lnTo>
                  <a:pt x="358927" y="99822"/>
                </a:lnTo>
                <a:lnTo>
                  <a:pt x="358851" y="99568"/>
                </a:lnTo>
                <a:lnTo>
                  <a:pt x="348107" y="94361"/>
                </a:lnTo>
                <a:lnTo>
                  <a:pt x="340360" y="93852"/>
                </a:lnTo>
                <a:close/>
              </a:path>
              <a:path w="880745" h="311150">
                <a:moveTo>
                  <a:pt x="431926" y="93852"/>
                </a:moveTo>
                <a:lnTo>
                  <a:pt x="409701" y="93852"/>
                </a:lnTo>
                <a:lnTo>
                  <a:pt x="405764" y="94361"/>
                </a:lnTo>
                <a:lnTo>
                  <a:pt x="401827" y="94742"/>
                </a:lnTo>
                <a:lnTo>
                  <a:pt x="398652" y="95376"/>
                </a:lnTo>
                <a:lnTo>
                  <a:pt x="396239" y="96265"/>
                </a:lnTo>
                <a:lnTo>
                  <a:pt x="393826" y="97027"/>
                </a:lnTo>
                <a:lnTo>
                  <a:pt x="392175" y="97917"/>
                </a:lnTo>
                <a:lnTo>
                  <a:pt x="391160" y="99060"/>
                </a:lnTo>
                <a:lnTo>
                  <a:pt x="390271" y="100202"/>
                </a:lnTo>
                <a:lnTo>
                  <a:pt x="389763" y="101473"/>
                </a:lnTo>
                <a:lnTo>
                  <a:pt x="389763" y="300482"/>
                </a:lnTo>
                <a:lnTo>
                  <a:pt x="409701" y="307594"/>
                </a:lnTo>
                <a:lnTo>
                  <a:pt x="431926" y="307594"/>
                </a:lnTo>
                <a:lnTo>
                  <a:pt x="451865" y="300482"/>
                </a:lnTo>
                <a:lnTo>
                  <a:pt x="451865" y="101473"/>
                </a:lnTo>
                <a:lnTo>
                  <a:pt x="445388" y="96265"/>
                </a:lnTo>
                <a:lnTo>
                  <a:pt x="442975" y="95376"/>
                </a:lnTo>
                <a:lnTo>
                  <a:pt x="439800" y="94742"/>
                </a:lnTo>
                <a:lnTo>
                  <a:pt x="435863" y="94361"/>
                </a:lnTo>
                <a:lnTo>
                  <a:pt x="431926" y="93852"/>
                </a:lnTo>
                <a:close/>
              </a:path>
              <a:path w="880745" h="311150">
                <a:moveTo>
                  <a:pt x="421005" y="7365"/>
                </a:moveTo>
                <a:lnTo>
                  <a:pt x="385063" y="25908"/>
                </a:lnTo>
                <a:lnTo>
                  <a:pt x="385063" y="47751"/>
                </a:lnTo>
                <a:lnTo>
                  <a:pt x="420624" y="65532"/>
                </a:lnTo>
                <a:lnTo>
                  <a:pt x="430028" y="65131"/>
                </a:lnTo>
                <a:lnTo>
                  <a:pt x="437816" y="63944"/>
                </a:lnTo>
                <a:lnTo>
                  <a:pt x="443972" y="61995"/>
                </a:lnTo>
                <a:lnTo>
                  <a:pt x="444130" y="61995"/>
                </a:lnTo>
                <a:lnTo>
                  <a:pt x="448945" y="59055"/>
                </a:lnTo>
                <a:lnTo>
                  <a:pt x="454025" y="54863"/>
                </a:lnTo>
                <a:lnTo>
                  <a:pt x="456564" y="47117"/>
                </a:lnTo>
                <a:lnTo>
                  <a:pt x="456564" y="25273"/>
                </a:lnTo>
                <a:lnTo>
                  <a:pt x="438689" y="8985"/>
                </a:lnTo>
                <a:lnTo>
                  <a:pt x="438976" y="8985"/>
                </a:lnTo>
                <a:lnTo>
                  <a:pt x="430702" y="7770"/>
                </a:lnTo>
                <a:lnTo>
                  <a:pt x="431098" y="7770"/>
                </a:lnTo>
                <a:lnTo>
                  <a:pt x="421005" y="7365"/>
                </a:lnTo>
                <a:close/>
              </a:path>
              <a:path w="880745" h="311150">
                <a:moveTo>
                  <a:pt x="576580" y="139953"/>
                </a:moveTo>
                <a:lnTo>
                  <a:pt x="514603" y="139953"/>
                </a:lnTo>
                <a:lnTo>
                  <a:pt x="514676" y="242950"/>
                </a:lnTo>
                <a:lnTo>
                  <a:pt x="514865" y="249279"/>
                </a:lnTo>
                <a:lnTo>
                  <a:pt x="515542" y="256286"/>
                </a:lnTo>
                <a:lnTo>
                  <a:pt x="515651" y="257413"/>
                </a:lnTo>
                <a:lnTo>
                  <a:pt x="531876" y="293750"/>
                </a:lnTo>
                <a:lnTo>
                  <a:pt x="569134" y="309848"/>
                </a:lnTo>
                <a:lnTo>
                  <a:pt x="586486" y="310896"/>
                </a:lnTo>
                <a:lnTo>
                  <a:pt x="591058" y="310896"/>
                </a:lnTo>
                <a:lnTo>
                  <a:pt x="595630" y="310642"/>
                </a:lnTo>
                <a:lnTo>
                  <a:pt x="600075" y="310134"/>
                </a:lnTo>
                <a:lnTo>
                  <a:pt x="603503" y="309848"/>
                </a:lnTo>
                <a:lnTo>
                  <a:pt x="604018" y="309848"/>
                </a:lnTo>
                <a:lnTo>
                  <a:pt x="608838" y="309118"/>
                </a:lnTo>
                <a:lnTo>
                  <a:pt x="612648" y="308356"/>
                </a:lnTo>
                <a:lnTo>
                  <a:pt x="616585" y="307467"/>
                </a:lnTo>
                <a:lnTo>
                  <a:pt x="619887" y="306577"/>
                </a:lnTo>
                <a:lnTo>
                  <a:pt x="622808" y="305435"/>
                </a:lnTo>
                <a:lnTo>
                  <a:pt x="625728" y="304419"/>
                </a:lnTo>
                <a:lnTo>
                  <a:pt x="632968" y="294386"/>
                </a:lnTo>
                <a:lnTo>
                  <a:pt x="633857" y="290957"/>
                </a:lnTo>
                <a:lnTo>
                  <a:pt x="634238" y="286003"/>
                </a:lnTo>
                <a:lnTo>
                  <a:pt x="634111" y="272034"/>
                </a:lnTo>
                <a:lnTo>
                  <a:pt x="633730" y="269494"/>
                </a:lnTo>
                <a:lnTo>
                  <a:pt x="633222" y="266826"/>
                </a:lnTo>
                <a:lnTo>
                  <a:pt x="632891" y="264951"/>
                </a:lnTo>
                <a:lnTo>
                  <a:pt x="632840" y="264668"/>
                </a:lnTo>
                <a:lnTo>
                  <a:pt x="632756" y="264413"/>
                </a:lnTo>
                <a:lnTo>
                  <a:pt x="592709" y="264413"/>
                </a:lnTo>
                <a:lnTo>
                  <a:pt x="585977" y="261747"/>
                </a:lnTo>
                <a:lnTo>
                  <a:pt x="582295" y="256286"/>
                </a:lnTo>
                <a:lnTo>
                  <a:pt x="578485" y="250951"/>
                </a:lnTo>
                <a:lnTo>
                  <a:pt x="576580" y="242950"/>
                </a:lnTo>
                <a:lnTo>
                  <a:pt x="576580" y="139953"/>
                </a:lnTo>
                <a:close/>
              </a:path>
              <a:path w="880745" h="311150">
                <a:moveTo>
                  <a:pt x="628396" y="259334"/>
                </a:moveTo>
                <a:lnTo>
                  <a:pt x="626237" y="259334"/>
                </a:lnTo>
                <a:lnTo>
                  <a:pt x="624967" y="259587"/>
                </a:lnTo>
                <a:lnTo>
                  <a:pt x="620395" y="261238"/>
                </a:lnTo>
                <a:lnTo>
                  <a:pt x="616331" y="262509"/>
                </a:lnTo>
                <a:lnTo>
                  <a:pt x="613918" y="263144"/>
                </a:lnTo>
                <a:lnTo>
                  <a:pt x="608711" y="264160"/>
                </a:lnTo>
                <a:lnTo>
                  <a:pt x="605789" y="264413"/>
                </a:lnTo>
                <a:lnTo>
                  <a:pt x="632756" y="264413"/>
                </a:lnTo>
                <a:lnTo>
                  <a:pt x="631867" y="261747"/>
                </a:lnTo>
                <a:lnTo>
                  <a:pt x="631539" y="261238"/>
                </a:lnTo>
                <a:lnTo>
                  <a:pt x="631063" y="260603"/>
                </a:lnTo>
                <a:lnTo>
                  <a:pt x="629285" y="259587"/>
                </a:lnTo>
                <a:lnTo>
                  <a:pt x="628396" y="259334"/>
                </a:lnTo>
                <a:close/>
              </a:path>
              <a:path w="880745" h="311150">
                <a:moveTo>
                  <a:pt x="626110" y="94996"/>
                </a:moveTo>
                <a:lnTo>
                  <a:pt x="486790" y="94996"/>
                </a:lnTo>
                <a:lnTo>
                  <a:pt x="485394" y="95376"/>
                </a:lnTo>
                <a:lnTo>
                  <a:pt x="484124" y="96138"/>
                </a:lnTo>
                <a:lnTo>
                  <a:pt x="482981" y="96774"/>
                </a:lnTo>
                <a:lnTo>
                  <a:pt x="479298" y="106680"/>
                </a:lnTo>
                <a:lnTo>
                  <a:pt x="478789" y="109600"/>
                </a:lnTo>
                <a:lnTo>
                  <a:pt x="478663" y="125475"/>
                </a:lnTo>
                <a:lnTo>
                  <a:pt x="479425" y="131318"/>
                </a:lnTo>
                <a:lnTo>
                  <a:pt x="482726" y="138175"/>
                </a:lnTo>
                <a:lnTo>
                  <a:pt x="485139" y="139953"/>
                </a:lnTo>
                <a:lnTo>
                  <a:pt x="627761" y="139953"/>
                </a:lnTo>
                <a:lnTo>
                  <a:pt x="630174" y="138175"/>
                </a:lnTo>
                <a:lnTo>
                  <a:pt x="633476" y="131318"/>
                </a:lnTo>
                <a:lnTo>
                  <a:pt x="634238" y="125475"/>
                </a:lnTo>
                <a:lnTo>
                  <a:pt x="634111" y="109600"/>
                </a:lnTo>
                <a:lnTo>
                  <a:pt x="628776" y="96138"/>
                </a:lnTo>
                <a:lnTo>
                  <a:pt x="627507" y="95376"/>
                </a:lnTo>
                <a:lnTo>
                  <a:pt x="626110" y="94996"/>
                </a:lnTo>
                <a:close/>
              </a:path>
              <a:path w="880745" h="311150">
                <a:moveTo>
                  <a:pt x="556640" y="42037"/>
                </a:moveTo>
                <a:lnTo>
                  <a:pt x="534543" y="42037"/>
                </a:lnTo>
                <a:lnTo>
                  <a:pt x="526542" y="42799"/>
                </a:lnTo>
                <a:lnTo>
                  <a:pt x="516000" y="47244"/>
                </a:lnTo>
                <a:lnTo>
                  <a:pt x="515112" y="48387"/>
                </a:lnTo>
                <a:lnTo>
                  <a:pt x="514603" y="49657"/>
                </a:lnTo>
                <a:lnTo>
                  <a:pt x="514603" y="94996"/>
                </a:lnTo>
                <a:lnTo>
                  <a:pt x="576580" y="94996"/>
                </a:lnTo>
                <a:lnTo>
                  <a:pt x="576580" y="49657"/>
                </a:lnTo>
                <a:lnTo>
                  <a:pt x="576072" y="48387"/>
                </a:lnTo>
                <a:lnTo>
                  <a:pt x="575056" y="47244"/>
                </a:lnTo>
                <a:lnTo>
                  <a:pt x="574039" y="45974"/>
                </a:lnTo>
                <a:lnTo>
                  <a:pt x="572388" y="45085"/>
                </a:lnTo>
                <a:lnTo>
                  <a:pt x="570102" y="44196"/>
                </a:lnTo>
                <a:lnTo>
                  <a:pt x="567817" y="43434"/>
                </a:lnTo>
                <a:lnTo>
                  <a:pt x="564642" y="42799"/>
                </a:lnTo>
                <a:lnTo>
                  <a:pt x="556640" y="42037"/>
                </a:lnTo>
                <a:close/>
              </a:path>
              <a:path w="880745" h="311150">
                <a:moveTo>
                  <a:pt x="712343" y="0"/>
                </a:moveTo>
                <a:lnTo>
                  <a:pt x="690118" y="0"/>
                </a:lnTo>
                <a:lnTo>
                  <a:pt x="686181" y="508"/>
                </a:lnTo>
                <a:lnTo>
                  <a:pt x="682244" y="888"/>
                </a:lnTo>
                <a:lnTo>
                  <a:pt x="679069" y="1524"/>
                </a:lnTo>
                <a:lnTo>
                  <a:pt x="676656" y="2412"/>
                </a:lnTo>
                <a:lnTo>
                  <a:pt x="674243" y="3175"/>
                </a:lnTo>
                <a:lnTo>
                  <a:pt x="672592" y="4190"/>
                </a:lnTo>
                <a:lnTo>
                  <a:pt x="671576" y="5334"/>
                </a:lnTo>
                <a:lnTo>
                  <a:pt x="670687" y="6476"/>
                </a:lnTo>
                <a:lnTo>
                  <a:pt x="670178" y="7874"/>
                </a:lnTo>
                <a:lnTo>
                  <a:pt x="670178" y="300482"/>
                </a:lnTo>
                <a:lnTo>
                  <a:pt x="690118" y="307594"/>
                </a:lnTo>
                <a:lnTo>
                  <a:pt x="712343" y="307594"/>
                </a:lnTo>
                <a:lnTo>
                  <a:pt x="732282" y="300482"/>
                </a:lnTo>
                <a:lnTo>
                  <a:pt x="732282" y="168401"/>
                </a:lnTo>
                <a:lnTo>
                  <a:pt x="738782" y="161424"/>
                </a:lnTo>
                <a:lnTo>
                  <a:pt x="773557" y="138175"/>
                </a:lnTo>
                <a:lnTo>
                  <a:pt x="875131" y="138175"/>
                </a:lnTo>
                <a:lnTo>
                  <a:pt x="873744" y="133949"/>
                </a:lnTo>
                <a:lnTo>
                  <a:pt x="870648" y="127000"/>
                </a:lnTo>
                <a:lnTo>
                  <a:pt x="866886" y="120526"/>
                </a:lnTo>
                <a:lnTo>
                  <a:pt x="864905" y="117856"/>
                </a:lnTo>
                <a:lnTo>
                  <a:pt x="732282" y="117856"/>
                </a:lnTo>
                <a:lnTo>
                  <a:pt x="732282" y="7874"/>
                </a:lnTo>
                <a:lnTo>
                  <a:pt x="725805" y="2412"/>
                </a:lnTo>
                <a:lnTo>
                  <a:pt x="723392" y="1524"/>
                </a:lnTo>
                <a:lnTo>
                  <a:pt x="720217" y="888"/>
                </a:lnTo>
                <a:lnTo>
                  <a:pt x="716280" y="508"/>
                </a:lnTo>
                <a:lnTo>
                  <a:pt x="712343" y="0"/>
                </a:lnTo>
                <a:close/>
              </a:path>
              <a:path w="880745" h="311150">
                <a:moveTo>
                  <a:pt x="875131" y="138175"/>
                </a:moveTo>
                <a:lnTo>
                  <a:pt x="787653" y="138175"/>
                </a:lnTo>
                <a:lnTo>
                  <a:pt x="793114" y="139192"/>
                </a:lnTo>
                <a:lnTo>
                  <a:pt x="802513" y="143510"/>
                </a:lnTo>
                <a:lnTo>
                  <a:pt x="818388" y="177292"/>
                </a:lnTo>
                <a:lnTo>
                  <a:pt x="818388" y="300482"/>
                </a:lnTo>
                <a:lnTo>
                  <a:pt x="818896" y="301751"/>
                </a:lnTo>
                <a:lnTo>
                  <a:pt x="819912" y="302768"/>
                </a:lnTo>
                <a:lnTo>
                  <a:pt x="820927" y="303911"/>
                </a:lnTo>
                <a:lnTo>
                  <a:pt x="822578" y="304800"/>
                </a:lnTo>
                <a:lnTo>
                  <a:pt x="827151" y="306324"/>
                </a:lnTo>
                <a:lnTo>
                  <a:pt x="830326" y="306832"/>
                </a:lnTo>
                <a:lnTo>
                  <a:pt x="838326" y="307594"/>
                </a:lnTo>
                <a:lnTo>
                  <a:pt x="860425" y="307594"/>
                </a:lnTo>
                <a:lnTo>
                  <a:pt x="878839" y="302768"/>
                </a:lnTo>
                <a:lnTo>
                  <a:pt x="879856" y="301751"/>
                </a:lnTo>
                <a:lnTo>
                  <a:pt x="880363" y="300482"/>
                </a:lnTo>
                <a:lnTo>
                  <a:pt x="880335" y="177292"/>
                </a:lnTo>
                <a:lnTo>
                  <a:pt x="880148" y="169799"/>
                </a:lnTo>
                <a:lnTo>
                  <a:pt x="880102" y="167961"/>
                </a:lnTo>
                <a:lnTo>
                  <a:pt x="876173" y="141350"/>
                </a:lnTo>
                <a:lnTo>
                  <a:pt x="875131" y="138175"/>
                </a:lnTo>
                <a:close/>
              </a:path>
              <a:path w="880745" h="311150">
                <a:moveTo>
                  <a:pt x="799719" y="89915"/>
                </a:moveTo>
                <a:lnTo>
                  <a:pt x="756713" y="100782"/>
                </a:lnTo>
                <a:lnTo>
                  <a:pt x="732282" y="117856"/>
                </a:lnTo>
                <a:lnTo>
                  <a:pt x="864905" y="117856"/>
                </a:lnTo>
                <a:lnTo>
                  <a:pt x="829401" y="93612"/>
                </a:lnTo>
                <a:lnTo>
                  <a:pt x="820774" y="91646"/>
                </a:lnTo>
                <a:lnTo>
                  <a:pt x="821124" y="91646"/>
                </a:lnTo>
                <a:lnTo>
                  <a:pt x="810646" y="90346"/>
                </a:lnTo>
                <a:lnTo>
                  <a:pt x="811082" y="90346"/>
                </a:lnTo>
                <a:lnTo>
                  <a:pt x="799719" y="89915"/>
                </a:lnTo>
                <a:close/>
              </a:path>
            </a:pathLst>
          </a:custGeom>
          <a:solidFill>
            <a:srgbClr val="FF8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0321" y="2852800"/>
            <a:ext cx="2069973" cy="3115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98281" y="2874263"/>
            <a:ext cx="1685925" cy="29006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137410" y="3751960"/>
            <a:ext cx="184785" cy="360045"/>
          </a:xfrm>
          <a:custGeom>
            <a:avLst/>
            <a:gdLst/>
            <a:ahLst/>
            <a:cxnLst/>
            <a:rect l="l" t="t" r="r" b="b"/>
            <a:pathLst>
              <a:path w="184785" h="360045">
                <a:moveTo>
                  <a:pt x="105156" y="0"/>
                </a:moveTo>
                <a:lnTo>
                  <a:pt x="84581" y="254"/>
                </a:lnTo>
                <a:lnTo>
                  <a:pt x="78358" y="1015"/>
                </a:lnTo>
                <a:lnTo>
                  <a:pt x="74548" y="2286"/>
                </a:lnTo>
                <a:lnTo>
                  <a:pt x="72897" y="3682"/>
                </a:lnTo>
                <a:lnTo>
                  <a:pt x="6476" y="54863"/>
                </a:lnTo>
                <a:lnTo>
                  <a:pt x="0" y="87630"/>
                </a:lnTo>
                <a:lnTo>
                  <a:pt x="253" y="93090"/>
                </a:lnTo>
                <a:lnTo>
                  <a:pt x="1142" y="100837"/>
                </a:lnTo>
                <a:lnTo>
                  <a:pt x="2031" y="103505"/>
                </a:lnTo>
                <a:lnTo>
                  <a:pt x="4698" y="106680"/>
                </a:lnTo>
                <a:lnTo>
                  <a:pt x="6476" y="107187"/>
                </a:lnTo>
                <a:lnTo>
                  <a:pt x="10921" y="106299"/>
                </a:lnTo>
                <a:lnTo>
                  <a:pt x="13842" y="105029"/>
                </a:lnTo>
                <a:lnTo>
                  <a:pt x="17398" y="102996"/>
                </a:lnTo>
                <a:lnTo>
                  <a:pt x="65658" y="71246"/>
                </a:lnTo>
                <a:lnTo>
                  <a:pt x="65658" y="303783"/>
                </a:lnTo>
                <a:lnTo>
                  <a:pt x="8381" y="303783"/>
                </a:lnTo>
                <a:lnTo>
                  <a:pt x="7112" y="304292"/>
                </a:lnTo>
                <a:lnTo>
                  <a:pt x="762" y="337312"/>
                </a:lnTo>
                <a:lnTo>
                  <a:pt x="1396" y="345313"/>
                </a:lnTo>
                <a:lnTo>
                  <a:pt x="8508" y="359790"/>
                </a:lnTo>
                <a:lnTo>
                  <a:pt x="176783" y="359790"/>
                </a:lnTo>
                <a:lnTo>
                  <a:pt x="184657" y="337312"/>
                </a:lnTo>
                <a:lnTo>
                  <a:pt x="184657" y="332231"/>
                </a:lnTo>
                <a:lnTo>
                  <a:pt x="184657" y="326898"/>
                </a:lnTo>
                <a:lnTo>
                  <a:pt x="176783" y="303783"/>
                </a:lnTo>
                <a:lnTo>
                  <a:pt x="126364" y="303783"/>
                </a:lnTo>
                <a:lnTo>
                  <a:pt x="126364" y="6985"/>
                </a:lnTo>
                <a:lnTo>
                  <a:pt x="117220" y="762"/>
                </a:lnTo>
                <a:lnTo>
                  <a:pt x="105156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12772" y="4460494"/>
            <a:ext cx="480059" cy="153670"/>
          </a:xfrm>
          <a:custGeom>
            <a:avLst/>
            <a:gdLst/>
            <a:ahLst/>
            <a:cxnLst/>
            <a:rect l="l" t="t" r="r" b="b"/>
            <a:pathLst>
              <a:path w="480060" h="153670">
                <a:moveTo>
                  <a:pt x="21844" y="10032"/>
                </a:moveTo>
                <a:lnTo>
                  <a:pt x="10414" y="10032"/>
                </a:lnTo>
                <a:lnTo>
                  <a:pt x="8382" y="10159"/>
                </a:lnTo>
                <a:lnTo>
                  <a:pt x="0" y="13715"/>
                </a:lnTo>
                <a:lnTo>
                  <a:pt x="0" y="145287"/>
                </a:lnTo>
                <a:lnTo>
                  <a:pt x="790" y="147319"/>
                </a:lnTo>
                <a:lnTo>
                  <a:pt x="889" y="147573"/>
                </a:lnTo>
                <a:lnTo>
                  <a:pt x="2793" y="148970"/>
                </a:lnTo>
                <a:lnTo>
                  <a:pt x="4733" y="150494"/>
                </a:lnTo>
                <a:lnTo>
                  <a:pt x="4952" y="150494"/>
                </a:lnTo>
                <a:lnTo>
                  <a:pt x="6858" y="151129"/>
                </a:lnTo>
                <a:lnTo>
                  <a:pt x="82422" y="151129"/>
                </a:lnTo>
                <a:lnTo>
                  <a:pt x="86487" y="143128"/>
                </a:lnTo>
                <a:lnTo>
                  <a:pt x="86487" y="135127"/>
                </a:lnTo>
                <a:lnTo>
                  <a:pt x="82422" y="127507"/>
                </a:lnTo>
                <a:lnTo>
                  <a:pt x="32131" y="127507"/>
                </a:lnTo>
                <a:lnTo>
                  <a:pt x="32131" y="13715"/>
                </a:lnTo>
                <a:lnTo>
                  <a:pt x="28702" y="11048"/>
                </a:lnTo>
                <a:lnTo>
                  <a:pt x="27559" y="10667"/>
                </a:lnTo>
                <a:lnTo>
                  <a:pt x="25908" y="10413"/>
                </a:lnTo>
                <a:lnTo>
                  <a:pt x="23876" y="10159"/>
                </a:lnTo>
                <a:lnTo>
                  <a:pt x="21844" y="10032"/>
                </a:lnTo>
                <a:close/>
              </a:path>
              <a:path w="480060" h="153670">
                <a:moveTo>
                  <a:pt x="156845" y="44322"/>
                </a:moveTo>
                <a:lnTo>
                  <a:pt x="139191" y="44322"/>
                </a:lnTo>
                <a:lnTo>
                  <a:pt x="131445" y="45592"/>
                </a:lnTo>
                <a:lnTo>
                  <a:pt x="98678" y="69849"/>
                </a:lnTo>
                <a:lnTo>
                  <a:pt x="96265" y="76707"/>
                </a:lnTo>
                <a:lnTo>
                  <a:pt x="93726" y="83692"/>
                </a:lnTo>
                <a:lnTo>
                  <a:pt x="92456" y="91439"/>
                </a:lnTo>
                <a:lnTo>
                  <a:pt x="92456" y="109092"/>
                </a:lnTo>
                <a:lnTo>
                  <a:pt x="111759" y="144906"/>
                </a:lnTo>
                <a:lnTo>
                  <a:pt x="150495" y="153669"/>
                </a:lnTo>
                <a:lnTo>
                  <a:pt x="155828" y="153669"/>
                </a:lnTo>
                <a:lnTo>
                  <a:pt x="160909" y="153288"/>
                </a:lnTo>
                <a:lnTo>
                  <a:pt x="165608" y="152653"/>
                </a:lnTo>
                <a:lnTo>
                  <a:pt x="170307" y="152145"/>
                </a:lnTo>
                <a:lnTo>
                  <a:pt x="174497" y="151383"/>
                </a:lnTo>
                <a:lnTo>
                  <a:pt x="178053" y="150494"/>
                </a:lnTo>
                <a:lnTo>
                  <a:pt x="181737" y="149732"/>
                </a:lnTo>
                <a:lnTo>
                  <a:pt x="184784" y="148843"/>
                </a:lnTo>
                <a:lnTo>
                  <a:pt x="187071" y="147954"/>
                </a:lnTo>
                <a:lnTo>
                  <a:pt x="189484" y="147065"/>
                </a:lnTo>
                <a:lnTo>
                  <a:pt x="190881" y="146430"/>
                </a:lnTo>
                <a:lnTo>
                  <a:pt x="192404" y="144906"/>
                </a:lnTo>
                <a:lnTo>
                  <a:pt x="192659" y="144398"/>
                </a:lnTo>
                <a:lnTo>
                  <a:pt x="193040" y="143763"/>
                </a:lnTo>
                <a:lnTo>
                  <a:pt x="193294" y="143128"/>
                </a:lnTo>
                <a:lnTo>
                  <a:pt x="193675" y="140588"/>
                </a:lnTo>
                <a:lnTo>
                  <a:pt x="193675" y="132968"/>
                </a:lnTo>
                <a:lnTo>
                  <a:pt x="147954" y="132968"/>
                </a:lnTo>
                <a:lnTo>
                  <a:pt x="143509" y="132333"/>
                </a:lnTo>
                <a:lnTo>
                  <a:pt x="140123" y="131317"/>
                </a:lnTo>
                <a:lnTo>
                  <a:pt x="135890" y="129920"/>
                </a:lnTo>
                <a:lnTo>
                  <a:pt x="132841" y="128142"/>
                </a:lnTo>
                <a:lnTo>
                  <a:pt x="130428" y="125729"/>
                </a:lnTo>
                <a:lnTo>
                  <a:pt x="128015" y="123443"/>
                </a:lnTo>
                <a:lnTo>
                  <a:pt x="126365" y="120522"/>
                </a:lnTo>
                <a:lnTo>
                  <a:pt x="125222" y="117220"/>
                </a:lnTo>
                <a:lnTo>
                  <a:pt x="124078" y="113791"/>
                </a:lnTo>
                <a:lnTo>
                  <a:pt x="123571" y="110108"/>
                </a:lnTo>
                <a:lnTo>
                  <a:pt x="123571" y="105917"/>
                </a:lnTo>
                <a:lnTo>
                  <a:pt x="192532" y="105917"/>
                </a:lnTo>
                <a:lnTo>
                  <a:pt x="194818" y="105155"/>
                </a:lnTo>
                <a:lnTo>
                  <a:pt x="198247" y="101980"/>
                </a:lnTo>
                <a:lnTo>
                  <a:pt x="199009" y="99440"/>
                </a:lnTo>
                <a:lnTo>
                  <a:pt x="199009" y="88391"/>
                </a:lnTo>
                <a:lnTo>
                  <a:pt x="123571" y="88391"/>
                </a:lnTo>
                <a:lnTo>
                  <a:pt x="123697" y="84962"/>
                </a:lnTo>
                <a:lnTo>
                  <a:pt x="124333" y="81660"/>
                </a:lnTo>
                <a:lnTo>
                  <a:pt x="125349" y="78739"/>
                </a:lnTo>
                <a:lnTo>
                  <a:pt x="126365" y="75691"/>
                </a:lnTo>
                <a:lnTo>
                  <a:pt x="127889" y="73151"/>
                </a:lnTo>
                <a:lnTo>
                  <a:pt x="129794" y="70865"/>
                </a:lnTo>
                <a:lnTo>
                  <a:pt x="131699" y="68706"/>
                </a:lnTo>
                <a:lnTo>
                  <a:pt x="133821" y="67055"/>
                </a:lnTo>
                <a:lnTo>
                  <a:pt x="133692" y="67055"/>
                </a:lnTo>
                <a:lnTo>
                  <a:pt x="136906" y="65658"/>
                </a:lnTo>
                <a:lnTo>
                  <a:pt x="139827" y="64261"/>
                </a:lnTo>
                <a:lnTo>
                  <a:pt x="143128" y="63626"/>
                </a:lnTo>
                <a:lnTo>
                  <a:pt x="192072" y="63626"/>
                </a:lnTo>
                <a:lnTo>
                  <a:pt x="191134" y="62102"/>
                </a:lnTo>
                <a:lnTo>
                  <a:pt x="186944" y="57911"/>
                </a:lnTo>
                <a:lnTo>
                  <a:pt x="182879" y="53593"/>
                </a:lnTo>
                <a:lnTo>
                  <a:pt x="177546" y="50291"/>
                </a:lnTo>
                <a:lnTo>
                  <a:pt x="165053" y="45592"/>
                </a:lnTo>
                <a:lnTo>
                  <a:pt x="165593" y="45592"/>
                </a:lnTo>
                <a:lnTo>
                  <a:pt x="156845" y="44322"/>
                </a:lnTo>
                <a:close/>
              </a:path>
              <a:path w="480060" h="153670">
                <a:moveTo>
                  <a:pt x="191389" y="126491"/>
                </a:moveTo>
                <a:lnTo>
                  <a:pt x="188298" y="126491"/>
                </a:lnTo>
                <a:lnTo>
                  <a:pt x="187197" y="126745"/>
                </a:lnTo>
                <a:lnTo>
                  <a:pt x="182968" y="128142"/>
                </a:lnTo>
                <a:lnTo>
                  <a:pt x="175006" y="130555"/>
                </a:lnTo>
                <a:lnTo>
                  <a:pt x="171450" y="131317"/>
                </a:lnTo>
                <a:lnTo>
                  <a:pt x="163322" y="132587"/>
                </a:lnTo>
                <a:lnTo>
                  <a:pt x="158622" y="132968"/>
                </a:lnTo>
                <a:lnTo>
                  <a:pt x="193675" y="132968"/>
                </a:lnTo>
                <a:lnTo>
                  <a:pt x="193675" y="129666"/>
                </a:lnTo>
                <a:lnTo>
                  <a:pt x="193421" y="128777"/>
                </a:lnTo>
                <a:lnTo>
                  <a:pt x="193040" y="128142"/>
                </a:lnTo>
                <a:lnTo>
                  <a:pt x="192785" y="127507"/>
                </a:lnTo>
                <a:lnTo>
                  <a:pt x="192404" y="126999"/>
                </a:lnTo>
                <a:lnTo>
                  <a:pt x="191389" y="126491"/>
                </a:lnTo>
                <a:close/>
              </a:path>
              <a:path w="480060" h="153670">
                <a:moveTo>
                  <a:pt x="192072" y="63626"/>
                </a:moveTo>
                <a:lnTo>
                  <a:pt x="154813" y="63626"/>
                </a:lnTo>
                <a:lnTo>
                  <a:pt x="160528" y="65912"/>
                </a:lnTo>
                <a:lnTo>
                  <a:pt x="164210" y="70230"/>
                </a:lnTo>
                <a:lnTo>
                  <a:pt x="167894" y="74675"/>
                </a:lnTo>
                <a:lnTo>
                  <a:pt x="169545" y="80644"/>
                </a:lnTo>
                <a:lnTo>
                  <a:pt x="169511" y="81660"/>
                </a:lnTo>
                <a:lnTo>
                  <a:pt x="169403" y="84962"/>
                </a:lnTo>
                <a:lnTo>
                  <a:pt x="169290" y="88391"/>
                </a:lnTo>
                <a:lnTo>
                  <a:pt x="199009" y="88391"/>
                </a:lnTo>
                <a:lnTo>
                  <a:pt x="199009" y="84962"/>
                </a:lnTo>
                <a:lnTo>
                  <a:pt x="198120" y="78739"/>
                </a:lnTo>
                <a:lnTo>
                  <a:pt x="196176" y="73151"/>
                </a:lnTo>
                <a:lnTo>
                  <a:pt x="194183" y="67055"/>
                </a:lnTo>
                <a:lnTo>
                  <a:pt x="192072" y="63626"/>
                </a:lnTo>
                <a:close/>
              </a:path>
              <a:path w="480060" h="153670">
                <a:moveTo>
                  <a:pt x="270510" y="151637"/>
                </a:moveTo>
                <a:lnTo>
                  <a:pt x="253365" y="151637"/>
                </a:lnTo>
                <a:lnTo>
                  <a:pt x="256921" y="151764"/>
                </a:lnTo>
                <a:lnTo>
                  <a:pt x="269113" y="151764"/>
                </a:lnTo>
                <a:lnTo>
                  <a:pt x="270510" y="151637"/>
                </a:lnTo>
                <a:close/>
              </a:path>
              <a:path w="480060" h="153670">
                <a:moveTo>
                  <a:pt x="229425" y="46481"/>
                </a:moveTo>
                <a:lnTo>
                  <a:pt x="210693" y="46481"/>
                </a:lnTo>
                <a:lnTo>
                  <a:pt x="208407" y="46862"/>
                </a:lnTo>
                <a:lnTo>
                  <a:pt x="208788" y="46862"/>
                </a:lnTo>
                <a:lnTo>
                  <a:pt x="206883" y="47497"/>
                </a:lnTo>
                <a:lnTo>
                  <a:pt x="206121" y="48005"/>
                </a:lnTo>
                <a:lnTo>
                  <a:pt x="205613" y="48513"/>
                </a:lnTo>
                <a:lnTo>
                  <a:pt x="205232" y="49021"/>
                </a:lnTo>
                <a:lnTo>
                  <a:pt x="205288" y="53466"/>
                </a:lnTo>
                <a:lnTo>
                  <a:pt x="205401" y="53974"/>
                </a:lnTo>
                <a:lnTo>
                  <a:pt x="205485" y="54355"/>
                </a:lnTo>
                <a:lnTo>
                  <a:pt x="205866" y="55498"/>
                </a:lnTo>
                <a:lnTo>
                  <a:pt x="206247" y="56768"/>
                </a:lnTo>
                <a:lnTo>
                  <a:pt x="206628" y="58292"/>
                </a:lnTo>
                <a:lnTo>
                  <a:pt x="239728" y="147192"/>
                </a:lnTo>
                <a:lnTo>
                  <a:pt x="246379" y="151129"/>
                </a:lnTo>
                <a:lnTo>
                  <a:pt x="246549" y="151129"/>
                </a:lnTo>
                <a:lnTo>
                  <a:pt x="249258" y="151637"/>
                </a:lnTo>
                <a:lnTo>
                  <a:pt x="272415" y="151637"/>
                </a:lnTo>
                <a:lnTo>
                  <a:pt x="276733" y="151129"/>
                </a:lnTo>
                <a:lnTo>
                  <a:pt x="278257" y="150748"/>
                </a:lnTo>
                <a:lnTo>
                  <a:pt x="279908" y="150240"/>
                </a:lnTo>
                <a:lnTo>
                  <a:pt x="281051" y="149605"/>
                </a:lnTo>
                <a:lnTo>
                  <a:pt x="281685" y="148843"/>
                </a:lnTo>
                <a:lnTo>
                  <a:pt x="282447" y="148081"/>
                </a:lnTo>
                <a:lnTo>
                  <a:pt x="282956" y="147192"/>
                </a:lnTo>
                <a:lnTo>
                  <a:pt x="283337" y="145922"/>
                </a:lnTo>
                <a:lnTo>
                  <a:pt x="291236" y="124713"/>
                </a:lnTo>
                <a:lnTo>
                  <a:pt x="262128" y="124713"/>
                </a:lnTo>
                <a:lnTo>
                  <a:pt x="261493" y="122046"/>
                </a:lnTo>
                <a:lnTo>
                  <a:pt x="236474" y="50037"/>
                </a:lnTo>
                <a:lnTo>
                  <a:pt x="235965" y="49275"/>
                </a:lnTo>
                <a:lnTo>
                  <a:pt x="235584" y="48640"/>
                </a:lnTo>
                <a:lnTo>
                  <a:pt x="235077" y="48005"/>
                </a:lnTo>
                <a:lnTo>
                  <a:pt x="234188" y="47497"/>
                </a:lnTo>
                <a:lnTo>
                  <a:pt x="233045" y="47243"/>
                </a:lnTo>
                <a:lnTo>
                  <a:pt x="231902" y="46862"/>
                </a:lnTo>
                <a:lnTo>
                  <a:pt x="229425" y="46481"/>
                </a:lnTo>
                <a:close/>
              </a:path>
              <a:path w="480060" h="153670">
                <a:moveTo>
                  <a:pt x="312166" y="46481"/>
                </a:moveTo>
                <a:lnTo>
                  <a:pt x="294259" y="46481"/>
                </a:lnTo>
                <a:lnTo>
                  <a:pt x="291972" y="46862"/>
                </a:lnTo>
                <a:lnTo>
                  <a:pt x="290957" y="47243"/>
                </a:lnTo>
                <a:lnTo>
                  <a:pt x="289814" y="47497"/>
                </a:lnTo>
                <a:lnTo>
                  <a:pt x="262890" y="122046"/>
                </a:lnTo>
                <a:lnTo>
                  <a:pt x="262128" y="124713"/>
                </a:lnTo>
                <a:lnTo>
                  <a:pt x="291236" y="124713"/>
                </a:lnTo>
                <a:lnTo>
                  <a:pt x="315976" y="58292"/>
                </a:lnTo>
                <a:lnTo>
                  <a:pt x="316229" y="57276"/>
                </a:lnTo>
                <a:lnTo>
                  <a:pt x="316610" y="56260"/>
                </a:lnTo>
                <a:lnTo>
                  <a:pt x="316738" y="55498"/>
                </a:lnTo>
                <a:lnTo>
                  <a:pt x="316991" y="54736"/>
                </a:lnTo>
                <a:lnTo>
                  <a:pt x="317055" y="54355"/>
                </a:lnTo>
                <a:lnTo>
                  <a:pt x="317119" y="53974"/>
                </a:lnTo>
                <a:lnTo>
                  <a:pt x="317246" y="53466"/>
                </a:lnTo>
                <a:lnTo>
                  <a:pt x="317372" y="49021"/>
                </a:lnTo>
                <a:lnTo>
                  <a:pt x="314028" y="46862"/>
                </a:lnTo>
                <a:lnTo>
                  <a:pt x="314451" y="46862"/>
                </a:lnTo>
                <a:lnTo>
                  <a:pt x="312166" y="46481"/>
                </a:lnTo>
                <a:close/>
              </a:path>
              <a:path w="480060" h="153670">
                <a:moveTo>
                  <a:pt x="386969" y="44322"/>
                </a:moveTo>
                <a:lnTo>
                  <a:pt x="369316" y="44322"/>
                </a:lnTo>
                <a:lnTo>
                  <a:pt x="361569" y="45592"/>
                </a:lnTo>
                <a:lnTo>
                  <a:pt x="328803" y="69849"/>
                </a:lnTo>
                <a:lnTo>
                  <a:pt x="326390" y="76707"/>
                </a:lnTo>
                <a:lnTo>
                  <a:pt x="323850" y="83692"/>
                </a:lnTo>
                <a:lnTo>
                  <a:pt x="322579" y="91439"/>
                </a:lnTo>
                <a:lnTo>
                  <a:pt x="322579" y="109092"/>
                </a:lnTo>
                <a:lnTo>
                  <a:pt x="341884" y="144906"/>
                </a:lnTo>
                <a:lnTo>
                  <a:pt x="380619" y="153669"/>
                </a:lnTo>
                <a:lnTo>
                  <a:pt x="385953" y="153669"/>
                </a:lnTo>
                <a:lnTo>
                  <a:pt x="391033" y="153288"/>
                </a:lnTo>
                <a:lnTo>
                  <a:pt x="395732" y="152653"/>
                </a:lnTo>
                <a:lnTo>
                  <a:pt x="400431" y="152145"/>
                </a:lnTo>
                <a:lnTo>
                  <a:pt x="404622" y="151383"/>
                </a:lnTo>
                <a:lnTo>
                  <a:pt x="408178" y="150494"/>
                </a:lnTo>
                <a:lnTo>
                  <a:pt x="411860" y="149732"/>
                </a:lnTo>
                <a:lnTo>
                  <a:pt x="414909" y="148843"/>
                </a:lnTo>
                <a:lnTo>
                  <a:pt x="417195" y="147954"/>
                </a:lnTo>
                <a:lnTo>
                  <a:pt x="419608" y="147065"/>
                </a:lnTo>
                <a:lnTo>
                  <a:pt x="421004" y="146430"/>
                </a:lnTo>
                <a:lnTo>
                  <a:pt x="422528" y="144906"/>
                </a:lnTo>
                <a:lnTo>
                  <a:pt x="422783" y="144398"/>
                </a:lnTo>
                <a:lnTo>
                  <a:pt x="423164" y="143763"/>
                </a:lnTo>
                <a:lnTo>
                  <a:pt x="423418" y="143128"/>
                </a:lnTo>
                <a:lnTo>
                  <a:pt x="423799" y="140588"/>
                </a:lnTo>
                <a:lnTo>
                  <a:pt x="423799" y="132968"/>
                </a:lnTo>
                <a:lnTo>
                  <a:pt x="378078" y="132968"/>
                </a:lnTo>
                <a:lnTo>
                  <a:pt x="373634" y="132333"/>
                </a:lnTo>
                <a:lnTo>
                  <a:pt x="370247" y="131317"/>
                </a:lnTo>
                <a:lnTo>
                  <a:pt x="366014" y="129920"/>
                </a:lnTo>
                <a:lnTo>
                  <a:pt x="362966" y="128142"/>
                </a:lnTo>
                <a:lnTo>
                  <a:pt x="360553" y="125729"/>
                </a:lnTo>
                <a:lnTo>
                  <a:pt x="358140" y="123443"/>
                </a:lnTo>
                <a:lnTo>
                  <a:pt x="356489" y="120522"/>
                </a:lnTo>
                <a:lnTo>
                  <a:pt x="355346" y="117220"/>
                </a:lnTo>
                <a:lnTo>
                  <a:pt x="354203" y="113791"/>
                </a:lnTo>
                <a:lnTo>
                  <a:pt x="353695" y="110108"/>
                </a:lnTo>
                <a:lnTo>
                  <a:pt x="353695" y="105917"/>
                </a:lnTo>
                <a:lnTo>
                  <a:pt x="422656" y="105917"/>
                </a:lnTo>
                <a:lnTo>
                  <a:pt x="424941" y="105155"/>
                </a:lnTo>
                <a:lnTo>
                  <a:pt x="428371" y="101980"/>
                </a:lnTo>
                <a:lnTo>
                  <a:pt x="429133" y="99440"/>
                </a:lnTo>
                <a:lnTo>
                  <a:pt x="429133" y="88391"/>
                </a:lnTo>
                <a:lnTo>
                  <a:pt x="353695" y="88391"/>
                </a:lnTo>
                <a:lnTo>
                  <a:pt x="353822" y="84962"/>
                </a:lnTo>
                <a:lnTo>
                  <a:pt x="354457" y="81660"/>
                </a:lnTo>
                <a:lnTo>
                  <a:pt x="355472" y="78739"/>
                </a:lnTo>
                <a:lnTo>
                  <a:pt x="356489" y="75691"/>
                </a:lnTo>
                <a:lnTo>
                  <a:pt x="358013" y="73151"/>
                </a:lnTo>
                <a:lnTo>
                  <a:pt x="359918" y="70865"/>
                </a:lnTo>
                <a:lnTo>
                  <a:pt x="361822" y="68706"/>
                </a:lnTo>
                <a:lnTo>
                  <a:pt x="363945" y="67055"/>
                </a:lnTo>
                <a:lnTo>
                  <a:pt x="363816" y="67055"/>
                </a:lnTo>
                <a:lnTo>
                  <a:pt x="367029" y="65658"/>
                </a:lnTo>
                <a:lnTo>
                  <a:pt x="369951" y="64261"/>
                </a:lnTo>
                <a:lnTo>
                  <a:pt x="373253" y="63626"/>
                </a:lnTo>
                <a:lnTo>
                  <a:pt x="422196" y="63626"/>
                </a:lnTo>
                <a:lnTo>
                  <a:pt x="421259" y="62102"/>
                </a:lnTo>
                <a:lnTo>
                  <a:pt x="417068" y="57911"/>
                </a:lnTo>
                <a:lnTo>
                  <a:pt x="413003" y="53593"/>
                </a:lnTo>
                <a:lnTo>
                  <a:pt x="407670" y="50291"/>
                </a:lnTo>
                <a:lnTo>
                  <a:pt x="395177" y="45592"/>
                </a:lnTo>
                <a:lnTo>
                  <a:pt x="395717" y="45592"/>
                </a:lnTo>
                <a:lnTo>
                  <a:pt x="386969" y="44322"/>
                </a:lnTo>
                <a:close/>
              </a:path>
              <a:path w="480060" h="153670">
                <a:moveTo>
                  <a:pt x="421513" y="126491"/>
                </a:moveTo>
                <a:lnTo>
                  <a:pt x="418422" y="126491"/>
                </a:lnTo>
                <a:lnTo>
                  <a:pt x="417322" y="126745"/>
                </a:lnTo>
                <a:lnTo>
                  <a:pt x="413092" y="128142"/>
                </a:lnTo>
                <a:lnTo>
                  <a:pt x="405129" y="130555"/>
                </a:lnTo>
                <a:lnTo>
                  <a:pt x="401574" y="131317"/>
                </a:lnTo>
                <a:lnTo>
                  <a:pt x="393446" y="132587"/>
                </a:lnTo>
                <a:lnTo>
                  <a:pt x="388747" y="132968"/>
                </a:lnTo>
                <a:lnTo>
                  <a:pt x="423799" y="132968"/>
                </a:lnTo>
                <a:lnTo>
                  <a:pt x="423799" y="129666"/>
                </a:lnTo>
                <a:lnTo>
                  <a:pt x="423545" y="128777"/>
                </a:lnTo>
                <a:lnTo>
                  <a:pt x="423164" y="128142"/>
                </a:lnTo>
                <a:lnTo>
                  <a:pt x="422909" y="127507"/>
                </a:lnTo>
                <a:lnTo>
                  <a:pt x="422528" y="126999"/>
                </a:lnTo>
                <a:lnTo>
                  <a:pt x="421513" y="126491"/>
                </a:lnTo>
                <a:close/>
              </a:path>
              <a:path w="480060" h="153670">
                <a:moveTo>
                  <a:pt x="422196" y="63626"/>
                </a:moveTo>
                <a:lnTo>
                  <a:pt x="384937" y="63626"/>
                </a:lnTo>
                <a:lnTo>
                  <a:pt x="390652" y="65912"/>
                </a:lnTo>
                <a:lnTo>
                  <a:pt x="394334" y="70230"/>
                </a:lnTo>
                <a:lnTo>
                  <a:pt x="398018" y="74675"/>
                </a:lnTo>
                <a:lnTo>
                  <a:pt x="399669" y="80644"/>
                </a:lnTo>
                <a:lnTo>
                  <a:pt x="399635" y="81660"/>
                </a:lnTo>
                <a:lnTo>
                  <a:pt x="399527" y="84962"/>
                </a:lnTo>
                <a:lnTo>
                  <a:pt x="399415" y="88391"/>
                </a:lnTo>
                <a:lnTo>
                  <a:pt x="429133" y="88391"/>
                </a:lnTo>
                <a:lnTo>
                  <a:pt x="429133" y="84962"/>
                </a:lnTo>
                <a:lnTo>
                  <a:pt x="428244" y="78739"/>
                </a:lnTo>
                <a:lnTo>
                  <a:pt x="426300" y="73151"/>
                </a:lnTo>
                <a:lnTo>
                  <a:pt x="424307" y="67055"/>
                </a:lnTo>
                <a:lnTo>
                  <a:pt x="422196" y="63626"/>
                </a:lnTo>
                <a:close/>
              </a:path>
              <a:path w="480060" h="153670">
                <a:moveTo>
                  <a:pt x="470153" y="151637"/>
                </a:moveTo>
                <a:lnTo>
                  <a:pt x="459104" y="151637"/>
                </a:lnTo>
                <a:lnTo>
                  <a:pt x="461645" y="151764"/>
                </a:lnTo>
                <a:lnTo>
                  <a:pt x="467614" y="151764"/>
                </a:lnTo>
                <a:lnTo>
                  <a:pt x="470153" y="151637"/>
                </a:lnTo>
                <a:close/>
              </a:path>
              <a:path w="480060" h="153670">
                <a:moveTo>
                  <a:pt x="473964" y="380"/>
                </a:moveTo>
                <a:lnTo>
                  <a:pt x="455295" y="380"/>
                </a:lnTo>
                <a:lnTo>
                  <a:pt x="453644" y="761"/>
                </a:lnTo>
                <a:lnTo>
                  <a:pt x="451358" y="1523"/>
                </a:lnTo>
                <a:lnTo>
                  <a:pt x="450469" y="2031"/>
                </a:lnTo>
                <a:lnTo>
                  <a:pt x="449579" y="3174"/>
                </a:lnTo>
                <a:lnTo>
                  <a:pt x="449326" y="3809"/>
                </a:lnTo>
                <a:lnTo>
                  <a:pt x="449326" y="148208"/>
                </a:lnTo>
                <a:lnTo>
                  <a:pt x="456412" y="151637"/>
                </a:lnTo>
                <a:lnTo>
                  <a:pt x="472846" y="151637"/>
                </a:lnTo>
                <a:lnTo>
                  <a:pt x="476758" y="150748"/>
                </a:lnTo>
                <a:lnTo>
                  <a:pt x="477901" y="150367"/>
                </a:lnTo>
                <a:lnTo>
                  <a:pt x="478790" y="149859"/>
                </a:lnTo>
                <a:lnTo>
                  <a:pt x="479171" y="149351"/>
                </a:lnTo>
                <a:lnTo>
                  <a:pt x="479678" y="148843"/>
                </a:lnTo>
                <a:lnTo>
                  <a:pt x="479933" y="148208"/>
                </a:lnTo>
                <a:lnTo>
                  <a:pt x="479933" y="3809"/>
                </a:lnTo>
                <a:lnTo>
                  <a:pt x="479678" y="3174"/>
                </a:lnTo>
                <a:lnTo>
                  <a:pt x="479171" y="2666"/>
                </a:lnTo>
                <a:lnTo>
                  <a:pt x="478790" y="2031"/>
                </a:lnTo>
                <a:lnTo>
                  <a:pt x="477901" y="1523"/>
                </a:lnTo>
                <a:lnTo>
                  <a:pt x="475615" y="761"/>
                </a:lnTo>
                <a:lnTo>
                  <a:pt x="473964" y="380"/>
                </a:lnTo>
                <a:close/>
              </a:path>
              <a:path w="480060" h="153670">
                <a:moveTo>
                  <a:pt x="470153" y="0"/>
                </a:moveTo>
                <a:lnTo>
                  <a:pt x="459104" y="0"/>
                </a:lnTo>
                <a:lnTo>
                  <a:pt x="456247" y="380"/>
                </a:lnTo>
                <a:lnTo>
                  <a:pt x="473011" y="380"/>
                </a:lnTo>
                <a:lnTo>
                  <a:pt x="470153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70557" y="4464050"/>
            <a:ext cx="639826" cy="18719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79944" y="4860544"/>
            <a:ext cx="259715" cy="111125"/>
          </a:xfrm>
          <a:custGeom>
            <a:avLst/>
            <a:gdLst/>
            <a:ahLst/>
            <a:cxnLst/>
            <a:rect l="l" t="t" r="r" b="b"/>
            <a:pathLst>
              <a:path w="259715" h="111125">
                <a:moveTo>
                  <a:pt x="131813" y="27685"/>
                </a:moveTo>
                <a:lnTo>
                  <a:pt x="117627" y="27685"/>
                </a:lnTo>
                <a:lnTo>
                  <a:pt x="111315" y="28701"/>
                </a:lnTo>
                <a:lnTo>
                  <a:pt x="82511" y="58165"/>
                </a:lnTo>
                <a:lnTo>
                  <a:pt x="81610" y="63753"/>
                </a:lnTo>
                <a:lnTo>
                  <a:pt x="81723" y="77088"/>
                </a:lnTo>
                <a:lnTo>
                  <a:pt x="104825" y="108076"/>
                </a:lnTo>
                <a:lnTo>
                  <a:pt x="116090" y="110870"/>
                </a:lnTo>
                <a:lnTo>
                  <a:pt x="130213" y="110870"/>
                </a:lnTo>
                <a:lnTo>
                  <a:pt x="155250" y="99186"/>
                </a:lnTo>
                <a:lnTo>
                  <a:pt x="118846" y="99186"/>
                </a:lnTo>
                <a:lnTo>
                  <a:pt x="115265" y="98424"/>
                </a:lnTo>
                <a:lnTo>
                  <a:pt x="114948" y="98424"/>
                </a:lnTo>
                <a:lnTo>
                  <a:pt x="111302" y="96773"/>
                </a:lnTo>
                <a:lnTo>
                  <a:pt x="97867" y="74548"/>
                </a:lnTo>
                <a:lnTo>
                  <a:pt x="97783" y="73786"/>
                </a:lnTo>
                <a:lnTo>
                  <a:pt x="97713" y="64769"/>
                </a:lnTo>
                <a:lnTo>
                  <a:pt x="98063" y="62102"/>
                </a:lnTo>
                <a:lnTo>
                  <a:pt x="98163" y="61340"/>
                </a:lnTo>
                <a:lnTo>
                  <a:pt x="119608" y="39242"/>
                </a:lnTo>
                <a:lnTo>
                  <a:pt x="156759" y="39242"/>
                </a:lnTo>
                <a:lnTo>
                  <a:pt x="152565" y="34924"/>
                </a:lnTo>
                <a:lnTo>
                  <a:pt x="148247" y="32257"/>
                </a:lnTo>
                <a:lnTo>
                  <a:pt x="143065" y="30479"/>
                </a:lnTo>
                <a:lnTo>
                  <a:pt x="137883" y="28574"/>
                </a:lnTo>
                <a:lnTo>
                  <a:pt x="131813" y="27685"/>
                </a:lnTo>
                <a:close/>
              </a:path>
              <a:path w="259715" h="111125">
                <a:moveTo>
                  <a:pt x="48780" y="109346"/>
                </a:moveTo>
                <a:lnTo>
                  <a:pt x="38976" y="109346"/>
                </a:lnTo>
                <a:lnTo>
                  <a:pt x="42062" y="109727"/>
                </a:lnTo>
                <a:lnTo>
                  <a:pt x="45599" y="109727"/>
                </a:lnTo>
                <a:lnTo>
                  <a:pt x="48780" y="109346"/>
                </a:lnTo>
                <a:close/>
              </a:path>
              <a:path w="259715" h="111125">
                <a:moveTo>
                  <a:pt x="13690" y="126"/>
                </a:moveTo>
                <a:lnTo>
                  <a:pt x="1790" y="126"/>
                </a:lnTo>
                <a:lnTo>
                  <a:pt x="939" y="380"/>
                </a:lnTo>
                <a:lnTo>
                  <a:pt x="587" y="761"/>
                </a:lnTo>
                <a:lnTo>
                  <a:pt x="469" y="888"/>
                </a:lnTo>
                <a:lnTo>
                  <a:pt x="0" y="1269"/>
                </a:lnTo>
                <a:lnTo>
                  <a:pt x="50" y="2793"/>
                </a:lnTo>
                <a:lnTo>
                  <a:pt x="152" y="3301"/>
                </a:lnTo>
                <a:lnTo>
                  <a:pt x="1269" y="5587"/>
                </a:lnTo>
                <a:lnTo>
                  <a:pt x="35737" y="66928"/>
                </a:lnTo>
                <a:lnTo>
                  <a:pt x="35822" y="107695"/>
                </a:lnTo>
                <a:lnTo>
                  <a:pt x="35864" y="107822"/>
                </a:lnTo>
                <a:lnTo>
                  <a:pt x="36360" y="108584"/>
                </a:lnTo>
                <a:lnTo>
                  <a:pt x="36817" y="108838"/>
                </a:lnTo>
                <a:lnTo>
                  <a:pt x="37477" y="108965"/>
                </a:lnTo>
                <a:lnTo>
                  <a:pt x="38449" y="109346"/>
                </a:lnTo>
                <a:lnTo>
                  <a:pt x="49320" y="109346"/>
                </a:lnTo>
                <a:lnTo>
                  <a:pt x="50253" y="108965"/>
                </a:lnTo>
                <a:lnTo>
                  <a:pt x="50876" y="108838"/>
                </a:lnTo>
                <a:lnTo>
                  <a:pt x="51320" y="108584"/>
                </a:lnTo>
                <a:lnTo>
                  <a:pt x="51815" y="107822"/>
                </a:lnTo>
                <a:lnTo>
                  <a:pt x="51858" y="107695"/>
                </a:lnTo>
                <a:lnTo>
                  <a:pt x="51943" y="66928"/>
                </a:lnTo>
                <a:lnTo>
                  <a:pt x="59650" y="53212"/>
                </a:lnTo>
                <a:lnTo>
                  <a:pt x="44170" y="53212"/>
                </a:lnTo>
                <a:lnTo>
                  <a:pt x="42732" y="50291"/>
                </a:lnTo>
                <a:lnTo>
                  <a:pt x="41079" y="46862"/>
                </a:lnTo>
                <a:lnTo>
                  <a:pt x="39395" y="43433"/>
                </a:lnTo>
                <a:lnTo>
                  <a:pt x="37520" y="39496"/>
                </a:lnTo>
                <a:lnTo>
                  <a:pt x="36271" y="36956"/>
                </a:lnTo>
                <a:lnTo>
                  <a:pt x="17843" y="2793"/>
                </a:lnTo>
                <a:lnTo>
                  <a:pt x="17721" y="2539"/>
                </a:lnTo>
                <a:lnTo>
                  <a:pt x="14617" y="380"/>
                </a:lnTo>
                <a:lnTo>
                  <a:pt x="13690" y="126"/>
                </a:lnTo>
                <a:close/>
              </a:path>
              <a:path w="259715" h="111125">
                <a:moveTo>
                  <a:pt x="156759" y="39242"/>
                </a:moveTo>
                <a:lnTo>
                  <a:pt x="129235" y="39242"/>
                </a:lnTo>
                <a:lnTo>
                  <a:pt x="133413" y="40004"/>
                </a:lnTo>
                <a:lnTo>
                  <a:pt x="139356" y="42925"/>
                </a:lnTo>
                <a:lnTo>
                  <a:pt x="148983" y="57784"/>
                </a:lnTo>
                <a:lnTo>
                  <a:pt x="149847" y="61340"/>
                </a:lnTo>
                <a:lnTo>
                  <a:pt x="150104" y="63753"/>
                </a:lnTo>
                <a:lnTo>
                  <a:pt x="150168" y="74548"/>
                </a:lnTo>
                <a:lnTo>
                  <a:pt x="149938" y="76326"/>
                </a:lnTo>
                <a:lnTo>
                  <a:pt x="149840" y="77088"/>
                </a:lnTo>
                <a:lnTo>
                  <a:pt x="149758" y="77723"/>
                </a:lnTo>
                <a:lnTo>
                  <a:pt x="135737" y="96900"/>
                </a:lnTo>
                <a:lnTo>
                  <a:pt x="132372" y="98424"/>
                </a:lnTo>
                <a:lnTo>
                  <a:pt x="128409" y="99186"/>
                </a:lnTo>
                <a:lnTo>
                  <a:pt x="155250" y="99186"/>
                </a:lnTo>
                <a:lnTo>
                  <a:pt x="159105" y="95122"/>
                </a:lnTo>
                <a:lnTo>
                  <a:pt x="161823" y="90677"/>
                </a:lnTo>
                <a:lnTo>
                  <a:pt x="165468" y="80263"/>
                </a:lnTo>
                <a:lnTo>
                  <a:pt x="166369" y="74548"/>
                </a:lnTo>
                <a:lnTo>
                  <a:pt x="166254" y="61340"/>
                </a:lnTo>
                <a:lnTo>
                  <a:pt x="165775" y="58165"/>
                </a:lnTo>
                <a:lnTo>
                  <a:pt x="165717" y="57784"/>
                </a:lnTo>
                <a:lnTo>
                  <a:pt x="165602" y="57022"/>
                </a:lnTo>
                <a:lnTo>
                  <a:pt x="165506" y="56387"/>
                </a:lnTo>
                <a:lnTo>
                  <a:pt x="163437" y="50291"/>
                </a:lnTo>
                <a:lnTo>
                  <a:pt x="162241" y="46862"/>
                </a:lnTo>
                <a:lnTo>
                  <a:pt x="162153" y="46608"/>
                </a:lnTo>
                <a:lnTo>
                  <a:pt x="162064" y="46354"/>
                </a:lnTo>
                <a:lnTo>
                  <a:pt x="159473" y="42036"/>
                </a:lnTo>
                <a:lnTo>
                  <a:pt x="156759" y="39242"/>
                </a:lnTo>
                <a:close/>
              </a:path>
              <a:path w="259715" h="111125">
                <a:moveTo>
                  <a:pt x="83184" y="0"/>
                </a:moveTo>
                <a:lnTo>
                  <a:pt x="76174" y="0"/>
                </a:lnTo>
                <a:lnTo>
                  <a:pt x="75107" y="126"/>
                </a:lnTo>
                <a:lnTo>
                  <a:pt x="74040" y="126"/>
                </a:lnTo>
                <a:lnTo>
                  <a:pt x="73202" y="380"/>
                </a:lnTo>
                <a:lnTo>
                  <a:pt x="72605" y="507"/>
                </a:lnTo>
                <a:lnTo>
                  <a:pt x="72009" y="761"/>
                </a:lnTo>
                <a:lnTo>
                  <a:pt x="71539" y="1015"/>
                </a:lnTo>
                <a:lnTo>
                  <a:pt x="70853" y="1777"/>
                </a:lnTo>
                <a:lnTo>
                  <a:pt x="70653" y="2158"/>
                </a:lnTo>
                <a:lnTo>
                  <a:pt x="70586" y="2285"/>
                </a:lnTo>
                <a:lnTo>
                  <a:pt x="70491" y="2539"/>
                </a:lnTo>
                <a:lnTo>
                  <a:pt x="70396" y="2793"/>
                </a:lnTo>
                <a:lnTo>
                  <a:pt x="53441" y="34289"/>
                </a:lnTo>
                <a:lnTo>
                  <a:pt x="51879" y="37337"/>
                </a:lnTo>
                <a:lnTo>
                  <a:pt x="47515" y="46354"/>
                </a:lnTo>
                <a:lnTo>
                  <a:pt x="45855" y="49910"/>
                </a:lnTo>
                <a:lnTo>
                  <a:pt x="44361" y="53212"/>
                </a:lnTo>
                <a:lnTo>
                  <a:pt x="59650" y="53212"/>
                </a:lnTo>
                <a:lnTo>
                  <a:pt x="86410" y="5587"/>
                </a:lnTo>
                <a:lnTo>
                  <a:pt x="87096" y="4317"/>
                </a:lnTo>
                <a:lnTo>
                  <a:pt x="87528" y="3301"/>
                </a:lnTo>
                <a:lnTo>
                  <a:pt x="87629" y="2793"/>
                </a:lnTo>
                <a:lnTo>
                  <a:pt x="87741" y="2285"/>
                </a:lnTo>
                <a:lnTo>
                  <a:pt x="87800" y="1777"/>
                </a:lnTo>
                <a:lnTo>
                  <a:pt x="87668" y="1269"/>
                </a:lnTo>
                <a:lnTo>
                  <a:pt x="86664" y="507"/>
                </a:lnTo>
                <a:lnTo>
                  <a:pt x="86213" y="380"/>
                </a:lnTo>
                <a:lnTo>
                  <a:pt x="87052" y="380"/>
                </a:lnTo>
                <a:lnTo>
                  <a:pt x="83184" y="0"/>
                </a:lnTo>
                <a:close/>
              </a:path>
              <a:path w="259715" h="111125">
                <a:moveTo>
                  <a:pt x="11366" y="0"/>
                </a:moveTo>
                <a:lnTo>
                  <a:pt x="4241" y="0"/>
                </a:lnTo>
                <a:lnTo>
                  <a:pt x="3009" y="126"/>
                </a:lnTo>
                <a:lnTo>
                  <a:pt x="12522" y="126"/>
                </a:lnTo>
                <a:lnTo>
                  <a:pt x="11366" y="0"/>
                </a:lnTo>
                <a:close/>
              </a:path>
              <a:path w="259715" h="111125">
                <a:moveTo>
                  <a:pt x="197726" y="28955"/>
                </a:moveTo>
                <a:lnTo>
                  <a:pt x="190182" y="28955"/>
                </a:lnTo>
                <a:lnTo>
                  <a:pt x="189179" y="29082"/>
                </a:lnTo>
                <a:lnTo>
                  <a:pt x="188366" y="29209"/>
                </a:lnTo>
                <a:lnTo>
                  <a:pt x="187109" y="29717"/>
                </a:lnTo>
                <a:lnTo>
                  <a:pt x="186690" y="29971"/>
                </a:lnTo>
                <a:lnTo>
                  <a:pt x="186461" y="30352"/>
                </a:lnTo>
                <a:lnTo>
                  <a:pt x="186245" y="30606"/>
                </a:lnTo>
                <a:lnTo>
                  <a:pt x="186308" y="84327"/>
                </a:lnTo>
                <a:lnTo>
                  <a:pt x="186651" y="87502"/>
                </a:lnTo>
                <a:lnTo>
                  <a:pt x="187623" y="91058"/>
                </a:lnTo>
                <a:lnTo>
                  <a:pt x="188622" y="94868"/>
                </a:lnTo>
                <a:lnTo>
                  <a:pt x="210807" y="110870"/>
                </a:lnTo>
                <a:lnTo>
                  <a:pt x="221297" y="110870"/>
                </a:lnTo>
                <a:lnTo>
                  <a:pt x="226072" y="109727"/>
                </a:lnTo>
                <a:lnTo>
                  <a:pt x="235483" y="105409"/>
                </a:lnTo>
                <a:lnTo>
                  <a:pt x="240258" y="101853"/>
                </a:lnTo>
                <a:lnTo>
                  <a:pt x="243266" y="98932"/>
                </a:lnTo>
                <a:lnTo>
                  <a:pt x="216649" y="98932"/>
                </a:lnTo>
                <a:lnTo>
                  <a:pt x="214020" y="98297"/>
                </a:lnTo>
                <a:lnTo>
                  <a:pt x="201777" y="79882"/>
                </a:lnTo>
                <a:lnTo>
                  <a:pt x="201777" y="30987"/>
                </a:lnTo>
                <a:lnTo>
                  <a:pt x="201650" y="30606"/>
                </a:lnTo>
                <a:lnTo>
                  <a:pt x="201396" y="30352"/>
                </a:lnTo>
                <a:lnTo>
                  <a:pt x="201142" y="29971"/>
                </a:lnTo>
                <a:lnTo>
                  <a:pt x="200723" y="29717"/>
                </a:lnTo>
                <a:lnTo>
                  <a:pt x="199529" y="29209"/>
                </a:lnTo>
                <a:lnTo>
                  <a:pt x="198729" y="29082"/>
                </a:lnTo>
                <a:lnTo>
                  <a:pt x="197726" y="28955"/>
                </a:lnTo>
                <a:close/>
              </a:path>
              <a:path w="259715" h="111125">
                <a:moveTo>
                  <a:pt x="259219" y="97154"/>
                </a:moveTo>
                <a:lnTo>
                  <a:pt x="245097" y="97154"/>
                </a:lnTo>
                <a:lnTo>
                  <a:pt x="245186" y="107949"/>
                </a:lnTo>
                <a:lnTo>
                  <a:pt x="245440" y="108330"/>
                </a:lnTo>
                <a:lnTo>
                  <a:pt x="245567" y="108584"/>
                </a:lnTo>
                <a:lnTo>
                  <a:pt x="245922" y="108838"/>
                </a:lnTo>
                <a:lnTo>
                  <a:pt x="246456" y="109092"/>
                </a:lnTo>
                <a:lnTo>
                  <a:pt x="246989" y="109219"/>
                </a:lnTo>
                <a:lnTo>
                  <a:pt x="247713" y="109473"/>
                </a:lnTo>
                <a:lnTo>
                  <a:pt x="249542" y="109727"/>
                </a:lnTo>
                <a:lnTo>
                  <a:pt x="254584" y="109727"/>
                </a:lnTo>
                <a:lnTo>
                  <a:pt x="256412" y="109473"/>
                </a:lnTo>
                <a:lnTo>
                  <a:pt x="257149" y="109219"/>
                </a:lnTo>
                <a:lnTo>
                  <a:pt x="257708" y="109092"/>
                </a:lnTo>
                <a:lnTo>
                  <a:pt x="258279" y="108838"/>
                </a:lnTo>
                <a:lnTo>
                  <a:pt x="258673" y="108584"/>
                </a:lnTo>
                <a:lnTo>
                  <a:pt x="258817" y="108330"/>
                </a:lnTo>
                <a:lnTo>
                  <a:pt x="259105" y="107949"/>
                </a:lnTo>
                <a:lnTo>
                  <a:pt x="259219" y="97154"/>
                </a:lnTo>
                <a:close/>
              </a:path>
              <a:path w="259715" h="111125">
                <a:moveTo>
                  <a:pt x="255168" y="28955"/>
                </a:moveTo>
                <a:lnTo>
                  <a:pt x="247586" y="28955"/>
                </a:lnTo>
                <a:lnTo>
                  <a:pt x="245821" y="29209"/>
                </a:lnTo>
                <a:lnTo>
                  <a:pt x="244563" y="29717"/>
                </a:lnTo>
                <a:lnTo>
                  <a:pt x="244132" y="29971"/>
                </a:lnTo>
                <a:lnTo>
                  <a:pt x="243916" y="30352"/>
                </a:lnTo>
                <a:lnTo>
                  <a:pt x="243700" y="30606"/>
                </a:lnTo>
                <a:lnTo>
                  <a:pt x="243585" y="84327"/>
                </a:lnTo>
                <a:lnTo>
                  <a:pt x="239255" y="89153"/>
                </a:lnTo>
                <a:lnTo>
                  <a:pt x="235153" y="92709"/>
                </a:lnTo>
                <a:lnTo>
                  <a:pt x="231099" y="95249"/>
                </a:lnTo>
                <a:lnTo>
                  <a:pt x="227431" y="97662"/>
                </a:lnTo>
                <a:lnTo>
                  <a:pt x="223558" y="98932"/>
                </a:lnTo>
                <a:lnTo>
                  <a:pt x="243266" y="98932"/>
                </a:lnTo>
                <a:lnTo>
                  <a:pt x="245097" y="97154"/>
                </a:lnTo>
                <a:lnTo>
                  <a:pt x="259219" y="97154"/>
                </a:lnTo>
                <a:lnTo>
                  <a:pt x="259219" y="30987"/>
                </a:lnTo>
                <a:lnTo>
                  <a:pt x="259080" y="30606"/>
                </a:lnTo>
                <a:lnTo>
                  <a:pt x="258800" y="30352"/>
                </a:lnTo>
                <a:lnTo>
                  <a:pt x="258508" y="29971"/>
                </a:lnTo>
                <a:lnTo>
                  <a:pt x="258089" y="29717"/>
                </a:lnTo>
                <a:lnTo>
                  <a:pt x="256959" y="29209"/>
                </a:lnTo>
                <a:lnTo>
                  <a:pt x="256171" y="29082"/>
                </a:lnTo>
                <a:lnTo>
                  <a:pt x="255168" y="28955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8480" y="4888229"/>
            <a:ext cx="243331" cy="8318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619503" y="4852923"/>
            <a:ext cx="266065" cy="118745"/>
          </a:xfrm>
          <a:custGeom>
            <a:avLst/>
            <a:gdLst/>
            <a:ahLst/>
            <a:cxnLst/>
            <a:rect l="l" t="t" r="r" b="b"/>
            <a:pathLst>
              <a:path w="266064" h="118745">
                <a:moveTo>
                  <a:pt x="65763" y="46481"/>
                </a:moveTo>
                <a:lnTo>
                  <a:pt x="38353" y="46481"/>
                </a:lnTo>
                <a:lnTo>
                  <a:pt x="41402" y="46862"/>
                </a:lnTo>
                <a:lnTo>
                  <a:pt x="46630" y="48513"/>
                </a:lnTo>
                <a:lnTo>
                  <a:pt x="46453" y="48513"/>
                </a:lnTo>
                <a:lnTo>
                  <a:pt x="48259" y="49530"/>
                </a:lnTo>
                <a:lnTo>
                  <a:pt x="51308" y="52578"/>
                </a:lnTo>
                <a:lnTo>
                  <a:pt x="52369" y="54228"/>
                </a:lnTo>
                <a:lnTo>
                  <a:pt x="52451" y="54356"/>
                </a:lnTo>
                <a:lnTo>
                  <a:pt x="53085" y="56641"/>
                </a:lnTo>
                <a:lnTo>
                  <a:pt x="53847" y="58928"/>
                </a:lnTo>
                <a:lnTo>
                  <a:pt x="54228" y="61468"/>
                </a:lnTo>
                <a:lnTo>
                  <a:pt x="54228" y="70231"/>
                </a:lnTo>
                <a:lnTo>
                  <a:pt x="35940" y="70231"/>
                </a:lnTo>
                <a:lnTo>
                  <a:pt x="29971" y="70738"/>
                </a:lnTo>
                <a:lnTo>
                  <a:pt x="0" y="91186"/>
                </a:lnTo>
                <a:lnTo>
                  <a:pt x="0" y="99059"/>
                </a:lnTo>
                <a:lnTo>
                  <a:pt x="640" y="101727"/>
                </a:lnTo>
                <a:lnTo>
                  <a:pt x="762" y="102234"/>
                </a:lnTo>
                <a:lnTo>
                  <a:pt x="13969" y="115950"/>
                </a:lnTo>
                <a:lnTo>
                  <a:pt x="14160" y="115950"/>
                </a:lnTo>
                <a:lnTo>
                  <a:pt x="20954" y="117856"/>
                </a:lnTo>
                <a:lnTo>
                  <a:pt x="24891" y="118490"/>
                </a:lnTo>
                <a:lnTo>
                  <a:pt x="34544" y="118490"/>
                </a:lnTo>
                <a:lnTo>
                  <a:pt x="39370" y="117475"/>
                </a:lnTo>
                <a:lnTo>
                  <a:pt x="43815" y="115443"/>
                </a:lnTo>
                <a:lnTo>
                  <a:pt x="48387" y="113537"/>
                </a:lnTo>
                <a:lnTo>
                  <a:pt x="52578" y="110743"/>
                </a:lnTo>
                <a:lnTo>
                  <a:pt x="55988" y="107568"/>
                </a:lnTo>
                <a:lnTo>
                  <a:pt x="26796" y="107568"/>
                </a:lnTo>
                <a:lnTo>
                  <a:pt x="22987" y="106425"/>
                </a:lnTo>
                <a:lnTo>
                  <a:pt x="20193" y="104140"/>
                </a:lnTo>
                <a:lnTo>
                  <a:pt x="17398" y="101727"/>
                </a:lnTo>
                <a:lnTo>
                  <a:pt x="16002" y="98678"/>
                </a:lnTo>
                <a:lnTo>
                  <a:pt x="16002" y="92456"/>
                </a:lnTo>
                <a:lnTo>
                  <a:pt x="36576" y="80263"/>
                </a:lnTo>
                <a:lnTo>
                  <a:pt x="69596" y="80263"/>
                </a:lnTo>
                <a:lnTo>
                  <a:pt x="69580" y="58928"/>
                </a:lnTo>
                <a:lnTo>
                  <a:pt x="69088" y="54990"/>
                </a:lnTo>
                <a:lnTo>
                  <a:pt x="67818" y="51434"/>
                </a:lnTo>
                <a:lnTo>
                  <a:pt x="66675" y="47878"/>
                </a:lnTo>
                <a:lnTo>
                  <a:pt x="65763" y="46481"/>
                </a:lnTo>
                <a:close/>
              </a:path>
              <a:path w="266064" h="118745">
                <a:moveTo>
                  <a:pt x="69596" y="107315"/>
                </a:moveTo>
                <a:lnTo>
                  <a:pt x="56260" y="107315"/>
                </a:lnTo>
                <a:lnTo>
                  <a:pt x="56260" y="115443"/>
                </a:lnTo>
                <a:lnTo>
                  <a:pt x="59944" y="117221"/>
                </a:lnTo>
                <a:lnTo>
                  <a:pt x="65913" y="117221"/>
                </a:lnTo>
                <a:lnTo>
                  <a:pt x="67690" y="116966"/>
                </a:lnTo>
                <a:lnTo>
                  <a:pt x="68326" y="116712"/>
                </a:lnTo>
                <a:lnTo>
                  <a:pt x="69341" y="115950"/>
                </a:lnTo>
                <a:lnTo>
                  <a:pt x="69596" y="115443"/>
                </a:lnTo>
                <a:lnTo>
                  <a:pt x="69596" y="107315"/>
                </a:lnTo>
                <a:close/>
              </a:path>
              <a:path w="266064" h="118745">
                <a:moveTo>
                  <a:pt x="69596" y="80263"/>
                </a:moveTo>
                <a:lnTo>
                  <a:pt x="54228" y="80263"/>
                </a:lnTo>
                <a:lnTo>
                  <a:pt x="54228" y="96265"/>
                </a:lnTo>
                <a:lnTo>
                  <a:pt x="50291" y="100075"/>
                </a:lnTo>
                <a:lnTo>
                  <a:pt x="46735" y="102997"/>
                </a:lnTo>
                <a:lnTo>
                  <a:pt x="43179" y="104775"/>
                </a:lnTo>
                <a:lnTo>
                  <a:pt x="39751" y="106680"/>
                </a:lnTo>
                <a:lnTo>
                  <a:pt x="35940" y="107568"/>
                </a:lnTo>
                <a:lnTo>
                  <a:pt x="55988" y="107568"/>
                </a:lnTo>
                <a:lnTo>
                  <a:pt x="56260" y="107315"/>
                </a:lnTo>
                <a:lnTo>
                  <a:pt x="69596" y="107315"/>
                </a:lnTo>
                <a:lnTo>
                  <a:pt x="69596" y="80263"/>
                </a:lnTo>
                <a:close/>
              </a:path>
              <a:path w="266064" h="118745">
                <a:moveTo>
                  <a:pt x="42290" y="35306"/>
                </a:moveTo>
                <a:lnTo>
                  <a:pt x="32893" y="35306"/>
                </a:lnTo>
                <a:lnTo>
                  <a:pt x="29718" y="35559"/>
                </a:lnTo>
                <a:lnTo>
                  <a:pt x="10540" y="40766"/>
                </a:lnTo>
                <a:lnTo>
                  <a:pt x="8382" y="41783"/>
                </a:lnTo>
                <a:lnTo>
                  <a:pt x="4190" y="50546"/>
                </a:lnTo>
                <a:lnTo>
                  <a:pt x="4352" y="51434"/>
                </a:lnTo>
                <a:lnTo>
                  <a:pt x="4445" y="51943"/>
                </a:lnTo>
                <a:lnTo>
                  <a:pt x="4699" y="52578"/>
                </a:lnTo>
                <a:lnTo>
                  <a:pt x="4953" y="52959"/>
                </a:lnTo>
                <a:lnTo>
                  <a:pt x="5207" y="53466"/>
                </a:lnTo>
                <a:lnTo>
                  <a:pt x="5587" y="53847"/>
                </a:lnTo>
                <a:lnTo>
                  <a:pt x="5968" y="53975"/>
                </a:lnTo>
                <a:lnTo>
                  <a:pt x="6350" y="54228"/>
                </a:lnTo>
                <a:lnTo>
                  <a:pt x="6731" y="54356"/>
                </a:lnTo>
                <a:lnTo>
                  <a:pt x="8001" y="54356"/>
                </a:lnTo>
                <a:lnTo>
                  <a:pt x="9144" y="53975"/>
                </a:lnTo>
                <a:lnTo>
                  <a:pt x="10668" y="53086"/>
                </a:lnTo>
                <a:lnTo>
                  <a:pt x="14223" y="51434"/>
                </a:lnTo>
                <a:lnTo>
                  <a:pt x="16509" y="50418"/>
                </a:lnTo>
                <a:lnTo>
                  <a:pt x="21463" y="48513"/>
                </a:lnTo>
                <a:lnTo>
                  <a:pt x="27559" y="46990"/>
                </a:lnTo>
                <a:lnTo>
                  <a:pt x="30988" y="46481"/>
                </a:lnTo>
                <a:lnTo>
                  <a:pt x="65763" y="46481"/>
                </a:lnTo>
                <a:lnTo>
                  <a:pt x="64770" y="44958"/>
                </a:lnTo>
                <a:lnTo>
                  <a:pt x="59435" y="40131"/>
                </a:lnTo>
                <a:lnTo>
                  <a:pt x="56007" y="38353"/>
                </a:lnTo>
                <a:lnTo>
                  <a:pt x="51689" y="37084"/>
                </a:lnTo>
                <a:lnTo>
                  <a:pt x="47497" y="35940"/>
                </a:lnTo>
                <a:lnTo>
                  <a:pt x="42290" y="35306"/>
                </a:lnTo>
                <a:close/>
              </a:path>
              <a:path w="266064" h="118745">
                <a:moveTo>
                  <a:pt x="131826" y="35306"/>
                </a:moveTo>
                <a:lnTo>
                  <a:pt x="120903" y="35306"/>
                </a:lnTo>
                <a:lnTo>
                  <a:pt x="115697" y="36321"/>
                </a:lnTo>
                <a:lnTo>
                  <a:pt x="92709" y="60197"/>
                </a:lnTo>
                <a:lnTo>
                  <a:pt x="91059" y="65405"/>
                </a:lnTo>
                <a:lnTo>
                  <a:pt x="90297" y="71374"/>
                </a:lnTo>
                <a:lnTo>
                  <a:pt x="90358" y="83819"/>
                </a:lnTo>
                <a:lnTo>
                  <a:pt x="90932" y="88518"/>
                </a:lnTo>
                <a:lnTo>
                  <a:pt x="118618" y="118490"/>
                </a:lnTo>
                <a:lnTo>
                  <a:pt x="130556" y="118490"/>
                </a:lnTo>
                <a:lnTo>
                  <a:pt x="135242" y="117347"/>
                </a:lnTo>
                <a:lnTo>
                  <a:pt x="135509" y="117347"/>
                </a:lnTo>
                <a:lnTo>
                  <a:pt x="145415" y="112394"/>
                </a:lnTo>
                <a:lnTo>
                  <a:pt x="149987" y="109093"/>
                </a:lnTo>
                <a:lnTo>
                  <a:pt x="152601" y="106553"/>
                </a:lnTo>
                <a:lnTo>
                  <a:pt x="123444" y="106553"/>
                </a:lnTo>
                <a:lnTo>
                  <a:pt x="120015" y="105663"/>
                </a:lnTo>
                <a:lnTo>
                  <a:pt x="114681" y="102362"/>
                </a:lnTo>
                <a:lnTo>
                  <a:pt x="112522" y="100075"/>
                </a:lnTo>
                <a:lnTo>
                  <a:pt x="110871" y="97155"/>
                </a:lnTo>
                <a:lnTo>
                  <a:pt x="109295" y="94487"/>
                </a:lnTo>
                <a:lnTo>
                  <a:pt x="108077" y="91186"/>
                </a:lnTo>
                <a:lnTo>
                  <a:pt x="106807" y="83819"/>
                </a:lnTo>
                <a:lnTo>
                  <a:pt x="106426" y="80137"/>
                </a:lnTo>
                <a:lnTo>
                  <a:pt x="106426" y="72771"/>
                </a:lnTo>
                <a:lnTo>
                  <a:pt x="118109" y="49784"/>
                </a:lnTo>
                <a:lnTo>
                  <a:pt x="120903" y="48006"/>
                </a:lnTo>
                <a:lnTo>
                  <a:pt x="124206" y="47243"/>
                </a:lnTo>
                <a:lnTo>
                  <a:pt x="168275" y="47243"/>
                </a:lnTo>
                <a:lnTo>
                  <a:pt x="168275" y="46736"/>
                </a:lnTo>
                <a:lnTo>
                  <a:pt x="152653" y="46736"/>
                </a:lnTo>
                <a:lnTo>
                  <a:pt x="148590" y="42925"/>
                </a:lnTo>
                <a:lnTo>
                  <a:pt x="144526" y="40131"/>
                </a:lnTo>
                <a:lnTo>
                  <a:pt x="140462" y="38227"/>
                </a:lnTo>
                <a:lnTo>
                  <a:pt x="136397" y="36194"/>
                </a:lnTo>
                <a:lnTo>
                  <a:pt x="131826" y="35306"/>
                </a:lnTo>
                <a:close/>
              </a:path>
              <a:path w="266064" h="118745">
                <a:moveTo>
                  <a:pt x="168275" y="104775"/>
                </a:moveTo>
                <a:lnTo>
                  <a:pt x="154432" y="104775"/>
                </a:lnTo>
                <a:lnTo>
                  <a:pt x="154559" y="115569"/>
                </a:lnTo>
                <a:lnTo>
                  <a:pt x="154813" y="115950"/>
                </a:lnTo>
                <a:lnTo>
                  <a:pt x="155066" y="116205"/>
                </a:lnTo>
                <a:lnTo>
                  <a:pt x="155447" y="116459"/>
                </a:lnTo>
                <a:lnTo>
                  <a:pt x="156083" y="116712"/>
                </a:lnTo>
                <a:lnTo>
                  <a:pt x="156590" y="116966"/>
                </a:lnTo>
                <a:lnTo>
                  <a:pt x="159067" y="117347"/>
                </a:lnTo>
                <a:lnTo>
                  <a:pt x="163893" y="117347"/>
                </a:lnTo>
                <a:lnTo>
                  <a:pt x="168275" y="115188"/>
                </a:lnTo>
                <a:lnTo>
                  <a:pt x="168275" y="104775"/>
                </a:lnTo>
                <a:close/>
              </a:path>
              <a:path w="266064" h="118745">
                <a:moveTo>
                  <a:pt x="168275" y="47243"/>
                </a:moveTo>
                <a:lnTo>
                  <a:pt x="132460" y="47243"/>
                </a:lnTo>
                <a:lnTo>
                  <a:pt x="136525" y="48387"/>
                </a:lnTo>
                <a:lnTo>
                  <a:pt x="140462" y="50927"/>
                </a:lnTo>
                <a:lnTo>
                  <a:pt x="144398" y="53340"/>
                </a:lnTo>
                <a:lnTo>
                  <a:pt x="148463" y="56896"/>
                </a:lnTo>
                <a:lnTo>
                  <a:pt x="152653" y="61468"/>
                </a:lnTo>
                <a:lnTo>
                  <a:pt x="152653" y="91821"/>
                </a:lnTo>
                <a:lnTo>
                  <a:pt x="150240" y="94487"/>
                </a:lnTo>
                <a:lnTo>
                  <a:pt x="147954" y="96900"/>
                </a:lnTo>
                <a:lnTo>
                  <a:pt x="145669" y="98678"/>
                </a:lnTo>
                <a:lnTo>
                  <a:pt x="143509" y="100584"/>
                </a:lnTo>
                <a:lnTo>
                  <a:pt x="141351" y="102108"/>
                </a:lnTo>
                <a:lnTo>
                  <a:pt x="139446" y="103250"/>
                </a:lnTo>
                <a:lnTo>
                  <a:pt x="137414" y="104521"/>
                </a:lnTo>
                <a:lnTo>
                  <a:pt x="135382" y="105283"/>
                </a:lnTo>
                <a:lnTo>
                  <a:pt x="131095" y="106425"/>
                </a:lnTo>
                <a:lnTo>
                  <a:pt x="130556" y="106425"/>
                </a:lnTo>
                <a:lnTo>
                  <a:pt x="129540" y="106553"/>
                </a:lnTo>
                <a:lnTo>
                  <a:pt x="152601" y="106553"/>
                </a:lnTo>
                <a:lnTo>
                  <a:pt x="154432" y="104775"/>
                </a:lnTo>
                <a:lnTo>
                  <a:pt x="168275" y="104775"/>
                </a:lnTo>
                <a:lnTo>
                  <a:pt x="168275" y="47243"/>
                </a:lnTo>
                <a:close/>
              </a:path>
              <a:path w="266064" h="118745">
                <a:moveTo>
                  <a:pt x="164210" y="253"/>
                </a:moveTo>
                <a:lnTo>
                  <a:pt x="156718" y="253"/>
                </a:lnTo>
                <a:lnTo>
                  <a:pt x="155702" y="381"/>
                </a:lnTo>
                <a:lnTo>
                  <a:pt x="154940" y="508"/>
                </a:lnTo>
                <a:lnTo>
                  <a:pt x="153670" y="1015"/>
                </a:lnTo>
                <a:lnTo>
                  <a:pt x="153162" y="1269"/>
                </a:lnTo>
                <a:lnTo>
                  <a:pt x="153034" y="1650"/>
                </a:lnTo>
                <a:lnTo>
                  <a:pt x="152781" y="1905"/>
                </a:lnTo>
                <a:lnTo>
                  <a:pt x="152653" y="2286"/>
                </a:lnTo>
                <a:lnTo>
                  <a:pt x="152653" y="46736"/>
                </a:lnTo>
                <a:lnTo>
                  <a:pt x="168275" y="46736"/>
                </a:lnTo>
                <a:lnTo>
                  <a:pt x="168275" y="2286"/>
                </a:lnTo>
                <a:lnTo>
                  <a:pt x="168147" y="1905"/>
                </a:lnTo>
                <a:lnTo>
                  <a:pt x="167894" y="1650"/>
                </a:lnTo>
                <a:lnTo>
                  <a:pt x="167640" y="1269"/>
                </a:lnTo>
                <a:lnTo>
                  <a:pt x="166623" y="762"/>
                </a:lnTo>
                <a:lnTo>
                  <a:pt x="165989" y="508"/>
                </a:lnTo>
                <a:lnTo>
                  <a:pt x="165227" y="381"/>
                </a:lnTo>
                <a:lnTo>
                  <a:pt x="164210" y="253"/>
                </a:lnTo>
                <a:close/>
              </a:path>
              <a:path w="266064" h="118745">
                <a:moveTo>
                  <a:pt x="161925" y="0"/>
                </a:moveTo>
                <a:lnTo>
                  <a:pt x="158877" y="0"/>
                </a:lnTo>
                <a:lnTo>
                  <a:pt x="156337" y="253"/>
                </a:lnTo>
                <a:lnTo>
                  <a:pt x="164464" y="253"/>
                </a:lnTo>
                <a:lnTo>
                  <a:pt x="161925" y="0"/>
                </a:lnTo>
                <a:close/>
              </a:path>
              <a:path w="266064" h="118745">
                <a:moveTo>
                  <a:pt x="229362" y="35306"/>
                </a:moveTo>
                <a:lnTo>
                  <a:pt x="218440" y="35306"/>
                </a:lnTo>
                <a:lnTo>
                  <a:pt x="213233" y="36321"/>
                </a:lnTo>
                <a:lnTo>
                  <a:pt x="190246" y="60197"/>
                </a:lnTo>
                <a:lnTo>
                  <a:pt x="188595" y="65405"/>
                </a:lnTo>
                <a:lnTo>
                  <a:pt x="187833" y="71374"/>
                </a:lnTo>
                <a:lnTo>
                  <a:pt x="187894" y="83819"/>
                </a:lnTo>
                <a:lnTo>
                  <a:pt x="188468" y="88518"/>
                </a:lnTo>
                <a:lnTo>
                  <a:pt x="216153" y="118490"/>
                </a:lnTo>
                <a:lnTo>
                  <a:pt x="228091" y="118490"/>
                </a:lnTo>
                <a:lnTo>
                  <a:pt x="232778" y="117347"/>
                </a:lnTo>
                <a:lnTo>
                  <a:pt x="233045" y="117347"/>
                </a:lnTo>
                <a:lnTo>
                  <a:pt x="242951" y="112394"/>
                </a:lnTo>
                <a:lnTo>
                  <a:pt x="247522" y="109093"/>
                </a:lnTo>
                <a:lnTo>
                  <a:pt x="250137" y="106553"/>
                </a:lnTo>
                <a:lnTo>
                  <a:pt x="220979" y="106553"/>
                </a:lnTo>
                <a:lnTo>
                  <a:pt x="217551" y="105663"/>
                </a:lnTo>
                <a:lnTo>
                  <a:pt x="212216" y="102362"/>
                </a:lnTo>
                <a:lnTo>
                  <a:pt x="210058" y="100075"/>
                </a:lnTo>
                <a:lnTo>
                  <a:pt x="208407" y="97155"/>
                </a:lnTo>
                <a:lnTo>
                  <a:pt x="206831" y="94487"/>
                </a:lnTo>
                <a:lnTo>
                  <a:pt x="205613" y="91186"/>
                </a:lnTo>
                <a:lnTo>
                  <a:pt x="204343" y="83819"/>
                </a:lnTo>
                <a:lnTo>
                  <a:pt x="203962" y="80137"/>
                </a:lnTo>
                <a:lnTo>
                  <a:pt x="203962" y="72771"/>
                </a:lnTo>
                <a:lnTo>
                  <a:pt x="215646" y="49784"/>
                </a:lnTo>
                <a:lnTo>
                  <a:pt x="218440" y="48006"/>
                </a:lnTo>
                <a:lnTo>
                  <a:pt x="221741" y="47243"/>
                </a:lnTo>
                <a:lnTo>
                  <a:pt x="265735" y="47243"/>
                </a:lnTo>
                <a:lnTo>
                  <a:pt x="265734" y="46736"/>
                </a:lnTo>
                <a:lnTo>
                  <a:pt x="250190" y="46736"/>
                </a:lnTo>
                <a:lnTo>
                  <a:pt x="246126" y="42925"/>
                </a:lnTo>
                <a:lnTo>
                  <a:pt x="242062" y="40131"/>
                </a:lnTo>
                <a:lnTo>
                  <a:pt x="237997" y="38227"/>
                </a:lnTo>
                <a:lnTo>
                  <a:pt x="233934" y="36194"/>
                </a:lnTo>
                <a:lnTo>
                  <a:pt x="229362" y="35306"/>
                </a:lnTo>
                <a:close/>
              </a:path>
              <a:path w="266064" h="118745">
                <a:moveTo>
                  <a:pt x="265799" y="104775"/>
                </a:moveTo>
                <a:lnTo>
                  <a:pt x="251968" y="104775"/>
                </a:lnTo>
                <a:lnTo>
                  <a:pt x="252095" y="115569"/>
                </a:lnTo>
                <a:lnTo>
                  <a:pt x="252348" y="115950"/>
                </a:lnTo>
                <a:lnTo>
                  <a:pt x="252603" y="116205"/>
                </a:lnTo>
                <a:lnTo>
                  <a:pt x="252984" y="116459"/>
                </a:lnTo>
                <a:lnTo>
                  <a:pt x="253619" y="116712"/>
                </a:lnTo>
                <a:lnTo>
                  <a:pt x="254127" y="116966"/>
                </a:lnTo>
                <a:lnTo>
                  <a:pt x="256603" y="117347"/>
                </a:lnTo>
                <a:lnTo>
                  <a:pt x="261429" y="117347"/>
                </a:lnTo>
                <a:lnTo>
                  <a:pt x="265684" y="115569"/>
                </a:lnTo>
                <a:lnTo>
                  <a:pt x="265799" y="104775"/>
                </a:lnTo>
                <a:close/>
              </a:path>
              <a:path w="266064" h="118745">
                <a:moveTo>
                  <a:pt x="265735" y="47243"/>
                </a:moveTo>
                <a:lnTo>
                  <a:pt x="229997" y="47243"/>
                </a:lnTo>
                <a:lnTo>
                  <a:pt x="234060" y="48387"/>
                </a:lnTo>
                <a:lnTo>
                  <a:pt x="237997" y="50927"/>
                </a:lnTo>
                <a:lnTo>
                  <a:pt x="241934" y="53340"/>
                </a:lnTo>
                <a:lnTo>
                  <a:pt x="245998" y="56896"/>
                </a:lnTo>
                <a:lnTo>
                  <a:pt x="250190" y="61468"/>
                </a:lnTo>
                <a:lnTo>
                  <a:pt x="250190" y="91821"/>
                </a:lnTo>
                <a:lnTo>
                  <a:pt x="247777" y="94487"/>
                </a:lnTo>
                <a:lnTo>
                  <a:pt x="245490" y="96900"/>
                </a:lnTo>
                <a:lnTo>
                  <a:pt x="243204" y="98678"/>
                </a:lnTo>
                <a:lnTo>
                  <a:pt x="241046" y="100584"/>
                </a:lnTo>
                <a:lnTo>
                  <a:pt x="238887" y="102108"/>
                </a:lnTo>
                <a:lnTo>
                  <a:pt x="236982" y="103250"/>
                </a:lnTo>
                <a:lnTo>
                  <a:pt x="234950" y="104521"/>
                </a:lnTo>
                <a:lnTo>
                  <a:pt x="232918" y="105283"/>
                </a:lnTo>
                <a:lnTo>
                  <a:pt x="228631" y="106425"/>
                </a:lnTo>
                <a:lnTo>
                  <a:pt x="228092" y="106425"/>
                </a:lnTo>
                <a:lnTo>
                  <a:pt x="227076" y="106553"/>
                </a:lnTo>
                <a:lnTo>
                  <a:pt x="250137" y="106553"/>
                </a:lnTo>
                <a:lnTo>
                  <a:pt x="251968" y="104775"/>
                </a:lnTo>
                <a:lnTo>
                  <a:pt x="265799" y="104775"/>
                </a:lnTo>
                <a:lnTo>
                  <a:pt x="265735" y="47243"/>
                </a:lnTo>
                <a:close/>
              </a:path>
              <a:path w="266064" h="118745">
                <a:moveTo>
                  <a:pt x="261746" y="253"/>
                </a:moveTo>
                <a:lnTo>
                  <a:pt x="254253" y="253"/>
                </a:lnTo>
                <a:lnTo>
                  <a:pt x="253238" y="381"/>
                </a:lnTo>
                <a:lnTo>
                  <a:pt x="252476" y="508"/>
                </a:lnTo>
                <a:lnTo>
                  <a:pt x="251206" y="1015"/>
                </a:lnTo>
                <a:lnTo>
                  <a:pt x="250697" y="1269"/>
                </a:lnTo>
                <a:lnTo>
                  <a:pt x="250571" y="1650"/>
                </a:lnTo>
                <a:lnTo>
                  <a:pt x="250316" y="1905"/>
                </a:lnTo>
                <a:lnTo>
                  <a:pt x="250190" y="46736"/>
                </a:lnTo>
                <a:lnTo>
                  <a:pt x="265734" y="46736"/>
                </a:lnTo>
                <a:lnTo>
                  <a:pt x="265684" y="1905"/>
                </a:lnTo>
                <a:lnTo>
                  <a:pt x="265429" y="1650"/>
                </a:lnTo>
                <a:lnTo>
                  <a:pt x="265176" y="1269"/>
                </a:lnTo>
                <a:lnTo>
                  <a:pt x="264159" y="762"/>
                </a:lnTo>
                <a:lnTo>
                  <a:pt x="263525" y="508"/>
                </a:lnTo>
                <a:lnTo>
                  <a:pt x="262763" y="381"/>
                </a:lnTo>
                <a:lnTo>
                  <a:pt x="261746" y="253"/>
                </a:lnTo>
                <a:close/>
              </a:path>
              <a:path w="266064" h="118745">
                <a:moveTo>
                  <a:pt x="259460" y="0"/>
                </a:moveTo>
                <a:lnTo>
                  <a:pt x="256413" y="0"/>
                </a:lnTo>
                <a:lnTo>
                  <a:pt x="253873" y="253"/>
                </a:lnTo>
                <a:lnTo>
                  <a:pt x="262000" y="253"/>
                </a:lnTo>
                <a:lnTo>
                  <a:pt x="259460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59101" y="4852796"/>
            <a:ext cx="601091" cy="1475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31058" y="4852796"/>
            <a:ext cx="776986" cy="1186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6620" y="5124830"/>
            <a:ext cx="746904" cy="14232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55419" y="5118861"/>
            <a:ext cx="667766" cy="14820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98370" y="5119496"/>
            <a:ext cx="594741" cy="14729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59532" y="5119623"/>
            <a:ext cx="848948" cy="14753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23810" y="5394578"/>
            <a:ext cx="1590320" cy="14190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489326" y="5411939"/>
            <a:ext cx="841883" cy="12454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97884" y="5430748"/>
            <a:ext cx="154559" cy="8315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2555" y="5672823"/>
            <a:ext cx="1154747" cy="14754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69439" y="5672823"/>
            <a:ext cx="890777" cy="118452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5586476" y="3748151"/>
            <a:ext cx="266065" cy="363855"/>
          </a:xfrm>
          <a:custGeom>
            <a:avLst/>
            <a:gdLst/>
            <a:ahLst/>
            <a:cxnLst/>
            <a:rect l="l" t="t" r="r" b="b"/>
            <a:pathLst>
              <a:path w="266064" h="363854">
                <a:moveTo>
                  <a:pt x="127253" y="0"/>
                </a:moveTo>
                <a:lnTo>
                  <a:pt x="80676" y="5089"/>
                </a:lnTo>
                <a:lnTo>
                  <a:pt x="36546" y="18913"/>
                </a:lnTo>
                <a:lnTo>
                  <a:pt x="8127" y="45593"/>
                </a:lnTo>
                <a:lnTo>
                  <a:pt x="7365" y="65405"/>
                </a:lnTo>
                <a:lnTo>
                  <a:pt x="7620" y="70612"/>
                </a:lnTo>
                <a:lnTo>
                  <a:pt x="16256" y="92456"/>
                </a:lnTo>
                <a:lnTo>
                  <a:pt x="20827" y="92456"/>
                </a:lnTo>
                <a:lnTo>
                  <a:pt x="24511" y="91059"/>
                </a:lnTo>
                <a:lnTo>
                  <a:pt x="33909" y="85343"/>
                </a:lnTo>
                <a:lnTo>
                  <a:pt x="39750" y="82296"/>
                </a:lnTo>
                <a:lnTo>
                  <a:pt x="78535" y="67762"/>
                </a:lnTo>
                <a:lnTo>
                  <a:pt x="103377" y="65405"/>
                </a:lnTo>
                <a:lnTo>
                  <a:pt x="111887" y="65405"/>
                </a:lnTo>
                <a:lnTo>
                  <a:pt x="148844" y="87249"/>
                </a:lnTo>
                <a:lnTo>
                  <a:pt x="154177" y="103759"/>
                </a:lnTo>
                <a:lnTo>
                  <a:pt x="154177" y="116459"/>
                </a:lnTo>
                <a:lnTo>
                  <a:pt x="141986" y="155067"/>
                </a:lnTo>
                <a:lnTo>
                  <a:pt x="115516" y="192162"/>
                </a:lnTo>
                <a:lnTo>
                  <a:pt x="16510" y="289306"/>
                </a:lnTo>
                <a:lnTo>
                  <a:pt x="13208" y="292862"/>
                </a:lnTo>
                <a:lnTo>
                  <a:pt x="0" y="327152"/>
                </a:lnTo>
                <a:lnTo>
                  <a:pt x="0" y="339725"/>
                </a:lnTo>
                <a:lnTo>
                  <a:pt x="20954" y="363600"/>
                </a:lnTo>
                <a:lnTo>
                  <a:pt x="255524" y="363600"/>
                </a:lnTo>
                <a:lnTo>
                  <a:pt x="266064" y="339344"/>
                </a:lnTo>
                <a:lnTo>
                  <a:pt x="266064" y="334010"/>
                </a:lnTo>
                <a:lnTo>
                  <a:pt x="266064" y="328930"/>
                </a:lnTo>
                <a:lnTo>
                  <a:pt x="254253" y="304800"/>
                </a:lnTo>
                <a:lnTo>
                  <a:pt x="96012" y="304800"/>
                </a:lnTo>
                <a:lnTo>
                  <a:pt x="158833" y="246858"/>
                </a:lnTo>
                <a:lnTo>
                  <a:pt x="186924" y="219477"/>
                </a:lnTo>
                <a:lnTo>
                  <a:pt x="217138" y="184673"/>
                </a:lnTo>
                <a:lnTo>
                  <a:pt x="240760" y="145319"/>
                </a:lnTo>
                <a:lnTo>
                  <a:pt x="249844" y="102242"/>
                </a:lnTo>
                <a:lnTo>
                  <a:pt x="250062" y="93599"/>
                </a:lnTo>
                <a:lnTo>
                  <a:pt x="249606" y="83839"/>
                </a:lnTo>
                <a:lnTo>
                  <a:pt x="233140" y="40401"/>
                </a:lnTo>
                <a:lnTo>
                  <a:pt x="202485" y="15446"/>
                </a:lnTo>
                <a:lnTo>
                  <a:pt x="156210" y="1778"/>
                </a:lnTo>
                <a:lnTo>
                  <a:pt x="142208" y="448"/>
                </a:lnTo>
                <a:lnTo>
                  <a:pt x="127253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251322" y="4471161"/>
            <a:ext cx="921516" cy="17995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264914" y="4852796"/>
            <a:ext cx="797687" cy="14757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17591" y="4869052"/>
            <a:ext cx="785876" cy="1313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965571" y="4888229"/>
            <a:ext cx="723264" cy="11214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756527" y="4852796"/>
            <a:ext cx="363474" cy="11861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146930" y="5119623"/>
            <a:ext cx="434328" cy="14716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656454" y="5119496"/>
            <a:ext cx="444119" cy="14114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63311" y="5135752"/>
            <a:ext cx="792607" cy="13131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017133" y="5119496"/>
            <a:ext cx="849757" cy="14757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933565" y="5154929"/>
            <a:ext cx="154203" cy="8313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145528" y="5154929"/>
            <a:ext cx="69596" cy="8313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377690" y="5395455"/>
            <a:ext cx="419505" cy="14754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855083" y="5400725"/>
            <a:ext cx="454369" cy="14227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375909" y="5395582"/>
            <a:ext cx="642619" cy="11832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081903" y="5395455"/>
            <a:ext cx="931418" cy="11845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320791" y="5672823"/>
            <a:ext cx="744474" cy="147548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9081643" y="3748151"/>
            <a:ext cx="265430" cy="370205"/>
          </a:xfrm>
          <a:custGeom>
            <a:avLst/>
            <a:gdLst/>
            <a:ahLst/>
            <a:cxnLst/>
            <a:rect l="l" t="t" r="r" b="b"/>
            <a:pathLst>
              <a:path w="265429" h="370204">
                <a:moveTo>
                  <a:pt x="127761" y="0"/>
                </a:moveTo>
                <a:lnTo>
                  <a:pt x="86867" y="3429"/>
                </a:lnTo>
                <a:lnTo>
                  <a:pt x="40465" y="16922"/>
                </a:lnTo>
                <a:lnTo>
                  <a:pt x="9778" y="42037"/>
                </a:lnTo>
                <a:lnTo>
                  <a:pt x="8889" y="64643"/>
                </a:lnTo>
                <a:lnTo>
                  <a:pt x="9143" y="69087"/>
                </a:lnTo>
                <a:lnTo>
                  <a:pt x="17017" y="85343"/>
                </a:lnTo>
                <a:lnTo>
                  <a:pt x="21208" y="85343"/>
                </a:lnTo>
                <a:lnTo>
                  <a:pt x="25018" y="83820"/>
                </a:lnTo>
                <a:lnTo>
                  <a:pt x="35432" y="77978"/>
                </a:lnTo>
                <a:lnTo>
                  <a:pt x="49149" y="71374"/>
                </a:lnTo>
                <a:lnTo>
                  <a:pt x="88995" y="58769"/>
                </a:lnTo>
                <a:lnTo>
                  <a:pt x="104521" y="57658"/>
                </a:lnTo>
                <a:lnTo>
                  <a:pt x="113918" y="57658"/>
                </a:lnTo>
                <a:lnTo>
                  <a:pt x="150367" y="74549"/>
                </a:lnTo>
                <a:lnTo>
                  <a:pt x="159384" y="95758"/>
                </a:lnTo>
                <a:lnTo>
                  <a:pt x="159384" y="109855"/>
                </a:lnTo>
                <a:lnTo>
                  <a:pt x="135256" y="143517"/>
                </a:lnTo>
                <a:lnTo>
                  <a:pt x="94144" y="154340"/>
                </a:lnTo>
                <a:lnTo>
                  <a:pt x="85471" y="154559"/>
                </a:lnTo>
                <a:lnTo>
                  <a:pt x="48386" y="154559"/>
                </a:lnTo>
                <a:lnTo>
                  <a:pt x="46354" y="154940"/>
                </a:lnTo>
                <a:lnTo>
                  <a:pt x="37083" y="175260"/>
                </a:lnTo>
                <a:lnTo>
                  <a:pt x="37083" y="186309"/>
                </a:lnTo>
                <a:lnTo>
                  <a:pt x="49149" y="207899"/>
                </a:lnTo>
                <a:lnTo>
                  <a:pt x="86105" y="207899"/>
                </a:lnTo>
                <a:lnTo>
                  <a:pt x="96627" y="208137"/>
                </a:lnTo>
                <a:lnTo>
                  <a:pt x="138715" y="216407"/>
                </a:lnTo>
                <a:lnTo>
                  <a:pt x="170179" y="246253"/>
                </a:lnTo>
                <a:lnTo>
                  <a:pt x="171957" y="253746"/>
                </a:lnTo>
                <a:lnTo>
                  <a:pt x="171957" y="269494"/>
                </a:lnTo>
                <a:lnTo>
                  <a:pt x="147954" y="302641"/>
                </a:lnTo>
                <a:lnTo>
                  <a:pt x="110523" y="311695"/>
                </a:lnTo>
                <a:lnTo>
                  <a:pt x="102361" y="311912"/>
                </a:lnTo>
                <a:lnTo>
                  <a:pt x="92644" y="311693"/>
                </a:lnTo>
                <a:lnTo>
                  <a:pt x="45567" y="302371"/>
                </a:lnTo>
                <a:lnTo>
                  <a:pt x="15366" y="289687"/>
                </a:lnTo>
                <a:lnTo>
                  <a:pt x="11810" y="288544"/>
                </a:lnTo>
                <a:lnTo>
                  <a:pt x="6603" y="288544"/>
                </a:lnTo>
                <a:lnTo>
                  <a:pt x="4063" y="290195"/>
                </a:lnTo>
                <a:lnTo>
                  <a:pt x="888" y="297053"/>
                </a:lnTo>
                <a:lnTo>
                  <a:pt x="0" y="303149"/>
                </a:lnTo>
                <a:lnTo>
                  <a:pt x="126" y="321818"/>
                </a:lnTo>
                <a:lnTo>
                  <a:pt x="26161" y="355600"/>
                </a:lnTo>
                <a:lnTo>
                  <a:pt x="65551" y="365950"/>
                </a:lnTo>
                <a:lnTo>
                  <a:pt x="112140" y="369950"/>
                </a:lnTo>
                <a:lnTo>
                  <a:pt x="128551" y="369496"/>
                </a:lnTo>
                <a:lnTo>
                  <a:pt x="173735" y="362585"/>
                </a:lnTo>
                <a:lnTo>
                  <a:pt x="211526" y="347868"/>
                </a:lnTo>
                <a:lnTo>
                  <a:pt x="247554" y="316406"/>
                </a:lnTo>
                <a:lnTo>
                  <a:pt x="264354" y="271982"/>
                </a:lnTo>
                <a:lnTo>
                  <a:pt x="265049" y="258953"/>
                </a:lnTo>
                <a:lnTo>
                  <a:pt x="264667" y="251073"/>
                </a:lnTo>
                <a:lnTo>
                  <a:pt x="246755" y="209728"/>
                </a:lnTo>
                <a:lnTo>
                  <a:pt x="213359" y="185674"/>
                </a:lnTo>
                <a:lnTo>
                  <a:pt x="175895" y="176149"/>
                </a:lnTo>
                <a:lnTo>
                  <a:pt x="175895" y="175260"/>
                </a:lnTo>
                <a:lnTo>
                  <a:pt x="213139" y="159658"/>
                </a:lnTo>
                <a:lnTo>
                  <a:pt x="239875" y="126672"/>
                </a:lnTo>
                <a:lnTo>
                  <a:pt x="247014" y="89408"/>
                </a:lnTo>
                <a:lnTo>
                  <a:pt x="246516" y="79194"/>
                </a:lnTo>
                <a:lnTo>
                  <a:pt x="229504" y="36385"/>
                </a:lnTo>
                <a:lnTo>
                  <a:pt x="189507" y="9477"/>
                </a:lnTo>
                <a:lnTo>
                  <a:pt x="141793" y="381"/>
                </a:lnTo>
                <a:lnTo>
                  <a:pt x="127761" y="0"/>
                </a:lnTo>
                <a:close/>
              </a:path>
            </a:pathLst>
          </a:custGeom>
          <a:solidFill>
            <a:srgbClr val="DFD5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646032" y="4460494"/>
            <a:ext cx="1134662" cy="19062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610856" y="4852923"/>
            <a:ext cx="653440" cy="11849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887206" y="4852796"/>
            <a:ext cx="838708" cy="14757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322056" y="4852923"/>
            <a:ext cx="498682" cy="14757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777094" y="4852161"/>
            <a:ext cx="959230" cy="14820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712456" y="5119496"/>
            <a:ext cx="1601343" cy="147662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382379" y="5119496"/>
            <a:ext cx="1278636" cy="14757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745221" y="5395455"/>
            <a:ext cx="496824" cy="118452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8305292" y="5400725"/>
            <a:ext cx="805016" cy="142278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9171051" y="5395455"/>
            <a:ext cx="933450" cy="14754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0173716" y="5395455"/>
            <a:ext cx="428751" cy="1184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1231-7E7C-4127-C01B-B42090BE7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88327388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</TotalTime>
  <Words>15</Words>
  <Application>Microsoft Office PowerPoint</Application>
  <PresentationFormat>Custom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SIMPLE SNAKE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Goated</dc:creator>
  <cp:lastModifiedBy>SHAHROZ SHAHID TARAR</cp:lastModifiedBy>
  <cp:revision>2</cp:revision>
  <dcterms:created xsi:type="dcterms:W3CDTF">2025-01-12T11:49:11Z</dcterms:created>
  <dcterms:modified xsi:type="dcterms:W3CDTF">2025-01-12T17:31:45Z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2025-01-12T00:00:00Z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2025-01-12T00:00:00Z</vt:filetime>
  </property>
  <property fmtid="{D5CDD505-2E9C-101B-9397-08002B2CF9AE}" pid="5" name="Producer">
    <vt:lpwstr>Microsoft® Word 2019</vt:lpwstr>
  </property>
</Properties>
</file>